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diagrams/data2.xml" ContentType="application/vnd.openxmlformats-officedocument.drawingml.diagramData+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3" r:id="rId2"/>
    <p:sldMasterId id="2147483685" r:id="rId3"/>
  </p:sldMasterIdLst>
  <p:notesMasterIdLst>
    <p:notesMasterId r:id="rId69"/>
  </p:notesMasterIdLst>
  <p:sldIdLst>
    <p:sldId id="256" r:id="rId4"/>
    <p:sldId id="397" r:id="rId5"/>
    <p:sldId id="398" r:id="rId6"/>
    <p:sldId id="402" r:id="rId7"/>
    <p:sldId id="403" r:id="rId8"/>
    <p:sldId id="447" r:id="rId9"/>
    <p:sldId id="404" r:id="rId10"/>
    <p:sldId id="405" r:id="rId11"/>
    <p:sldId id="406" r:id="rId12"/>
    <p:sldId id="536" r:id="rId13"/>
    <p:sldId id="537" r:id="rId14"/>
    <p:sldId id="407" r:id="rId15"/>
    <p:sldId id="526" r:id="rId16"/>
    <p:sldId id="525" r:id="rId17"/>
    <p:sldId id="408" r:id="rId18"/>
    <p:sldId id="522" r:id="rId19"/>
    <p:sldId id="523" r:id="rId20"/>
    <p:sldId id="413" r:id="rId21"/>
    <p:sldId id="415" r:id="rId22"/>
    <p:sldId id="416" r:id="rId23"/>
    <p:sldId id="418" r:id="rId24"/>
    <p:sldId id="527" r:id="rId25"/>
    <p:sldId id="528" r:id="rId26"/>
    <p:sldId id="437" r:id="rId27"/>
    <p:sldId id="420" r:id="rId28"/>
    <p:sldId id="529" r:id="rId29"/>
    <p:sldId id="421" r:id="rId30"/>
    <p:sldId id="530" r:id="rId31"/>
    <p:sldId id="422" r:id="rId32"/>
    <p:sldId id="423" r:id="rId33"/>
    <p:sldId id="424" r:id="rId34"/>
    <p:sldId id="425" r:id="rId35"/>
    <p:sldId id="426" r:id="rId36"/>
    <p:sldId id="531" r:id="rId37"/>
    <p:sldId id="431" r:id="rId38"/>
    <p:sldId id="533" r:id="rId39"/>
    <p:sldId id="534" r:id="rId40"/>
    <p:sldId id="535" r:id="rId41"/>
    <p:sldId id="433" r:id="rId42"/>
    <p:sldId id="435" r:id="rId43"/>
    <p:sldId id="538" r:id="rId44"/>
    <p:sldId id="539" r:id="rId45"/>
    <p:sldId id="540" r:id="rId46"/>
    <p:sldId id="541" r:id="rId47"/>
    <p:sldId id="399" r:id="rId48"/>
    <p:sldId id="542" r:id="rId49"/>
    <p:sldId id="543" r:id="rId50"/>
    <p:sldId id="544" r:id="rId51"/>
    <p:sldId id="545" r:id="rId52"/>
    <p:sldId id="546" r:id="rId53"/>
    <p:sldId id="547" r:id="rId54"/>
    <p:sldId id="548" r:id="rId55"/>
    <p:sldId id="400" r:id="rId56"/>
    <p:sldId id="401" r:id="rId57"/>
    <p:sldId id="549" r:id="rId58"/>
    <p:sldId id="419" r:id="rId59"/>
    <p:sldId id="410" r:id="rId60"/>
    <p:sldId id="411" r:id="rId61"/>
    <p:sldId id="412" r:id="rId62"/>
    <p:sldId id="550" r:id="rId63"/>
    <p:sldId id="414" r:id="rId64"/>
    <p:sldId id="551" r:id="rId65"/>
    <p:sldId id="552" r:id="rId66"/>
    <p:sldId id="417" r:id="rId67"/>
    <p:sldId id="553" r:id="rId68"/>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162"/>
    <p:restoredTop sz="94722"/>
  </p:normalViewPr>
  <p:slideViewPr>
    <p:cSldViewPr snapToGrid="0" snapToObjects="1">
      <p:cViewPr varScale="1">
        <p:scale>
          <a:sx n="118" d="100"/>
          <a:sy n="118" d="100"/>
        </p:scale>
        <p:origin x="1056"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notesMaster" Target="notesMasters/notesMaster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 Type="http://schemas.openxmlformats.org/officeDocument/2006/relationships/slide" Target="slides/slide4.xml"/><Relationship Id="rId71" Type="http://schemas.openxmlformats.org/officeDocument/2006/relationships/viewProps" Target="viewProps.xml"/></Relationships>
</file>

<file path=ppt/diagrams/_rels/data2.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image" Target="../media/image210.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445D6B3-A27C-481C-BD15-8326BD3B486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378A351-8699-46FB-9148-653E626C6BEF}">
      <dgm:prSet/>
      <dgm:spPr/>
      <dgm:t>
        <a:bodyPr/>
        <a:lstStyle/>
        <a:p>
          <a:pPr rtl="0"/>
          <a:r>
            <a:rPr lang="en-US" dirty="0"/>
            <a:t>Domains</a:t>
          </a:r>
        </a:p>
      </dgm:t>
    </dgm:pt>
    <dgm:pt modelId="{B36D4932-51B0-4ACF-9397-6F18ADCFCFA7}" type="parTrans" cxnId="{EC72DCA4-536F-4B7F-9B55-F89AF01A3479}">
      <dgm:prSet/>
      <dgm:spPr/>
      <dgm:t>
        <a:bodyPr/>
        <a:lstStyle/>
        <a:p>
          <a:endParaRPr lang="en-US"/>
        </a:p>
      </dgm:t>
    </dgm:pt>
    <dgm:pt modelId="{DA48E044-4C9C-4E7E-BEF2-6D9AE1A0D2DF}" type="sibTrans" cxnId="{EC72DCA4-536F-4B7F-9B55-F89AF01A3479}">
      <dgm:prSet/>
      <dgm:spPr/>
      <dgm:t>
        <a:bodyPr/>
        <a:lstStyle/>
        <a:p>
          <a:endParaRPr lang="en-US"/>
        </a:p>
      </dgm:t>
    </dgm:pt>
    <dgm:pt modelId="{1DE78C94-BDD2-4C3E-8967-7B7E1DD3AD0F}">
      <dgm:prSet/>
      <dgm:spPr/>
      <dgm:t>
        <a:bodyPr/>
        <a:lstStyle/>
        <a:p>
          <a:pPr rtl="0"/>
          <a:r>
            <a:rPr lang="en-US" dirty="0"/>
            <a:t>Boolean: coin is either heads or tails (true or false) </a:t>
          </a:r>
        </a:p>
      </dgm:t>
    </dgm:pt>
    <dgm:pt modelId="{694741E2-019B-4329-AB15-B4165CF5F0D8}" type="parTrans" cxnId="{35620E8A-716E-4CDD-8230-6DAC1D0C66DB}">
      <dgm:prSet/>
      <dgm:spPr/>
      <dgm:t>
        <a:bodyPr/>
        <a:lstStyle/>
        <a:p>
          <a:endParaRPr lang="en-US"/>
        </a:p>
      </dgm:t>
    </dgm:pt>
    <dgm:pt modelId="{1633A985-C6CD-48E1-908C-2009C1179079}" type="sibTrans" cxnId="{35620E8A-716E-4CDD-8230-6DAC1D0C66DB}">
      <dgm:prSet/>
      <dgm:spPr/>
      <dgm:t>
        <a:bodyPr/>
        <a:lstStyle/>
        <a:p>
          <a:endParaRPr lang="en-US"/>
        </a:p>
      </dgm:t>
    </dgm:pt>
    <mc:AlternateContent xmlns:mc="http://schemas.openxmlformats.org/markup-compatibility/2006" xmlns:a14="http://schemas.microsoft.com/office/drawing/2010/main">
      <mc:Choice Requires="a14">
        <dgm:pt modelId="{5081E5BD-83E9-4EE5-8263-AC4B773C1BAB}">
          <dgm:prSet/>
          <dgm:spPr/>
          <dgm:t>
            <a:bodyPr/>
            <a:lstStyle/>
            <a:p>
              <a:pPr rtl="0"/>
              <a:r>
                <a:rPr lang="en-US" dirty="0"/>
                <a:t>Discrete:  a die can have values </a:t>
              </a:r>
              <a14:m>
                <m:oMath xmlns:m="http://schemas.openxmlformats.org/officeDocument/2006/math">
                  <m:d>
                    <m:dPr>
                      <m:begChr m:val="{"/>
                      <m:endChr m:val="}"/>
                      <m:ctrlPr>
                        <a:rPr lang="en-US" b="0" i="1">
                          <a:latin typeface="Cambria Math" panose="02040503050406030204" pitchFamily="18" charset="0"/>
                        </a:rPr>
                      </m:ctrlPr>
                    </m:dPr>
                    <m:e>
                      <m:r>
                        <a:rPr lang="en-US" b="0" i="1">
                          <a:latin typeface="Cambria Math" panose="02040503050406030204" pitchFamily="18" charset="0"/>
                        </a:rPr>
                        <m:t>1,…,6</m:t>
                      </m:r>
                    </m:e>
                  </m:d>
                </m:oMath>
              </a14:m>
              <a:endParaRPr lang="en-US" dirty="0"/>
            </a:p>
          </dgm:t>
        </dgm:pt>
      </mc:Choice>
      <mc:Fallback xmlns="">
        <dgm:pt modelId="{5081E5BD-83E9-4EE5-8263-AC4B773C1BAB}">
          <dgm:prSet/>
          <dgm:spPr/>
          <dgm:t>
            <a:bodyPr/>
            <a:lstStyle/>
            <a:p>
              <a:pPr rtl="0"/>
              <a:r>
                <a:rPr lang="en-US" smtClean="0"/>
                <a:t>Discrete:  a die can have values </a:t>
              </a:r>
              <a:r>
                <a:rPr lang="en-US" b="0" i="0"/>
                <a:t>{1,…,6}</a:t>
              </a:r>
              <a:endParaRPr lang="en-US"/>
            </a:p>
          </dgm:t>
        </dgm:pt>
      </mc:Fallback>
    </mc:AlternateContent>
    <dgm:pt modelId="{9896A3D3-F27C-42E2-A23B-E8FB22DC4CC3}" type="parTrans" cxnId="{11E4953E-910C-43F5-875D-F23C0D6FC55D}">
      <dgm:prSet/>
      <dgm:spPr/>
      <dgm:t>
        <a:bodyPr/>
        <a:lstStyle/>
        <a:p>
          <a:endParaRPr lang="en-US"/>
        </a:p>
      </dgm:t>
    </dgm:pt>
    <dgm:pt modelId="{F34A3E43-7BC4-49EE-A526-033D6919881F}" type="sibTrans" cxnId="{11E4953E-910C-43F5-875D-F23C0D6FC55D}">
      <dgm:prSet/>
      <dgm:spPr/>
      <dgm:t>
        <a:bodyPr/>
        <a:lstStyle/>
        <a:p>
          <a:endParaRPr lang="en-US"/>
        </a:p>
      </dgm:t>
    </dgm:pt>
    <dgm:pt modelId="{B6A55F71-F6F1-4AB8-90F2-542A4BC19E29}">
      <dgm:prSet/>
      <dgm:spPr/>
      <dgm:t>
        <a:bodyPr/>
        <a:lstStyle/>
        <a:p>
          <a:pPr rtl="0"/>
          <a:r>
            <a:rPr lang="en-US" dirty="0"/>
            <a:t>Events: subsets of domains</a:t>
          </a:r>
        </a:p>
      </dgm:t>
    </dgm:pt>
    <dgm:pt modelId="{26E03164-BEAB-4257-B38D-653F5F83F8E7}" type="parTrans" cxnId="{1809623E-A366-4EE4-8940-32A9A1B1DE24}">
      <dgm:prSet/>
      <dgm:spPr/>
      <dgm:t>
        <a:bodyPr/>
        <a:lstStyle/>
        <a:p>
          <a:endParaRPr lang="en-US"/>
        </a:p>
      </dgm:t>
    </dgm:pt>
    <dgm:pt modelId="{A50D1975-1EAE-4BBA-A4C9-ACD8B77622C4}" type="sibTrans" cxnId="{1809623E-A366-4EE4-8940-32A9A1B1DE24}">
      <dgm:prSet/>
      <dgm:spPr/>
      <dgm:t>
        <a:bodyPr/>
        <a:lstStyle/>
        <a:p>
          <a:endParaRPr lang="en-US"/>
        </a:p>
      </dgm:t>
    </dgm:pt>
    <mc:AlternateContent xmlns:mc="http://schemas.openxmlformats.org/markup-compatibility/2006" xmlns:a14="http://schemas.microsoft.com/office/drawing/2010/main">
      <mc:Choice Requires="a14">
        <dgm:pt modelId="{5AABD6CF-B6F0-43EF-AEB3-8D6A9E64A641}">
          <dgm:prSet/>
          <dgm:spPr/>
          <dgm:t>
            <a:bodyPr/>
            <a:lstStyle/>
            <a:p>
              <a:pPr rtl="0"/>
              <a14:m>
                <m:oMath xmlns:m="http://schemas.openxmlformats.org/officeDocument/2006/math">
                  <m:r>
                    <a:rPr lang="en-US" b="0" i="1" smtClean="0">
                      <a:latin typeface="Cambria Math" panose="02040503050406030204" pitchFamily="18" charset="0"/>
                    </a:rPr>
                    <m:t>𝐸𝑣𝑒𝑛</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oMath>
              </a14:m>
              <a:r>
                <a:rPr lang="en-US" dirty="0"/>
                <a:t> the die has value </a:t>
              </a:r>
              <a14:m>
                <m:oMath xmlns:m="http://schemas.openxmlformats.org/officeDocument/2006/math">
                  <m:r>
                    <a:rPr lang="en-US" b="0" i="1" smtClean="0">
                      <a:latin typeface="Cambria Math" panose="02040503050406030204" pitchFamily="18" charset="0"/>
                    </a:rPr>
                    <m:t>∈{2,4,6}</m:t>
                  </m:r>
                </m:oMath>
              </a14:m>
              <a:endParaRPr lang="en-US" dirty="0"/>
            </a:p>
          </dgm:t>
        </dgm:pt>
      </mc:Choice>
      <mc:Fallback xmlns="">
        <dgm:pt modelId="{5AABD6CF-B6F0-43EF-AEB3-8D6A9E64A641}">
          <dgm:prSet/>
          <dgm:spPr/>
          <dgm:t>
            <a:bodyPr/>
            <a:lstStyle/>
            <a:p>
              <a:pPr rtl="0"/>
              <a:r>
                <a:rPr lang="en-US" b="0" i="0" dirty="0" smtClean="0">
                  <a:latin typeface="Cambria Math" panose="02040503050406030204" pitchFamily="18" charset="0"/>
                </a:rPr>
                <a:t>𝐸𝑣𝑒𝑛(𝑋)</a:t>
              </a:r>
              <a:r>
                <a:rPr lang="en-US" dirty="0" smtClean="0"/>
                <a:t> the die has value </a:t>
              </a:r>
              <a:r>
                <a:rPr lang="en-US" b="0" i="0" smtClean="0">
                  <a:latin typeface="Cambria Math" panose="02040503050406030204" pitchFamily="18" charset="0"/>
                </a:rPr>
                <a:t>∈{2,4,6}</a:t>
              </a:r>
              <a:endParaRPr lang="en-US" dirty="0" smtClean="0"/>
            </a:p>
          </dgm:t>
        </dgm:pt>
      </mc:Fallback>
    </mc:AlternateContent>
    <dgm:pt modelId="{1F47B3B8-168A-408D-83B7-7E5617794D18}" type="parTrans" cxnId="{44C3C912-90CE-4AD5-8A83-3FDCEC3CD0F1}">
      <dgm:prSet/>
      <dgm:spPr/>
      <dgm:t>
        <a:bodyPr/>
        <a:lstStyle/>
        <a:p>
          <a:endParaRPr lang="en-US"/>
        </a:p>
      </dgm:t>
    </dgm:pt>
    <dgm:pt modelId="{FD502C39-96A0-4A42-8DA6-B0E885C41EAD}" type="sibTrans" cxnId="{44C3C912-90CE-4AD5-8A83-3FDCEC3CD0F1}">
      <dgm:prSet/>
      <dgm:spPr/>
      <dgm:t>
        <a:bodyPr/>
        <a:lstStyle/>
        <a:p>
          <a:endParaRPr lang="en-US"/>
        </a:p>
      </dgm:t>
    </dgm:pt>
    <mc:AlternateContent xmlns:mc="http://schemas.openxmlformats.org/markup-compatibility/2006" xmlns:a14="http://schemas.microsoft.com/office/drawing/2010/main">
      <mc:Choice Requires="a14">
        <dgm:pt modelId="{3E37A6FF-8591-4A04-AD1E-6B08D81A934C}">
          <dgm:prSet/>
          <dgm:spPr/>
          <dgm:t>
            <a:bodyPr/>
            <a:lstStyle/>
            <a:p>
              <a:pPr rtl="0"/>
              <a14:m>
                <m:oMath xmlns:m="http://schemas.openxmlformats.org/officeDocument/2006/math">
                  <m:r>
                    <a:rPr lang="en-US" i="1" smtClean="0">
                      <a:latin typeface="Cambria Math" panose="02040503050406030204" pitchFamily="18" charset="0"/>
                    </a:rPr>
                    <m:t>𝐻𝑒𝑎𝑑𝑠</m:t>
                  </m:r>
                  <m:r>
                    <a:rPr lang="en-US" i="1" smtClean="0">
                      <a:latin typeface="Cambria Math" panose="02040503050406030204" pitchFamily="18" charset="0"/>
                    </a:rPr>
                    <m:t>(</m:t>
                  </m:r>
                  <m:r>
                    <a:rPr lang="en-US" i="1" smtClean="0">
                      <a:latin typeface="Cambria Math" panose="02040503050406030204" pitchFamily="18" charset="0"/>
                    </a:rPr>
                    <m:t>𝑋</m:t>
                  </m:r>
                  <m:r>
                    <a:rPr lang="en-US" i="1" smtClean="0">
                      <a:latin typeface="Cambria Math" panose="02040503050406030204" pitchFamily="18" charset="0"/>
                    </a:rPr>
                    <m:t>)</m:t>
                  </m:r>
                </m:oMath>
              </a14:m>
              <a:r>
                <a:rPr lang="en-US" dirty="0"/>
                <a:t> the coin flipped to heads</a:t>
              </a:r>
            </a:p>
          </dgm:t>
        </dgm:pt>
      </mc:Choice>
      <mc:Fallback xmlns="">
        <dgm:pt modelId="{3E37A6FF-8591-4A04-AD1E-6B08D81A934C}">
          <dgm:prSet/>
          <dgm:spPr/>
          <dgm:t>
            <a:bodyPr/>
            <a:lstStyle/>
            <a:p>
              <a:pPr rtl="0"/>
              <a:r>
                <a:rPr lang="en-US" i="0" dirty="0" smtClean="0">
                  <a:latin typeface="Cambria Math" panose="02040503050406030204" pitchFamily="18" charset="0"/>
                </a:rPr>
                <a:t>𝐻𝑒𝑎𝑑𝑠(𝑋)</a:t>
              </a:r>
              <a:r>
                <a:rPr lang="en-US" dirty="0" smtClean="0"/>
                <a:t> the coin flipped to heads</a:t>
              </a:r>
            </a:p>
          </dgm:t>
        </dgm:pt>
      </mc:Fallback>
    </mc:AlternateContent>
    <dgm:pt modelId="{F5930630-52E7-4FB8-B7FE-01B27D88DF0A}" type="parTrans" cxnId="{9D0F4C1F-BCCF-48BE-98F7-21A6F41D29FC}">
      <dgm:prSet/>
      <dgm:spPr/>
      <dgm:t>
        <a:bodyPr/>
        <a:lstStyle/>
        <a:p>
          <a:endParaRPr lang="en-US"/>
        </a:p>
      </dgm:t>
    </dgm:pt>
    <dgm:pt modelId="{F4C7490F-1066-4C5B-8EDD-3BF3EC027EFC}" type="sibTrans" cxnId="{9D0F4C1F-BCCF-48BE-98F7-21A6F41D29FC}">
      <dgm:prSet/>
      <dgm:spPr/>
      <dgm:t>
        <a:bodyPr/>
        <a:lstStyle/>
        <a:p>
          <a:endParaRPr lang="en-US"/>
        </a:p>
      </dgm:t>
    </dgm:pt>
    <dgm:pt modelId="{37D5B640-8406-4A6A-A89C-5DA5E92180DA}" type="pres">
      <dgm:prSet presAssocID="{F445D6B3-A27C-481C-BD15-8326BD3B486C}" presName="linear" presStyleCnt="0">
        <dgm:presLayoutVars>
          <dgm:animLvl val="lvl"/>
          <dgm:resizeHandles val="exact"/>
        </dgm:presLayoutVars>
      </dgm:prSet>
      <dgm:spPr/>
    </dgm:pt>
    <dgm:pt modelId="{B25A98D9-2FAC-4381-8EEA-2442A64753B3}" type="pres">
      <dgm:prSet presAssocID="{4378A351-8699-46FB-9148-653E626C6BEF}" presName="parentText" presStyleLbl="node1" presStyleIdx="0" presStyleCnt="2">
        <dgm:presLayoutVars>
          <dgm:chMax val="0"/>
          <dgm:bulletEnabled val="1"/>
        </dgm:presLayoutVars>
      </dgm:prSet>
      <dgm:spPr/>
    </dgm:pt>
    <dgm:pt modelId="{7C999537-59EF-453E-B411-8BA18428AEB5}" type="pres">
      <dgm:prSet presAssocID="{4378A351-8699-46FB-9148-653E626C6BEF}" presName="childText" presStyleLbl="revTx" presStyleIdx="0" presStyleCnt="2">
        <dgm:presLayoutVars>
          <dgm:bulletEnabled val="1"/>
        </dgm:presLayoutVars>
      </dgm:prSet>
      <dgm:spPr/>
    </dgm:pt>
    <dgm:pt modelId="{5E46693B-F791-4BBF-BB27-8FAC2CBC116D}" type="pres">
      <dgm:prSet presAssocID="{B6A55F71-F6F1-4AB8-90F2-542A4BC19E29}" presName="parentText" presStyleLbl="node1" presStyleIdx="1" presStyleCnt="2">
        <dgm:presLayoutVars>
          <dgm:chMax val="0"/>
          <dgm:bulletEnabled val="1"/>
        </dgm:presLayoutVars>
      </dgm:prSet>
      <dgm:spPr/>
    </dgm:pt>
    <dgm:pt modelId="{3D79F141-6082-4F9F-B60A-52CFEE7DA3D1}" type="pres">
      <dgm:prSet presAssocID="{B6A55F71-F6F1-4AB8-90F2-542A4BC19E29}" presName="childText" presStyleLbl="revTx" presStyleIdx="1" presStyleCnt="2">
        <dgm:presLayoutVars>
          <dgm:bulletEnabled val="1"/>
        </dgm:presLayoutVars>
      </dgm:prSet>
      <dgm:spPr/>
    </dgm:pt>
  </dgm:ptLst>
  <dgm:cxnLst>
    <dgm:cxn modelId="{44C3C912-90CE-4AD5-8A83-3FDCEC3CD0F1}" srcId="{B6A55F71-F6F1-4AB8-90F2-542A4BC19E29}" destId="{5AABD6CF-B6F0-43EF-AEB3-8D6A9E64A641}" srcOrd="1" destOrd="0" parTransId="{1F47B3B8-168A-408D-83B7-7E5617794D18}" sibTransId="{FD502C39-96A0-4A42-8DA6-B0E885C41EAD}"/>
    <dgm:cxn modelId="{9D0F4C1F-BCCF-48BE-98F7-21A6F41D29FC}" srcId="{B6A55F71-F6F1-4AB8-90F2-542A4BC19E29}" destId="{3E37A6FF-8591-4A04-AD1E-6B08D81A934C}" srcOrd="0" destOrd="0" parTransId="{F5930630-52E7-4FB8-B7FE-01B27D88DF0A}" sibTransId="{F4C7490F-1066-4C5B-8EDD-3BF3EC027EFC}"/>
    <dgm:cxn modelId="{B6F90722-0873-43D0-A99D-16AD04973254}" type="presOf" srcId="{B6A55F71-F6F1-4AB8-90F2-542A4BC19E29}" destId="{5E46693B-F791-4BBF-BB27-8FAC2CBC116D}" srcOrd="0" destOrd="0" presId="urn:microsoft.com/office/officeart/2005/8/layout/vList2"/>
    <dgm:cxn modelId="{7997FF2C-6AA5-4F5E-8DCD-C89DFF3E144B}" type="presOf" srcId="{4378A351-8699-46FB-9148-653E626C6BEF}" destId="{B25A98D9-2FAC-4381-8EEA-2442A64753B3}" srcOrd="0" destOrd="0" presId="urn:microsoft.com/office/officeart/2005/8/layout/vList2"/>
    <dgm:cxn modelId="{39A2A63C-5C35-40EF-AC2B-0078F503C69A}" type="presOf" srcId="{5AABD6CF-B6F0-43EF-AEB3-8D6A9E64A641}" destId="{3D79F141-6082-4F9F-B60A-52CFEE7DA3D1}" srcOrd="0" destOrd="1" presId="urn:microsoft.com/office/officeart/2005/8/layout/vList2"/>
    <dgm:cxn modelId="{1809623E-A366-4EE4-8940-32A9A1B1DE24}" srcId="{F445D6B3-A27C-481C-BD15-8326BD3B486C}" destId="{B6A55F71-F6F1-4AB8-90F2-542A4BC19E29}" srcOrd="1" destOrd="0" parTransId="{26E03164-BEAB-4257-B38D-653F5F83F8E7}" sibTransId="{A50D1975-1EAE-4BBA-A4C9-ACD8B77622C4}"/>
    <dgm:cxn modelId="{11E4953E-910C-43F5-875D-F23C0D6FC55D}" srcId="{4378A351-8699-46FB-9148-653E626C6BEF}" destId="{5081E5BD-83E9-4EE5-8263-AC4B773C1BAB}" srcOrd="1" destOrd="0" parTransId="{9896A3D3-F27C-42E2-A23B-E8FB22DC4CC3}" sibTransId="{F34A3E43-7BC4-49EE-A526-033D6919881F}"/>
    <dgm:cxn modelId="{5C88C847-2635-4C65-80AA-D47BD6057FB2}" type="presOf" srcId="{1DE78C94-BDD2-4C3E-8967-7B7E1DD3AD0F}" destId="{7C999537-59EF-453E-B411-8BA18428AEB5}" srcOrd="0" destOrd="0" presId="urn:microsoft.com/office/officeart/2005/8/layout/vList2"/>
    <dgm:cxn modelId="{6B32597D-AE43-4401-939A-FD92E0230E5A}" type="presOf" srcId="{5081E5BD-83E9-4EE5-8263-AC4B773C1BAB}" destId="{7C999537-59EF-453E-B411-8BA18428AEB5}" srcOrd="0" destOrd="1" presId="urn:microsoft.com/office/officeart/2005/8/layout/vList2"/>
    <dgm:cxn modelId="{2165EF81-B839-40C8-8111-EA0777993DAE}" type="presOf" srcId="{F445D6B3-A27C-481C-BD15-8326BD3B486C}" destId="{37D5B640-8406-4A6A-A89C-5DA5E92180DA}" srcOrd="0" destOrd="0" presId="urn:microsoft.com/office/officeart/2005/8/layout/vList2"/>
    <dgm:cxn modelId="{35620E8A-716E-4CDD-8230-6DAC1D0C66DB}" srcId="{4378A351-8699-46FB-9148-653E626C6BEF}" destId="{1DE78C94-BDD2-4C3E-8967-7B7E1DD3AD0F}" srcOrd="0" destOrd="0" parTransId="{694741E2-019B-4329-AB15-B4165CF5F0D8}" sibTransId="{1633A985-C6CD-48E1-908C-2009C1179079}"/>
    <dgm:cxn modelId="{318F57A0-DBDD-4B4D-B014-C07BAF2ECAA6}" type="presOf" srcId="{3E37A6FF-8591-4A04-AD1E-6B08D81A934C}" destId="{3D79F141-6082-4F9F-B60A-52CFEE7DA3D1}" srcOrd="0" destOrd="0" presId="urn:microsoft.com/office/officeart/2005/8/layout/vList2"/>
    <dgm:cxn modelId="{EC72DCA4-536F-4B7F-9B55-F89AF01A3479}" srcId="{F445D6B3-A27C-481C-BD15-8326BD3B486C}" destId="{4378A351-8699-46FB-9148-653E626C6BEF}" srcOrd="0" destOrd="0" parTransId="{B36D4932-51B0-4ACF-9397-6F18ADCFCFA7}" sibTransId="{DA48E044-4C9C-4E7E-BEF2-6D9AE1A0D2DF}"/>
    <dgm:cxn modelId="{59EC55FB-5520-4701-8ED8-DF52E6A822BF}" type="presParOf" srcId="{37D5B640-8406-4A6A-A89C-5DA5E92180DA}" destId="{B25A98D9-2FAC-4381-8EEA-2442A64753B3}" srcOrd="0" destOrd="0" presId="urn:microsoft.com/office/officeart/2005/8/layout/vList2"/>
    <dgm:cxn modelId="{947FDA43-0981-4129-9676-DF5D2EC24371}" type="presParOf" srcId="{37D5B640-8406-4A6A-A89C-5DA5E92180DA}" destId="{7C999537-59EF-453E-B411-8BA18428AEB5}" srcOrd="1" destOrd="0" presId="urn:microsoft.com/office/officeart/2005/8/layout/vList2"/>
    <dgm:cxn modelId="{0EAFF660-F8D3-42D0-8C2F-1A1DB7B5C645}" type="presParOf" srcId="{37D5B640-8406-4A6A-A89C-5DA5E92180DA}" destId="{5E46693B-F791-4BBF-BB27-8FAC2CBC116D}" srcOrd="2" destOrd="0" presId="urn:microsoft.com/office/officeart/2005/8/layout/vList2"/>
    <dgm:cxn modelId="{E1B5558C-614F-445E-872E-D4CD5C7F1DC1}" type="presParOf" srcId="{37D5B640-8406-4A6A-A89C-5DA5E92180DA}" destId="{3D79F141-6082-4F9F-B60A-52CFEE7DA3D1}"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445D6B3-A27C-481C-BD15-8326BD3B486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378A351-8699-46FB-9148-653E626C6BEF}">
      <dgm:prSet/>
      <dgm:spPr/>
      <dgm:t>
        <a:bodyPr/>
        <a:lstStyle/>
        <a:p>
          <a:pPr rtl="0"/>
          <a:r>
            <a:rPr lang="en-US" dirty="0"/>
            <a:t>Domains</a:t>
          </a:r>
        </a:p>
      </dgm:t>
    </dgm:pt>
    <dgm:pt modelId="{B36D4932-51B0-4ACF-9397-6F18ADCFCFA7}" type="parTrans" cxnId="{EC72DCA4-536F-4B7F-9B55-F89AF01A3479}">
      <dgm:prSet/>
      <dgm:spPr/>
      <dgm:t>
        <a:bodyPr/>
        <a:lstStyle/>
        <a:p>
          <a:endParaRPr lang="en-US"/>
        </a:p>
      </dgm:t>
    </dgm:pt>
    <dgm:pt modelId="{DA48E044-4C9C-4E7E-BEF2-6D9AE1A0D2DF}" type="sibTrans" cxnId="{EC72DCA4-536F-4B7F-9B55-F89AF01A3479}">
      <dgm:prSet/>
      <dgm:spPr/>
      <dgm:t>
        <a:bodyPr/>
        <a:lstStyle/>
        <a:p>
          <a:endParaRPr lang="en-US"/>
        </a:p>
      </dgm:t>
    </dgm:pt>
    <dgm:pt modelId="{1DE78C94-BDD2-4C3E-8967-7B7E1DD3AD0F}">
      <dgm:prSet/>
      <dgm:spPr>
        <a:blipFill>
          <a:blip xmlns:r="http://schemas.openxmlformats.org/officeDocument/2006/relationships" r:embed="rId1"/>
          <a:stretch>
            <a:fillRect t="-5556"/>
          </a:stretch>
        </a:blipFill>
      </dgm:spPr>
      <dgm:t>
        <a:bodyPr/>
        <a:lstStyle/>
        <a:p>
          <a:r>
            <a:rPr lang="en-GB">
              <a:noFill/>
            </a:rPr>
            <a:t> </a:t>
          </a:r>
        </a:p>
      </dgm:t>
    </dgm:pt>
    <dgm:pt modelId="{694741E2-019B-4329-AB15-B4165CF5F0D8}" type="parTrans" cxnId="{35620E8A-716E-4CDD-8230-6DAC1D0C66DB}">
      <dgm:prSet/>
      <dgm:spPr/>
      <dgm:t>
        <a:bodyPr/>
        <a:lstStyle/>
        <a:p>
          <a:endParaRPr lang="en-US"/>
        </a:p>
      </dgm:t>
    </dgm:pt>
    <dgm:pt modelId="{1633A985-C6CD-48E1-908C-2009C1179079}" type="sibTrans" cxnId="{35620E8A-716E-4CDD-8230-6DAC1D0C66DB}">
      <dgm:prSet/>
      <dgm:spPr/>
      <dgm:t>
        <a:bodyPr/>
        <a:lstStyle/>
        <a:p>
          <a:endParaRPr lang="en-US"/>
        </a:p>
      </dgm:t>
    </dgm:pt>
    <dgm:pt modelId="{5081E5BD-83E9-4EE5-8263-AC4B773C1BAB}">
      <dgm:prSet/>
      <dgm:spPr/>
      <dgm:t>
        <a:bodyPr/>
        <a:lstStyle/>
        <a:p>
          <a:r>
            <a:rPr lang="en-GB">
              <a:noFill/>
            </a:rPr>
            <a:t> </a:t>
          </a:r>
        </a:p>
      </dgm:t>
    </dgm:pt>
    <dgm:pt modelId="{9896A3D3-F27C-42E2-A23B-E8FB22DC4CC3}" type="parTrans" cxnId="{11E4953E-910C-43F5-875D-F23C0D6FC55D}">
      <dgm:prSet/>
      <dgm:spPr/>
      <dgm:t>
        <a:bodyPr/>
        <a:lstStyle/>
        <a:p>
          <a:endParaRPr lang="en-US"/>
        </a:p>
      </dgm:t>
    </dgm:pt>
    <dgm:pt modelId="{F34A3E43-7BC4-49EE-A526-033D6919881F}" type="sibTrans" cxnId="{11E4953E-910C-43F5-875D-F23C0D6FC55D}">
      <dgm:prSet/>
      <dgm:spPr/>
      <dgm:t>
        <a:bodyPr/>
        <a:lstStyle/>
        <a:p>
          <a:endParaRPr lang="en-US"/>
        </a:p>
      </dgm:t>
    </dgm:pt>
    <dgm:pt modelId="{B6A55F71-F6F1-4AB8-90F2-542A4BC19E29}">
      <dgm:prSet/>
      <dgm:spPr/>
      <dgm:t>
        <a:bodyPr/>
        <a:lstStyle/>
        <a:p>
          <a:pPr rtl="0"/>
          <a:r>
            <a:rPr lang="en-US" dirty="0"/>
            <a:t>Events: subsets of domains</a:t>
          </a:r>
        </a:p>
      </dgm:t>
    </dgm:pt>
    <dgm:pt modelId="{26E03164-BEAB-4257-B38D-653F5F83F8E7}" type="parTrans" cxnId="{1809623E-A366-4EE4-8940-32A9A1B1DE24}">
      <dgm:prSet/>
      <dgm:spPr/>
      <dgm:t>
        <a:bodyPr/>
        <a:lstStyle/>
        <a:p>
          <a:endParaRPr lang="en-US"/>
        </a:p>
      </dgm:t>
    </dgm:pt>
    <dgm:pt modelId="{A50D1975-1EAE-4BBA-A4C9-ACD8B77622C4}" type="sibTrans" cxnId="{1809623E-A366-4EE4-8940-32A9A1B1DE24}">
      <dgm:prSet/>
      <dgm:spPr/>
      <dgm:t>
        <a:bodyPr/>
        <a:lstStyle/>
        <a:p>
          <a:endParaRPr lang="en-US"/>
        </a:p>
      </dgm:t>
    </dgm:pt>
    <dgm:pt modelId="{5AABD6CF-B6F0-43EF-AEB3-8D6A9E64A641}">
      <dgm:prSet/>
      <dgm:spPr/>
      <dgm:t>
        <a:bodyPr/>
        <a:lstStyle/>
        <a:p>
          <a:r>
            <a:rPr lang="en-GB">
              <a:noFill/>
            </a:rPr>
            <a:t> </a:t>
          </a:r>
        </a:p>
      </dgm:t>
    </dgm:pt>
    <dgm:pt modelId="{1F47B3B8-168A-408D-83B7-7E5617794D18}" type="parTrans" cxnId="{44C3C912-90CE-4AD5-8A83-3FDCEC3CD0F1}">
      <dgm:prSet/>
      <dgm:spPr/>
      <dgm:t>
        <a:bodyPr/>
        <a:lstStyle/>
        <a:p>
          <a:endParaRPr lang="en-US"/>
        </a:p>
      </dgm:t>
    </dgm:pt>
    <dgm:pt modelId="{FD502C39-96A0-4A42-8DA6-B0E885C41EAD}" type="sibTrans" cxnId="{44C3C912-90CE-4AD5-8A83-3FDCEC3CD0F1}">
      <dgm:prSet/>
      <dgm:spPr/>
      <dgm:t>
        <a:bodyPr/>
        <a:lstStyle/>
        <a:p>
          <a:endParaRPr lang="en-US"/>
        </a:p>
      </dgm:t>
    </dgm:pt>
    <dgm:pt modelId="{3E37A6FF-8591-4A04-AD1E-6B08D81A934C}">
      <dgm:prSet/>
      <dgm:spPr>
        <a:blipFill>
          <a:blip xmlns:r="http://schemas.openxmlformats.org/officeDocument/2006/relationships" r:embed="rId2"/>
          <a:stretch>
            <a:fillRect t="-11111" b="-16667"/>
          </a:stretch>
        </a:blipFill>
      </dgm:spPr>
      <dgm:t>
        <a:bodyPr/>
        <a:lstStyle/>
        <a:p>
          <a:r>
            <a:rPr lang="en-GB">
              <a:noFill/>
            </a:rPr>
            <a:t> </a:t>
          </a:r>
        </a:p>
      </dgm:t>
    </dgm:pt>
    <dgm:pt modelId="{F5930630-52E7-4FB8-B7FE-01B27D88DF0A}" type="parTrans" cxnId="{9D0F4C1F-BCCF-48BE-98F7-21A6F41D29FC}">
      <dgm:prSet/>
      <dgm:spPr/>
      <dgm:t>
        <a:bodyPr/>
        <a:lstStyle/>
        <a:p>
          <a:endParaRPr lang="en-US"/>
        </a:p>
      </dgm:t>
    </dgm:pt>
    <dgm:pt modelId="{F4C7490F-1066-4C5B-8EDD-3BF3EC027EFC}" type="sibTrans" cxnId="{9D0F4C1F-BCCF-48BE-98F7-21A6F41D29FC}">
      <dgm:prSet/>
      <dgm:spPr/>
      <dgm:t>
        <a:bodyPr/>
        <a:lstStyle/>
        <a:p>
          <a:endParaRPr lang="en-US"/>
        </a:p>
      </dgm:t>
    </dgm:pt>
    <dgm:pt modelId="{37D5B640-8406-4A6A-A89C-5DA5E92180DA}" type="pres">
      <dgm:prSet presAssocID="{F445D6B3-A27C-481C-BD15-8326BD3B486C}" presName="linear" presStyleCnt="0">
        <dgm:presLayoutVars>
          <dgm:animLvl val="lvl"/>
          <dgm:resizeHandles val="exact"/>
        </dgm:presLayoutVars>
      </dgm:prSet>
      <dgm:spPr/>
    </dgm:pt>
    <dgm:pt modelId="{B25A98D9-2FAC-4381-8EEA-2442A64753B3}" type="pres">
      <dgm:prSet presAssocID="{4378A351-8699-46FB-9148-653E626C6BEF}" presName="parentText" presStyleLbl="node1" presStyleIdx="0" presStyleCnt="2">
        <dgm:presLayoutVars>
          <dgm:chMax val="0"/>
          <dgm:bulletEnabled val="1"/>
        </dgm:presLayoutVars>
      </dgm:prSet>
      <dgm:spPr/>
    </dgm:pt>
    <dgm:pt modelId="{7C999537-59EF-453E-B411-8BA18428AEB5}" type="pres">
      <dgm:prSet presAssocID="{4378A351-8699-46FB-9148-653E626C6BEF}" presName="childText" presStyleLbl="revTx" presStyleIdx="0" presStyleCnt="2">
        <dgm:presLayoutVars>
          <dgm:bulletEnabled val="1"/>
        </dgm:presLayoutVars>
      </dgm:prSet>
      <dgm:spPr/>
    </dgm:pt>
    <dgm:pt modelId="{5E46693B-F791-4BBF-BB27-8FAC2CBC116D}" type="pres">
      <dgm:prSet presAssocID="{B6A55F71-F6F1-4AB8-90F2-542A4BC19E29}" presName="parentText" presStyleLbl="node1" presStyleIdx="1" presStyleCnt="2">
        <dgm:presLayoutVars>
          <dgm:chMax val="0"/>
          <dgm:bulletEnabled val="1"/>
        </dgm:presLayoutVars>
      </dgm:prSet>
      <dgm:spPr/>
    </dgm:pt>
    <dgm:pt modelId="{3D79F141-6082-4F9F-B60A-52CFEE7DA3D1}" type="pres">
      <dgm:prSet presAssocID="{B6A55F71-F6F1-4AB8-90F2-542A4BC19E29}" presName="childText" presStyleLbl="revTx" presStyleIdx="1" presStyleCnt="2">
        <dgm:presLayoutVars>
          <dgm:bulletEnabled val="1"/>
        </dgm:presLayoutVars>
      </dgm:prSet>
      <dgm:spPr/>
    </dgm:pt>
  </dgm:ptLst>
  <dgm:cxnLst>
    <dgm:cxn modelId="{44C3C912-90CE-4AD5-8A83-3FDCEC3CD0F1}" srcId="{B6A55F71-F6F1-4AB8-90F2-542A4BC19E29}" destId="{5AABD6CF-B6F0-43EF-AEB3-8D6A9E64A641}" srcOrd="1" destOrd="0" parTransId="{1F47B3B8-168A-408D-83B7-7E5617794D18}" sibTransId="{FD502C39-96A0-4A42-8DA6-B0E885C41EAD}"/>
    <dgm:cxn modelId="{9D0F4C1F-BCCF-48BE-98F7-21A6F41D29FC}" srcId="{B6A55F71-F6F1-4AB8-90F2-542A4BC19E29}" destId="{3E37A6FF-8591-4A04-AD1E-6B08D81A934C}" srcOrd="0" destOrd="0" parTransId="{F5930630-52E7-4FB8-B7FE-01B27D88DF0A}" sibTransId="{F4C7490F-1066-4C5B-8EDD-3BF3EC027EFC}"/>
    <dgm:cxn modelId="{B6F90722-0873-43D0-A99D-16AD04973254}" type="presOf" srcId="{B6A55F71-F6F1-4AB8-90F2-542A4BC19E29}" destId="{5E46693B-F791-4BBF-BB27-8FAC2CBC116D}" srcOrd="0" destOrd="0" presId="urn:microsoft.com/office/officeart/2005/8/layout/vList2"/>
    <dgm:cxn modelId="{7997FF2C-6AA5-4F5E-8DCD-C89DFF3E144B}" type="presOf" srcId="{4378A351-8699-46FB-9148-653E626C6BEF}" destId="{B25A98D9-2FAC-4381-8EEA-2442A64753B3}" srcOrd="0" destOrd="0" presId="urn:microsoft.com/office/officeart/2005/8/layout/vList2"/>
    <dgm:cxn modelId="{39A2A63C-5C35-40EF-AC2B-0078F503C69A}" type="presOf" srcId="{5AABD6CF-B6F0-43EF-AEB3-8D6A9E64A641}" destId="{3D79F141-6082-4F9F-B60A-52CFEE7DA3D1}" srcOrd="0" destOrd="1" presId="urn:microsoft.com/office/officeart/2005/8/layout/vList2"/>
    <dgm:cxn modelId="{1809623E-A366-4EE4-8940-32A9A1B1DE24}" srcId="{F445D6B3-A27C-481C-BD15-8326BD3B486C}" destId="{B6A55F71-F6F1-4AB8-90F2-542A4BC19E29}" srcOrd="1" destOrd="0" parTransId="{26E03164-BEAB-4257-B38D-653F5F83F8E7}" sibTransId="{A50D1975-1EAE-4BBA-A4C9-ACD8B77622C4}"/>
    <dgm:cxn modelId="{11E4953E-910C-43F5-875D-F23C0D6FC55D}" srcId="{4378A351-8699-46FB-9148-653E626C6BEF}" destId="{5081E5BD-83E9-4EE5-8263-AC4B773C1BAB}" srcOrd="1" destOrd="0" parTransId="{9896A3D3-F27C-42E2-A23B-E8FB22DC4CC3}" sibTransId="{F34A3E43-7BC4-49EE-A526-033D6919881F}"/>
    <dgm:cxn modelId="{5C88C847-2635-4C65-80AA-D47BD6057FB2}" type="presOf" srcId="{1DE78C94-BDD2-4C3E-8967-7B7E1DD3AD0F}" destId="{7C999537-59EF-453E-B411-8BA18428AEB5}" srcOrd="0" destOrd="0" presId="urn:microsoft.com/office/officeart/2005/8/layout/vList2"/>
    <dgm:cxn modelId="{6B32597D-AE43-4401-939A-FD92E0230E5A}" type="presOf" srcId="{5081E5BD-83E9-4EE5-8263-AC4B773C1BAB}" destId="{7C999537-59EF-453E-B411-8BA18428AEB5}" srcOrd="0" destOrd="1" presId="urn:microsoft.com/office/officeart/2005/8/layout/vList2"/>
    <dgm:cxn modelId="{2165EF81-B839-40C8-8111-EA0777993DAE}" type="presOf" srcId="{F445D6B3-A27C-481C-BD15-8326BD3B486C}" destId="{37D5B640-8406-4A6A-A89C-5DA5E92180DA}" srcOrd="0" destOrd="0" presId="urn:microsoft.com/office/officeart/2005/8/layout/vList2"/>
    <dgm:cxn modelId="{35620E8A-716E-4CDD-8230-6DAC1D0C66DB}" srcId="{4378A351-8699-46FB-9148-653E626C6BEF}" destId="{1DE78C94-BDD2-4C3E-8967-7B7E1DD3AD0F}" srcOrd="0" destOrd="0" parTransId="{694741E2-019B-4329-AB15-B4165CF5F0D8}" sibTransId="{1633A985-C6CD-48E1-908C-2009C1179079}"/>
    <dgm:cxn modelId="{318F57A0-DBDD-4B4D-B014-C07BAF2ECAA6}" type="presOf" srcId="{3E37A6FF-8591-4A04-AD1E-6B08D81A934C}" destId="{3D79F141-6082-4F9F-B60A-52CFEE7DA3D1}" srcOrd="0" destOrd="0" presId="urn:microsoft.com/office/officeart/2005/8/layout/vList2"/>
    <dgm:cxn modelId="{EC72DCA4-536F-4B7F-9B55-F89AF01A3479}" srcId="{F445D6B3-A27C-481C-BD15-8326BD3B486C}" destId="{4378A351-8699-46FB-9148-653E626C6BEF}" srcOrd="0" destOrd="0" parTransId="{B36D4932-51B0-4ACF-9397-6F18ADCFCFA7}" sibTransId="{DA48E044-4C9C-4E7E-BEF2-6D9AE1A0D2DF}"/>
    <dgm:cxn modelId="{59EC55FB-5520-4701-8ED8-DF52E6A822BF}" type="presParOf" srcId="{37D5B640-8406-4A6A-A89C-5DA5E92180DA}" destId="{B25A98D9-2FAC-4381-8EEA-2442A64753B3}" srcOrd="0" destOrd="0" presId="urn:microsoft.com/office/officeart/2005/8/layout/vList2"/>
    <dgm:cxn modelId="{947FDA43-0981-4129-9676-DF5D2EC24371}" type="presParOf" srcId="{37D5B640-8406-4A6A-A89C-5DA5E92180DA}" destId="{7C999537-59EF-453E-B411-8BA18428AEB5}" srcOrd="1" destOrd="0" presId="urn:microsoft.com/office/officeart/2005/8/layout/vList2"/>
    <dgm:cxn modelId="{0EAFF660-F8D3-42D0-8C2F-1A1DB7B5C645}" type="presParOf" srcId="{37D5B640-8406-4A6A-A89C-5DA5E92180DA}" destId="{5E46693B-F791-4BBF-BB27-8FAC2CBC116D}" srcOrd="2" destOrd="0" presId="urn:microsoft.com/office/officeart/2005/8/layout/vList2"/>
    <dgm:cxn modelId="{E1B5558C-614F-445E-872E-D4CD5C7F1DC1}" type="presParOf" srcId="{37D5B640-8406-4A6A-A89C-5DA5E92180DA}" destId="{3D79F141-6082-4F9F-B60A-52CFEE7DA3D1}"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5A98D9-2FAC-4381-8EEA-2442A64753B3}">
      <dsp:nvSpPr>
        <dsp:cNvPr id="0" name=""/>
        <dsp:cNvSpPr/>
      </dsp:nvSpPr>
      <dsp:spPr>
        <a:xfrm>
          <a:off x="0" y="5399"/>
          <a:ext cx="8305800" cy="1029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rtl="0">
            <a:lnSpc>
              <a:spcPct val="90000"/>
            </a:lnSpc>
            <a:spcBef>
              <a:spcPct val="0"/>
            </a:spcBef>
            <a:spcAft>
              <a:spcPct val="35000"/>
            </a:spcAft>
            <a:buNone/>
          </a:pPr>
          <a:r>
            <a:rPr lang="en-US" sz="4400" kern="1200" dirty="0"/>
            <a:t>Domains</a:t>
          </a:r>
        </a:p>
      </dsp:txBody>
      <dsp:txXfrm>
        <a:off x="50261" y="55660"/>
        <a:ext cx="8205278" cy="929078"/>
      </dsp:txXfrm>
    </dsp:sp>
    <dsp:sp modelId="{7C999537-59EF-453E-B411-8BA18428AEB5}">
      <dsp:nvSpPr>
        <dsp:cNvPr id="0" name=""/>
        <dsp:cNvSpPr/>
      </dsp:nvSpPr>
      <dsp:spPr>
        <a:xfrm>
          <a:off x="0" y="1035000"/>
          <a:ext cx="8305800" cy="2049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3709" tIns="55880" rIns="312928" bIns="55880" numCol="1" spcCol="1270" anchor="t" anchorCtr="0">
          <a:noAutofit/>
        </a:bodyPr>
        <a:lstStyle/>
        <a:p>
          <a:pPr marL="285750" lvl="1" indent="-285750" algn="l" defTabSz="1511300" rtl="0">
            <a:lnSpc>
              <a:spcPct val="90000"/>
            </a:lnSpc>
            <a:spcBef>
              <a:spcPct val="0"/>
            </a:spcBef>
            <a:spcAft>
              <a:spcPct val="20000"/>
            </a:spcAft>
            <a:buChar char="•"/>
          </a:pPr>
          <a:r>
            <a:rPr lang="en-US" sz="3400" kern="1200" dirty="0"/>
            <a:t>Boolean: coin is either heads or tails (true or false) </a:t>
          </a:r>
        </a:p>
        <a:p>
          <a:pPr marL="285750" lvl="1" indent="-285750" algn="l" defTabSz="1511300" rtl="0">
            <a:lnSpc>
              <a:spcPct val="90000"/>
            </a:lnSpc>
            <a:spcBef>
              <a:spcPct val="0"/>
            </a:spcBef>
            <a:spcAft>
              <a:spcPct val="20000"/>
            </a:spcAft>
            <a:buChar char="•"/>
          </a:pPr>
          <a:r>
            <a:rPr lang="en-US" sz="3400" kern="1200" dirty="0"/>
            <a:t>Discrete:  a die can have values </a:t>
          </a:r>
          <a14:m xmlns:a14="http://schemas.microsoft.com/office/drawing/2010/main">
            <m:oMath xmlns:m="http://schemas.openxmlformats.org/officeDocument/2006/math">
              <m:d>
                <m:dPr>
                  <m:begChr m:val="{"/>
                  <m:endChr m:val="}"/>
                  <m:ctrlPr>
                    <a:rPr lang="en-US" sz="3400" b="0" i="1" kern="1200">
                      <a:latin typeface="Cambria Math" panose="02040503050406030204" pitchFamily="18" charset="0"/>
                    </a:rPr>
                  </m:ctrlPr>
                </m:dPr>
                <m:e>
                  <m:r>
                    <a:rPr lang="en-US" sz="3400" b="0" i="1" kern="1200">
                      <a:latin typeface="Cambria Math" panose="02040503050406030204" pitchFamily="18" charset="0"/>
                    </a:rPr>
                    <m:t>1,…,6</m:t>
                  </m:r>
                </m:e>
              </m:d>
            </m:oMath>
          </a14:m>
          <a:endParaRPr lang="en-US" sz="3400" kern="1200" dirty="0"/>
        </a:p>
      </dsp:txBody>
      <dsp:txXfrm>
        <a:off x="0" y="1035000"/>
        <a:ext cx="8305800" cy="2049300"/>
      </dsp:txXfrm>
    </dsp:sp>
    <dsp:sp modelId="{5E46693B-F791-4BBF-BB27-8FAC2CBC116D}">
      <dsp:nvSpPr>
        <dsp:cNvPr id="0" name=""/>
        <dsp:cNvSpPr/>
      </dsp:nvSpPr>
      <dsp:spPr>
        <a:xfrm>
          <a:off x="0" y="3084300"/>
          <a:ext cx="8305800" cy="1029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rtl="0">
            <a:lnSpc>
              <a:spcPct val="90000"/>
            </a:lnSpc>
            <a:spcBef>
              <a:spcPct val="0"/>
            </a:spcBef>
            <a:spcAft>
              <a:spcPct val="35000"/>
            </a:spcAft>
            <a:buNone/>
          </a:pPr>
          <a:r>
            <a:rPr lang="en-US" sz="4400" kern="1200" dirty="0"/>
            <a:t>Events: subsets of domains</a:t>
          </a:r>
        </a:p>
      </dsp:txBody>
      <dsp:txXfrm>
        <a:off x="50261" y="3134561"/>
        <a:ext cx="8205278" cy="929078"/>
      </dsp:txXfrm>
    </dsp:sp>
    <dsp:sp modelId="{3D79F141-6082-4F9F-B60A-52CFEE7DA3D1}">
      <dsp:nvSpPr>
        <dsp:cNvPr id="0" name=""/>
        <dsp:cNvSpPr/>
      </dsp:nvSpPr>
      <dsp:spPr>
        <a:xfrm>
          <a:off x="0" y="4113900"/>
          <a:ext cx="8305800" cy="1138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3709" tIns="55880" rIns="312928" bIns="55880" numCol="1" spcCol="1270" anchor="t" anchorCtr="0">
          <a:noAutofit/>
        </a:bodyPr>
        <a:lstStyle/>
        <a:p>
          <a:pPr marL="285750" lvl="1" indent="-285750" algn="l" defTabSz="1511300" rtl="0">
            <a:lnSpc>
              <a:spcPct val="90000"/>
            </a:lnSpc>
            <a:spcBef>
              <a:spcPct val="0"/>
            </a:spcBef>
            <a:spcAft>
              <a:spcPct val="20000"/>
            </a:spcAft>
            <a:buChar char="•"/>
          </a:pPr>
          <a14:m xmlns:a14="http://schemas.microsoft.com/office/drawing/2010/main">
            <m:oMath xmlns:m="http://schemas.openxmlformats.org/officeDocument/2006/math">
              <m:r>
                <a:rPr lang="en-US" sz="3400" i="1" kern="1200" smtClean="0">
                  <a:latin typeface="Cambria Math" panose="02040503050406030204" pitchFamily="18" charset="0"/>
                </a:rPr>
                <m:t>𝐻𝑒𝑎𝑑𝑠</m:t>
              </m:r>
              <m:r>
                <a:rPr lang="en-US" sz="3400" i="1" kern="1200" smtClean="0">
                  <a:latin typeface="Cambria Math" panose="02040503050406030204" pitchFamily="18" charset="0"/>
                </a:rPr>
                <m:t>(</m:t>
              </m:r>
              <m:r>
                <a:rPr lang="en-US" sz="3400" i="1" kern="1200" smtClean="0">
                  <a:latin typeface="Cambria Math" panose="02040503050406030204" pitchFamily="18" charset="0"/>
                </a:rPr>
                <m:t>𝑋</m:t>
              </m:r>
              <m:r>
                <a:rPr lang="en-US" sz="3400" i="1" kern="1200" smtClean="0">
                  <a:latin typeface="Cambria Math" panose="02040503050406030204" pitchFamily="18" charset="0"/>
                </a:rPr>
                <m:t>)</m:t>
              </m:r>
            </m:oMath>
          </a14:m>
          <a:r>
            <a:rPr lang="en-US" sz="3400" kern="1200" dirty="0"/>
            <a:t> the coin flipped to heads</a:t>
          </a:r>
        </a:p>
        <a:p>
          <a:pPr marL="285750" lvl="1" indent="-285750" algn="l" defTabSz="1511300" rtl="0">
            <a:lnSpc>
              <a:spcPct val="90000"/>
            </a:lnSpc>
            <a:spcBef>
              <a:spcPct val="0"/>
            </a:spcBef>
            <a:spcAft>
              <a:spcPct val="20000"/>
            </a:spcAft>
            <a:buChar char="•"/>
          </a:pPr>
          <a14:m xmlns:a14="http://schemas.microsoft.com/office/drawing/2010/main">
            <m:oMath xmlns:m="http://schemas.openxmlformats.org/officeDocument/2006/math">
              <m:r>
                <a:rPr lang="en-US" sz="3400" b="0" i="1" kern="1200" smtClean="0">
                  <a:latin typeface="Cambria Math" panose="02040503050406030204" pitchFamily="18" charset="0"/>
                </a:rPr>
                <m:t>𝐸𝑣𝑒𝑛</m:t>
              </m:r>
              <m:d>
                <m:dPr>
                  <m:ctrlPr>
                    <a:rPr lang="en-US" sz="3400" b="0" i="1" kern="1200" smtClean="0">
                      <a:latin typeface="Cambria Math" panose="02040503050406030204" pitchFamily="18" charset="0"/>
                    </a:rPr>
                  </m:ctrlPr>
                </m:dPr>
                <m:e>
                  <m:r>
                    <a:rPr lang="en-US" sz="3400" b="0" i="1" kern="1200" smtClean="0">
                      <a:latin typeface="Cambria Math" panose="02040503050406030204" pitchFamily="18" charset="0"/>
                    </a:rPr>
                    <m:t>𝑋</m:t>
                  </m:r>
                </m:e>
              </m:d>
            </m:oMath>
          </a14:m>
          <a:r>
            <a:rPr lang="en-US" sz="3400" kern="1200" dirty="0"/>
            <a:t> the die has value </a:t>
          </a:r>
          <a14:m xmlns:a14="http://schemas.microsoft.com/office/drawing/2010/main">
            <m:oMath xmlns:m="http://schemas.openxmlformats.org/officeDocument/2006/math">
              <m:r>
                <a:rPr lang="en-US" sz="3400" b="0" i="1" kern="1200" smtClean="0">
                  <a:latin typeface="Cambria Math" panose="02040503050406030204" pitchFamily="18" charset="0"/>
                </a:rPr>
                <m:t>∈{2,4,6}</m:t>
              </m:r>
            </m:oMath>
          </a14:m>
          <a:endParaRPr lang="en-US" sz="3400" kern="1200" dirty="0"/>
        </a:p>
      </dsp:txBody>
      <dsp:txXfrm>
        <a:off x="0" y="4113900"/>
        <a:ext cx="8305800" cy="11385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2FB812-A9EC-154A-AEED-8655930439B2}" type="datetimeFigureOut">
              <a:rPr lang="en-US" smtClean="0"/>
              <a:t>4/8/24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E2C8E0-764B-DD40-AB5B-8F1D61D4EC99}" type="slidenum">
              <a:rPr lang="en-US" smtClean="0"/>
              <a:t>‹#›</a:t>
            </a:fld>
            <a:endParaRPr lang="en-US"/>
          </a:p>
        </p:txBody>
      </p:sp>
    </p:spTree>
    <p:extLst>
      <p:ext uri="{BB962C8B-B14F-4D97-AF65-F5344CB8AC3E}">
        <p14:creationId xmlns:p14="http://schemas.microsoft.com/office/powerpoint/2010/main" val="3976339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2. Logical agent</a:t>
            </a:r>
          </a:p>
          <a:p>
            <a:r>
              <a:rPr lang="en-US" dirty="0"/>
              <a:t>2.1. cannot conclude with certainty that…, </a:t>
            </a:r>
          </a:p>
          <a:p>
            <a:r>
              <a:rPr lang="en-US" dirty="0"/>
              <a:t>2.2. weaker cos none of these conditions in the premise can be deduced with</a:t>
            </a:r>
            <a:r>
              <a:rPr lang="en-US" baseline="0" dirty="0"/>
              <a:t> certainty, so the action’s success cannot be inferred.</a:t>
            </a:r>
          </a:p>
          <a:p>
            <a:endParaRPr lang="en-US" baseline="0" dirty="0"/>
          </a:p>
          <a:p>
            <a:pPr marL="0" marR="0" indent="0" algn="l" defTabSz="914400" rtl="0" eaLnBrk="1" fontAlgn="base" latinLnBrk="0" hangingPunct="1">
              <a:lnSpc>
                <a:spcPct val="100000"/>
              </a:lnSpc>
              <a:spcBef>
                <a:spcPct val="30000"/>
              </a:spcBef>
              <a:spcAft>
                <a:spcPct val="0"/>
              </a:spcAft>
              <a:buClrTx/>
              <a:buSzTx/>
              <a:buFontTx/>
              <a:buNone/>
              <a:tabLst/>
              <a:defRPr/>
            </a:pPr>
            <a:r>
              <a:rPr lang="en-US" altLang="zh-TW" sz="1200" dirty="0">
                <a:latin typeface="Corbel" panose="020B0503020204020204" pitchFamily="34" charset="0"/>
                <a:ea typeface="新細明體" pitchFamily="-106" charset="-120"/>
                <a:cs typeface="Times"/>
              </a:rPr>
              <a:t>(</a:t>
            </a:r>
            <a:r>
              <a:rPr lang="en-US" altLang="zh-TW" sz="1200" i="1" dirty="0">
                <a:latin typeface="Corbel" panose="020B0503020204020204" pitchFamily="34" charset="0"/>
                <a:ea typeface="新細明體" pitchFamily="-106" charset="-120"/>
                <a:cs typeface="Times"/>
              </a:rPr>
              <a:t>A</a:t>
            </a:r>
            <a:r>
              <a:rPr lang="en-US" altLang="zh-TW" sz="1200" baseline="-25000" dirty="0">
                <a:latin typeface="Corbel" panose="020B0503020204020204" pitchFamily="34" charset="0"/>
                <a:ea typeface="新細明體" pitchFamily="-106" charset="-120"/>
                <a:cs typeface="Times"/>
              </a:rPr>
              <a:t>1440</a:t>
            </a:r>
            <a:r>
              <a:rPr lang="en-US" altLang="zh-TW" sz="1200" dirty="0">
                <a:latin typeface="Corbel" panose="020B0503020204020204" pitchFamily="34" charset="0"/>
                <a:ea typeface="新細明體" pitchFamily="-106" charset="-120"/>
                <a:cs typeface="Times"/>
              </a:rPr>
              <a:t> might reasonably be said to get me there on time but I'd have to stay overnight in the airport …)</a:t>
            </a:r>
          </a:p>
          <a:p>
            <a:endParaRPr lang="en-US" dirty="0"/>
          </a:p>
        </p:txBody>
      </p:sp>
      <p:sp>
        <p:nvSpPr>
          <p:cNvPr id="4" name="Slide Number Placeholder 3"/>
          <p:cNvSpPr>
            <a:spLocks noGrp="1"/>
          </p:cNvSpPr>
          <p:nvPr>
            <p:ph type="sldNum" sz="quarter" idx="10"/>
          </p:nvPr>
        </p:nvSpPr>
        <p:spPr/>
        <p:txBody>
          <a:bodyPr/>
          <a:lstStyle/>
          <a:p>
            <a:fld id="{0116FFD9-1E4F-2E4D-B089-39E6121EE965}" type="slidenum">
              <a:rPr lang="zh-TW" altLang="en-US" smtClean="0"/>
              <a:pPr/>
              <a:t>3</a:t>
            </a:fld>
            <a:endParaRPr lang="en-US" altLang="zh-TW" dirty="0"/>
          </a:p>
        </p:txBody>
      </p:sp>
    </p:spTree>
    <p:extLst>
      <p:ext uri="{BB962C8B-B14F-4D97-AF65-F5344CB8AC3E}">
        <p14:creationId xmlns:p14="http://schemas.microsoft.com/office/powerpoint/2010/main" val="12539115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None/>
            </a:pPr>
            <a:endParaRPr lang="en-US" dirty="0"/>
          </a:p>
        </p:txBody>
      </p:sp>
      <p:sp>
        <p:nvSpPr>
          <p:cNvPr id="4" name="Slide Number Placeholder 3"/>
          <p:cNvSpPr>
            <a:spLocks noGrp="1"/>
          </p:cNvSpPr>
          <p:nvPr>
            <p:ph type="sldNum" sz="quarter" idx="10"/>
          </p:nvPr>
        </p:nvSpPr>
        <p:spPr/>
        <p:txBody>
          <a:bodyPr/>
          <a:lstStyle/>
          <a:p>
            <a:fld id="{0116FFD9-1E4F-2E4D-B089-39E6121EE965}" type="slidenum">
              <a:rPr lang="zh-TW" altLang="en-US" smtClean="0"/>
              <a:pPr/>
              <a:t>4</a:t>
            </a:fld>
            <a:endParaRPr lang="en-US" altLang="zh-TW"/>
          </a:p>
        </p:txBody>
      </p:sp>
    </p:spTree>
    <p:extLst>
      <p:ext uri="{BB962C8B-B14F-4D97-AF65-F5344CB8AC3E}">
        <p14:creationId xmlns:p14="http://schemas.microsoft.com/office/powerpoint/2010/main" val="25787608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116FFD9-1E4F-2E4D-B089-39E6121EE965}" type="slidenum">
              <a:rPr lang="zh-TW" altLang="en-US" smtClean="0"/>
              <a:pPr/>
              <a:t>5</a:t>
            </a:fld>
            <a:endParaRPr lang="en-US" altLang="zh-TW"/>
          </a:p>
        </p:txBody>
      </p:sp>
    </p:spTree>
    <p:extLst>
      <p:ext uri="{BB962C8B-B14F-4D97-AF65-F5344CB8AC3E}">
        <p14:creationId xmlns:p14="http://schemas.microsoft.com/office/powerpoint/2010/main" val="28739380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116FFD9-1E4F-2E4D-B089-39E6121EE965}" type="slidenum">
              <a:rPr lang="zh-TW" altLang="en-US" smtClean="0"/>
              <a:pPr/>
              <a:t>6</a:t>
            </a:fld>
            <a:endParaRPr lang="en-US" altLang="zh-TW"/>
          </a:p>
        </p:txBody>
      </p:sp>
    </p:spTree>
    <p:extLst>
      <p:ext uri="{BB962C8B-B14F-4D97-AF65-F5344CB8AC3E}">
        <p14:creationId xmlns:p14="http://schemas.microsoft.com/office/powerpoint/2010/main" val="42863969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116FFD9-1E4F-2E4D-B089-39E6121EE965}" type="slidenum">
              <a:rPr lang="zh-TW" altLang="en-US" smtClean="0"/>
              <a:pPr/>
              <a:t>7</a:t>
            </a:fld>
            <a:endParaRPr lang="en-US" altLang="zh-TW"/>
          </a:p>
        </p:txBody>
      </p:sp>
    </p:spTree>
    <p:extLst>
      <p:ext uri="{BB962C8B-B14F-4D97-AF65-F5344CB8AC3E}">
        <p14:creationId xmlns:p14="http://schemas.microsoft.com/office/powerpoint/2010/main" val="2656343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116FFD9-1E4F-2E4D-B089-39E6121EE965}" type="slidenum">
              <a:rPr lang="zh-TW" altLang="en-US" smtClean="0"/>
              <a:pPr/>
              <a:t>8</a:t>
            </a:fld>
            <a:endParaRPr lang="en-US" altLang="zh-TW"/>
          </a:p>
        </p:txBody>
      </p:sp>
    </p:spTree>
    <p:extLst>
      <p:ext uri="{BB962C8B-B14F-4D97-AF65-F5344CB8AC3E}">
        <p14:creationId xmlns:p14="http://schemas.microsoft.com/office/powerpoint/2010/main" val="31556588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0116FFD9-1E4F-2E4D-B089-39E6121EE965}" type="slidenum">
              <a:rPr lang="zh-TW" altLang="en-US" smtClean="0"/>
              <a:pPr/>
              <a:t>9</a:t>
            </a:fld>
            <a:endParaRPr lang="en-US" altLang="zh-TW"/>
          </a:p>
        </p:txBody>
      </p:sp>
    </p:spTree>
    <p:extLst>
      <p:ext uri="{BB962C8B-B14F-4D97-AF65-F5344CB8AC3E}">
        <p14:creationId xmlns:p14="http://schemas.microsoft.com/office/powerpoint/2010/main" val="35746380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0116FFD9-1E4F-2E4D-B089-39E6121EE965}" type="slidenum">
              <a:rPr lang="zh-TW" altLang="en-US" smtClean="0"/>
              <a:pPr/>
              <a:t>10</a:t>
            </a:fld>
            <a:endParaRPr lang="en-US" altLang="zh-TW"/>
          </a:p>
        </p:txBody>
      </p:sp>
    </p:spTree>
    <p:extLst>
      <p:ext uri="{BB962C8B-B14F-4D97-AF65-F5344CB8AC3E}">
        <p14:creationId xmlns:p14="http://schemas.microsoft.com/office/powerpoint/2010/main" val="23856943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0116FFD9-1E4F-2E4D-B089-39E6121EE965}" type="slidenum">
              <a:rPr lang="zh-TW" altLang="en-US" smtClean="0"/>
              <a:pPr/>
              <a:t>11</a:t>
            </a:fld>
            <a:endParaRPr lang="en-US" altLang="zh-TW"/>
          </a:p>
        </p:txBody>
      </p:sp>
    </p:spTree>
    <p:extLst>
      <p:ext uri="{BB962C8B-B14F-4D97-AF65-F5344CB8AC3E}">
        <p14:creationId xmlns:p14="http://schemas.microsoft.com/office/powerpoint/2010/main" val="4288388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None/>
            </a:pPr>
            <a:endParaRPr lang="en-US" dirty="0"/>
          </a:p>
        </p:txBody>
      </p:sp>
      <p:sp>
        <p:nvSpPr>
          <p:cNvPr id="4" name="Slide Number Placeholder 3"/>
          <p:cNvSpPr>
            <a:spLocks noGrp="1"/>
          </p:cNvSpPr>
          <p:nvPr>
            <p:ph type="sldNum" sz="quarter" idx="10"/>
          </p:nvPr>
        </p:nvSpPr>
        <p:spPr/>
        <p:txBody>
          <a:bodyPr/>
          <a:lstStyle/>
          <a:p>
            <a:fld id="{0116FFD9-1E4F-2E4D-B089-39E6121EE965}" type="slidenum">
              <a:rPr lang="zh-TW" altLang="en-US" smtClean="0"/>
              <a:pPr/>
              <a:t>12</a:t>
            </a:fld>
            <a:endParaRPr lang="en-US" altLang="zh-TW"/>
          </a:p>
        </p:txBody>
      </p:sp>
    </p:spTree>
    <p:extLst>
      <p:ext uri="{BB962C8B-B14F-4D97-AF65-F5344CB8AC3E}">
        <p14:creationId xmlns:p14="http://schemas.microsoft.com/office/powerpoint/2010/main" val="20536038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None/>
            </a:pPr>
            <a:endParaRPr lang="en-US" dirty="0"/>
          </a:p>
        </p:txBody>
      </p:sp>
      <p:sp>
        <p:nvSpPr>
          <p:cNvPr id="4" name="Slide Number Placeholder 3"/>
          <p:cNvSpPr>
            <a:spLocks noGrp="1"/>
          </p:cNvSpPr>
          <p:nvPr>
            <p:ph type="sldNum" sz="quarter" idx="10"/>
          </p:nvPr>
        </p:nvSpPr>
        <p:spPr/>
        <p:txBody>
          <a:bodyPr/>
          <a:lstStyle/>
          <a:p>
            <a:fld id="{0116FFD9-1E4F-2E4D-B089-39E6121EE965}" type="slidenum">
              <a:rPr lang="zh-TW" altLang="en-US" smtClean="0"/>
              <a:pPr/>
              <a:t>13</a:t>
            </a:fld>
            <a:endParaRPr lang="en-US" altLang="zh-TW"/>
          </a:p>
        </p:txBody>
      </p:sp>
    </p:spTree>
    <p:extLst>
      <p:ext uri="{BB962C8B-B14F-4D97-AF65-F5344CB8AC3E}">
        <p14:creationId xmlns:p14="http://schemas.microsoft.com/office/powerpoint/2010/main" val="1876703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None/>
            </a:pPr>
            <a:endParaRPr lang="en-US" dirty="0"/>
          </a:p>
        </p:txBody>
      </p:sp>
      <p:sp>
        <p:nvSpPr>
          <p:cNvPr id="4" name="Slide Number Placeholder 3"/>
          <p:cNvSpPr>
            <a:spLocks noGrp="1"/>
          </p:cNvSpPr>
          <p:nvPr>
            <p:ph type="sldNum" sz="quarter" idx="10"/>
          </p:nvPr>
        </p:nvSpPr>
        <p:spPr/>
        <p:txBody>
          <a:bodyPr/>
          <a:lstStyle/>
          <a:p>
            <a:fld id="{0116FFD9-1E4F-2E4D-B089-39E6121EE965}" type="slidenum">
              <a:rPr lang="zh-TW" altLang="en-US" smtClean="0"/>
              <a:pPr/>
              <a:t>14</a:t>
            </a:fld>
            <a:endParaRPr lang="en-US" altLang="zh-TW"/>
          </a:p>
        </p:txBody>
      </p:sp>
    </p:spTree>
    <p:extLst>
      <p:ext uri="{BB962C8B-B14F-4D97-AF65-F5344CB8AC3E}">
        <p14:creationId xmlns:p14="http://schemas.microsoft.com/office/powerpoint/2010/main" val="40175630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116FFD9-1E4F-2E4D-B089-39E6121EE965}" type="slidenum">
              <a:rPr lang="zh-TW" altLang="en-US" smtClean="0"/>
              <a:pPr/>
              <a:t>15</a:t>
            </a:fld>
            <a:endParaRPr lang="en-US" altLang="zh-TW"/>
          </a:p>
        </p:txBody>
      </p:sp>
    </p:spTree>
    <p:extLst>
      <p:ext uri="{BB962C8B-B14F-4D97-AF65-F5344CB8AC3E}">
        <p14:creationId xmlns:p14="http://schemas.microsoft.com/office/powerpoint/2010/main" val="7284291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116FFD9-1E4F-2E4D-B089-39E6121EE965}" type="slidenum">
              <a:rPr lang="zh-TW" altLang="en-US" smtClean="0"/>
              <a:pPr/>
              <a:t>16</a:t>
            </a:fld>
            <a:endParaRPr lang="en-US" altLang="zh-TW"/>
          </a:p>
        </p:txBody>
      </p:sp>
    </p:spTree>
    <p:extLst>
      <p:ext uri="{BB962C8B-B14F-4D97-AF65-F5344CB8AC3E}">
        <p14:creationId xmlns:p14="http://schemas.microsoft.com/office/powerpoint/2010/main" val="2588647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116FFD9-1E4F-2E4D-B089-39E6121EE965}" type="slidenum">
              <a:rPr lang="zh-TW" altLang="en-US" smtClean="0"/>
              <a:pPr/>
              <a:t>17</a:t>
            </a:fld>
            <a:endParaRPr lang="en-US" altLang="zh-TW"/>
          </a:p>
        </p:txBody>
      </p:sp>
    </p:spTree>
    <p:extLst>
      <p:ext uri="{BB962C8B-B14F-4D97-AF65-F5344CB8AC3E}">
        <p14:creationId xmlns:p14="http://schemas.microsoft.com/office/powerpoint/2010/main" val="9155076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116FFD9-1E4F-2E4D-B089-39E6121EE965}" type="slidenum">
              <a:rPr lang="zh-TW" altLang="en-US" smtClean="0"/>
              <a:pPr/>
              <a:t>18</a:t>
            </a:fld>
            <a:endParaRPr lang="en-US" altLang="zh-TW"/>
          </a:p>
        </p:txBody>
      </p:sp>
    </p:spTree>
    <p:extLst>
      <p:ext uri="{BB962C8B-B14F-4D97-AF65-F5344CB8AC3E}">
        <p14:creationId xmlns:p14="http://schemas.microsoft.com/office/powerpoint/2010/main" val="24888741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116FFD9-1E4F-2E4D-B089-39E6121EE965}" type="slidenum">
              <a:rPr lang="zh-TW" altLang="en-US" smtClean="0"/>
              <a:pPr/>
              <a:t>19</a:t>
            </a:fld>
            <a:endParaRPr lang="en-US" altLang="zh-TW"/>
          </a:p>
        </p:txBody>
      </p:sp>
    </p:spTree>
    <p:extLst>
      <p:ext uri="{BB962C8B-B14F-4D97-AF65-F5344CB8AC3E}">
        <p14:creationId xmlns:p14="http://schemas.microsoft.com/office/powerpoint/2010/main" val="3199445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Conditional Independence makes it much easier to write out full joint probability distributions.</a:t>
            </a:r>
          </a:p>
        </p:txBody>
      </p:sp>
      <p:sp>
        <p:nvSpPr>
          <p:cNvPr id="4" name="Slide Number Placeholder 3"/>
          <p:cNvSpPr>
            <a:spLocks noGrp="1"/>
          </p:cNvSpPr>
          <p:nvPr>
            <p:ph type="sldNum" sz="quarter" idx="10"/>
          </p:nvPr>
        </p:nvSpPr>
        <p:spPr/>
        <p:txBody>
          <a:bodyPr/>
          <a:lstStyle/>
          <a:p>
            <a:fld id="{0116FFD9-1E4F-2E4D-B089-39E6121EE965}" type="slidenum">
              <a:rPr lang="zh-TW" altLang="en-US" smtClean="0"/>
              <a:pPr/>
              <a:t>20</a:t>
            </a:fld>
            <a:endParaRPr lang="en-US" altLang="zh-TW"/>
          </a:p>
        </p:txBody>
      </p:sp>
    </p:spTree>
    <p:extLst>
      <p:ext uri="{BB962C8B-B14F-4D97-AF65-F5344CB8AC3E}">
        <p14:creationId xmlns:p14="http://schemas.microsoft.com/office/powerpoint/2010/main" val="448940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a:t>It’s often just useful to make a simplifying assumption that effects are independent given the cause (even though they’re not). This can be used at the very least to provide lower bounds on the probability of (mostly) conditionally independent events. </a:t>
            </a:r>
          </a:p>
        </p:txBody>
      </p:sp>
      <p:sp>
        <p:nvSpPr>
          <p:cNvPr id="4" name="Slide Number Placeholder 3"/>
          <p:cNvSpPr>
            <a:spLocks noGrp="1"/>
          </p:cNvSpPr>
          <p:nvPr>
            <p:ph type="sldNum" sz="quarter" idx="10"/>
          </p:nvPr>
        </p:nvSpPr>
        <p:spPr/>
        <p:txBody>
          <a:bodyPr/>
          <a:lstStyle/>
          <a:p>
            <a:fld id="{0116FFD9-1E4F-2E4D-B089-39E6121EE965}" type="slidenum">
              <a:rPr lang="zh-TW" altLang="en-US" smtClean="0"/>
              <a:pPr/>
              <a:t>21</a:t>
            </a:fld>
            <a:endParaRPr lang="en-US" altLang="zh-TW"/>
          </a:p>
        </p:txBody>
      </p:sp>
    </p:spTree>
    <p:extLst>
      <p:ext uri="{BB962C8B-B14F-4D97-AF65-F5344CB8AC3E}">
        <p14:creationId xmlns:p14="http://schemas.microsoft.com/office/powerpoint/2010/main" val="15731200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dirty="0"/>
          </a:p>
        </p:txBody>
      </p:sp>
      <p:sp>
        <p:nvSpPr>
          <p:cNvPr id="4" name="Slide Number Placeholder 3"/>
          <p:cNvSpPr>
            <a:spLocks noGrp="1"/>
          </p:cNvSpPr>
          <p:nvPr>
            <p:ph type="sldNum" sz="quarter" idx="10"/>
          </p:nvPr>
        </p:nvSpPr>
        <p:spPr/>
        <p:txBody>
          <a:bodyPr/>
          <a:lstStyle/>
          <a:p>
            <a:fld id="{0116FFD9-1E4F-2E4D-B089-39E6121EE965}" type="slidenum">
              <a:rPr lang="zh-TW" altLang="en-US" smtClean="0"/>
              <a:pPr/>
              <a:t>22</a:t>
            </a:fld>
            <a:endParaRPr lang="en-US" altLang="zh-TW"/>
          </a:p>
        </p:txBody>
      </p:sp>
    </p:spTree>
    <p:extLst>
      <p:ext uri="{BB962C8B-B14F-4D97-AF65-F5344CB8AC3E}">
        <p14:creationId xmlns:p14="http://schemas.microsoft.com/office/powerpoint/2010/main" val="25222799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a:t>What’s the prob. that X occurs given two positive and one negative? It’s alpha times </a:t>
            </a:r>
            <a:r>
              <a:rPr lang="en-US" baseline="0" dirty="0" err="1"/>
              <a:t>Pr</a:t>
            </a:r>
            <a:r>
              <a:rPr lang="en-US" baseline="0" dirty="0"/>
              <a:t>[X]*</a:t>
            </a:r>
            <a:r>
              <a:rPr lang="en-US" baseline="0" dirty="0" err="1"/>
              <a:t>Pr</a:t>
            </a:r>
            <a:r>
              <a:rPr lang="en-US" baseline="0" dirty="0"/>
              <a:t>[T_1,T_2,T_3|X], which since T_1,T_2,T_3 are conditionally independent given X can be easily computed.</a:t>
            </a:r>
          </a:p>
        </p:txBody>
      </p:sp>
      <p:sp>
        <p:nvSpPr>
          <p:cNvPr id="4" name="Slide Number Placeholder 3"/>
          <p:cNvSpPr>
            <a:spLocks noGrp="1"/>
          </p:cNvSpPr>
          <p:nvPr>
            <p:ph type="sldNum" sz="quarter" idx="10"/>
          </p:nvPr>
        </p:nvSpPr>
        <p:spPr/>
        <p:txBody>
          <a:bodyPr/>
          <a:lstStyle/>
          <a:p>
            <a:fld id="{0116FFD9-1E4F-2E4D-B089-39E6121EE965}" type="slidenum">
              <a:rPr lang="zh-TW" altLang="en-US" smtClean="0"/>
              <a:pPr/>
              <a:t>23</a:t>
            </a:fld>
            <a:endParaRPr lang="en-US" altLang="zh-TW"/>
          </a:p>
        </p:txBody>
      </p:sp>
    </p:spTree>
    <p:extLst>
      <p:ext uri="{BB962C8B-B14F-4D97-AF65-F5344CB8AC3E}">
        <p14:creationId xmlns:p14="http://schemas.microsoft.com/office/powerpoint/2010/main" val="491753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None/>
            </a:pPr>
            <a:r>
              <a:rPr lang="en-US"/>
              <a:t>The entire module of CS5340</a:t>
            </a:r>
            <a:r>
              <a:rPr lang="en-US" baseline="0"/>
              <a:t> Uncertainty modeling in AI covers this topic.</a:t>
            </a:r>
            <a:endParaRPr lang="en-US"/>
          </a:p>
        </p:txBody>
      </p:sp>
      <p:sp>
        <p:nvSpPr>
          <p:cNvPr id="4" name="Slide Number Placeholder 3"/>
          <p:cNvSpPr>
            <a:spLocks noGrp="1"/>
          </p:cNvSpPr>
          <p:nvPr>
            <p:ph type="sldNum" sz="quarter" idx="10"/>
          </p:nvPr>
        </p:nvSpPr>
        <p:spPr/>
        <p:txBody>
          <a:bodyPr/>
          <a:lstStyle/>
          <a:p>
            <a:fld id="{607AC38A-57BD-3F4C-8C07-081859D9DC9A}" type="slidenum">
              <a:rPr lang="en-US" smtClean="0"/>
              <a:pPr/>
              <a:t>24</a:t>
            </a:fld>
            <a:endParaRPr lang="en-US"/>
          </a:p>
        </p:txBody>
      </p:sp>
    </p:spTree>
    <p:extLst>
      <p:ext uri="{BB962C8B-B14F-4D97-AF65-F5344CB8AC3E}">
        <p14:creationId xmlns:p14="http://schemas.microsoft.com/office/powerpoint/2010/main" val="24398987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2.3. Arrow</a:t>
            </a:r>
            <a:r>
              <a:rPr lang="en-US" baseline="0"/>
              <a:t> from </a:t>
            </a:r>
            <a:r>
              <a:rPr lang="en-US" baseline="0" err="1"/>
              <a:t>Parent(Xi</a:t>
            </a:r>
            <a:r>
              <a:rPr lang="en-US" baseline="0"/>
              <a:t>) to Xi</a:t>
            </a:r>
            <a:endParaRPr lang="en-US"/>
          </a:p>
        </p:txBody>
      </p:sp>
      <p:sp>
        <p:nvSpPr>
          <p:cNvPr id="4" name="Slide Number Placeholder 3"/>
          <p:cNvSpPr>
            <a:spLocks noGrp="1"/>
          </p:cNvSpPr>
          <p:nvPr>
            <p:ph type="sldNum" sz="quarter" idx="10"/>
          </p:nvPr>
        </p:nvSpPr>
        <p:spPr/>
        <p:txBody>
          <a:bodyPr/>
          <a:lstStyle/>
          <a:p>
            <a:fld id="{0116FFD9-1E4F-2E4D-B089-39E6121EE965}" type="slidenum">
              <a:rPr lang="zh-TW" altLang="en-US" smtClean="0"/>
              <a:pPr/>
              <a:t>25</a:t>
            </a:fld>
            <a:endParaRPr lang="en-US" altLang="zh-TW"/>
          </a:p>
        </p:txBody>
      </p:sp>
    </p:spTree>
    <p:extLst>
      <p:ext uri="{BB962C8B-B14F-4D97-AF65-F5344CB8AC3E}">
        <p14:creationId xmlns:p14="http://schemas.microsoft.com/office/powerpoint/2010/main" val="25789115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116FFD9-1E4F-2E4D-B089-39E6121EE965}" type="slidenum">
              <a:rPr lang="zh-TW" altLang="en-US" smtClean="0"/>
              <a:pPr/>
              <a:t>26</a:t>
            </a:fld>
            <a:endParaRPr lang="en-US" altLang="zh-TW"/>
          </a:p>
        </p:txBody>
      </p:sp>
    </p:spTree>
    <p:extLst>
      <p:ext uri="{BB962C8B-B14F-4D97-AF65-F5344CB8AC3E}">
        <p14:creationId xmlns:p14="http://schemas.microsoft.com/office/powerpoint/2010/main" val="10672820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116FFD9-1E4F-2E4D-B089-39E6121EE965}" type="slidenum">
              <a:rPr lang="zh-TW" altLang="en-US" smtClean="0"/>
              <a:pPr/>
              <a:t>27</a:t>
            </a:fld>
            <a:endParaRPr lang="en-US" altLang="zh-TW"/>
          </a:p>
        </p:txBody>
      </p:sp>
    </p:spTree>
    <p:extLst>
      <p:ext uri="{BB962C8B-B14F-4D97-AF65-F5344CB8AC3E}">
        <p14:creationId xmlns:p14="http://schemas.microsoft.com/office/powerpoint/2010/main" val="2959576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116FFD9-1E4F-2E4D-B089-39E6121EE965}" type="slidenum">
              <a:rPr lang="zh-TW" altLang="en-US" smtClean="0"/>
              <a:pPr/>
              <a:t>28</a:t>
            </a:fld>
            <a:endParaRPr lang="en-US" altLang="zh-TW"/>
          </a:p>
        </p:txBody>
      </p:sp>
    </p:spTree>
    <p:extLst>
      <p:ext uri="{BB962C8B-B14F-4D97-AF65-F5344CB8AC3E}">
        <p14:creationId xmlns:p14="http://schemas.microsoft.com/office/powerpoint/2010/main" val="37110164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1. Specifically, since we’re into </a:t>
            </a:r>
            <a:r>
              <a:rPr lang="en-US" err="1"/>
              <a:t>prob</a:t>
            </a:r>
            <a:r>
              <a:rPr lang="en-US"/>
              <a:t>, what’s the </a:t>
            </a:r>
            <a:r>
              <a:rPr lang="en-US" err="1"/>
              <a:t>prob</a:t>
            </a:r>
            <a:r>
              <a:rPr lang="en-US"/>
              <a:t> of a burglar?</a:t>
            </a:r>
          </a:p>
        </p:txBody>
      </p:sp>
      <p:sp>
        <p:nvSpPr>
          <p:cNvPr id="4" name="Slide Number Placeholder 3"/>
          <p:cNvSpPr>
            <a:spLocks noGrp="1"/>
          </p:cNvSpPr>
          <p:nvPr>
            <p:ph type="sldNum" sz="quarter" idx="10"/>
          </p:nvPr>
        </p:nvSpPr>
        <p:spPr/>
        <p:txBody>
          <a:bodyPr/>
          <a:lstStyle/>
          <a:p>
            <a:fld id="{0116FFD9-1E4F-2E4D-B089-39E6121EE965}" type="slidenum">
              <a:rPr lang="zh-TW" altLang="en-US" smtClean="0"/>
              <a:pPr/>
              <a:t>29</a:t>
            </a:fld>
            <a:endParaRPr lang="en-US" altLang="zh-TW"/>
          </a:p>
        </p:txBody>
      </p:sp>
    </p:spTree>
    <p:extLst>
      <p:ext uri="{BB962C8B-B14F-4D97-AF65-F5344CB8AC3E}">
        <p14:creationId xmlns:p14="http://schemas.microsoft.com/office/powerpoint/2010/main" val="37397959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1. In </a:t>
            </a:r>
            <a:r>
              <a:rPr lang="en-US" err="1"/>
              <a:t>CPTs</a:t>
            </a:r>
            <a:r>
              <a:rPr lang="en-US"/>
              <a:t>, B, E, A, J, M stand for …</a:t>
            </a:r>
          </a:p>
          <a:p>
            <a:r>
              <a:rPr lang="en-US"/>
              <a:t>2. Assumptions (no links):</a:t>
            </a:r>
            <a:r>
              <a:rPr lang="en-US" baseline="0"/>
              <a:t> (1) John and Mary do not perceive burglaries directly, (2) they do not notice minor earthquakes, (3) they do not </a:t>
            </a:r>
            <a:r>
              <a:rPr lang="en-US" baseline="0" err="1"/>
              <a:t>comm</a:t>
            </a:r>
            <a:r>
              <a:rPr lang="en-US" baseline="0"/>
              <a:t> before calling.</a:t>
            </a:r>
          </a:p>
          <a:p>
            <a:r>
              <a:rPr lang="en-US" baseline="0"/>
              <a:t>3.  Should the numbers sum to 1? Is something missing?</a:t>
            </a:r>
            <a:endParaRPr lang="en-US"/>
          </a:p>
        </p:txBody>
      </p:sp>
      <p:sp>
        <p:nvSpPr>
          <p:cNvPr id="4" name="Slide Number Placeholder 3"/>
          <p:cNvSpPr>
            <a:spLocks noGrp="1"/>
          </p:cNvSpPr>
          <p:nvPr>
            <p:ph type="sldNum" sz="quarter" idx="10"/>
          </p:nvPr>
        </p:nvSpPr>
        <p:spPr/>
        <p:txBody>
          <a:bodyPr/>
          <a:lstStyle/>
          <a:p>
            <a:fld id="{0116FFD9-1E4F-2E4D-B089-39E6121EE965}" type="slidenum">
              <a:rPr lang="zh-TW" altLang="en-US" smtClean="0"/>
              <a:pPr/>
              <a:t>30</a:t>
            </a:fld>
            <a:endParaRPr lang="en-US" altLang="zh-TW"/>
          </a:p>
        </p:txBody>
      </p:sp>
    </p:spTree>
    <p:extLst>
      <p:ext uri="{BB962C8B-B14F-4D97-AF65-F5344CB8AC3E}">
        <p14:creationId xmlns:p14="http://schemas.microsoft.com/office/powerpoint/2010/main" val="5740820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3. Assuming </a:t>
            </a:r>
            <a:r>
              <a:rPr lang="en-US" err="1"/>
              <a:t>n</a:t>
            </a:r>
            <a:r>
              <a:rPr lang="en-US"/>
              <a:t> Boolean variables,</a:t>
            </a:r>
            <a:r>
              <a:rPr lang="en-US" baseline="0"/>
              <a:t> this property of compactness allows BN to represent very large domains.</a:t>
            </a:r>
            <a:endParaRPr lang="en-US"/>
          </a:p>
        </p:txBody>
      </p:sp>
      <p:sp>
        <p:nvSpPr>
          <p:cNvPr id="4" name="Slide Number Placeholder 3"/>
          <p:cNvSpPr>
            <a:spLocks noGrp="1"/>
          </p:cNvSpPr>
          <p:nvPr>
            <p:ph type="sldNum" sz="quarter" idx="10"/>
          </p:nvPr>
        </p:nvSpPr>
        <p:spPr/>
        <p:txBody>
          <a:bodyPr/>
          <a:lstStyle/>
          <a:p>
            <a:fld id="{0116FFD9-1E4F-2E4D-B089-39E6121EE965}" type="slidenum">
              <a:rPr lang="zh-TW" altLang="en-US" smtClean="0"/>
              <a:pPr/>
              <a:t>31</a:t>
            </a:fld>
            <a:endParaRPr lang="en-US" altLang="zh-TW"/>
          </a:p>
        </p:txBody>
      </p:sp>
    </p:spTree>
    <p:extLst>
      <p:ext uri="{BB962C8B-B14F-4D97-AF65-F5344CB8AC3E}">
        <p14:creationId xmlns:p14="http://schemas.microsoft.com/office/powerpoint/2010/main" val="12631255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None/>
            </a:pPr>
            <a:r>
              <a:rPr lang="en-US"/>
              <a:t>0(a) BN is a compact representation of the full joint </a:t>
            </a:r>
            <a:r>
              <a:rPr lang="en-US" err="1"/>
              <a:t>prob</a:t>
            </a:r>
            <a:r>
              <a:rPr lang="en-US"/>
              <a:t> distribution. </a:t>
            </a:r>
          </a:p>
          <a:p>
            <a:pPr marL="228600" indent="-228600">
              <a:buNone/>
            </a:pPr>
            <a:r>
              <a:rPr lang="en-US"/>
              <a:t>0(b) Recall that full joint dist can be used to answer any query about the domain. So, BN too</a:t>
            </a:r>
            <a:r>
              <a:rPr lang="en-US" baseline="0"/>
              <a:t> can be used to answer any query, by summing the relevant joint entries.</a:t>
            </a:r>
            <a:endParaRPr lang="en-US"/>
          </a:p>
          <a:p>
            <a:pPr marL="228600" indent="-228600">
              <a:buNone/>
            </a:pPr>
            <a:r>
              <a:rPr lang="en-US"/>
              <a:t>0(c) Full joint </a:t>
            </a:r>
            <a:r>
              <a:rPr lang="en-US" err="1"/>
              <a:t>prob</a:t>
            </a:r>
            <a:r>
              <a:rPr lang="en-US"/>
              <a:t> dist is factored into a product of local conditional</a:t>
            </a:r>
            <a:r>
              <a:rPr lang="en-US" baseline="0"/>
              <a:t> </a:t>
            </a:r>
            <a:r>
              <a:rPr lang="en-US" baseline="0" err="1"/>
              <a:t>prob</a:t>
            </a:r>
            <a:r>
              <a:rPr lang="en-US" baseline="0"/>
              <a:t> dist.</a:t>
            </a:r>
          </a:p>
          <a:p>
            <a:pPr marL="228600" indent="-228600">
              <a:buNone/>
            </a:pPr>
            <a:r>
              <a:rPr lang="en-US" baseline="0"/>
              <a:t>Example: alarm has sounded, John and Mary call, no burglary, no earthquake</a:t>
            </a:r>
            <a:endParaRPr lang="en-US"/>
          </a:p>
        </p:txBody>
      </p:sp>
      <p:sp>
        <p:nvSpPr>
          <p:cNvPr id="4" name="Slide Number Placeholder 3"/>
          <p:cNvSpPr>
            <a:spLocks noGrp="1"/>
          </p:cNvSpPr>
          <p:nvPr>
            <p:ph type="sldNum" sz="quarter" idx="10"/>
          </p:nvPr>
        </p:nvSpPr>
        <p:spPr/>
        <p:txBody>
          <a:bodyPr/>
          <a:lstStyle/>
          <a:p>
            <a:fld id="{0116FFD9-1E4F-2E4D-B089-39E6121EE965}" type="slidenum">
              <a:rPr lang="zh-TW" altLang="en-US" smtClean="0"/>
              <a:pPr/>
              <a:t>32</a:t>
            </a:fld>
            <a:endParaRPr lang="en-US" altLang="zh-TW"/>
          </a:p>
        </p:txBody>
      </p:sp>
    </p:spTree>
    <p:extLst>
      <p:ext uri="{BB962C8B-B14F-4D97-AF65-F5344CB8AC3E}">
        <p14:creationId xmlns:p14="http://schemas.microsoft.com/office/powerpoint/2010/main" val="26850143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AutoNum type="arabicPeriod"/>
            </a:pPr>
            <a:endParaRPr lang="en-US" baseline="0" dirty="0"/>
          </a:p>
        </p:txBody>
      </p:sp>
      <p:sp>
        <p:nvSpPr>
          <p:cNvPr id="4" name="Slide Number Placeholder 3"/>
          <p:cNvSpPr>
            <a:spLocks noGrp="1"/>
          </p:cNvSpPr>
          <p:nvPr>
            <p:ph type="sldNum" sz="quarter" idx="10"/>
          </p:nvPr>
        </p:nvSpPr>
        <p:spPr/>
        <p:txBody>
          <a:bodyPr/>
          <a:lstStyle/>
          <a:p>
            <a:fld id="{0116FFD9-1E4F-2E4D-B089-39E6121EE965}" type="slidenum">
              <a:rPr lang="zh-TW" altLang="en-US" smtClean="0"/>
              <a:pPr/>
              <a:t>33</a:t>
            </a:fld>
            <a:endParaRPr lang="en-US" altLang="zh-TW"/>
          </a:p>
        </p:txBody>
      </p:sp>
    </p:spTree>
    <p:extLst>
      <p:ext uri="{BB962C8B-B14F-4D97-AF65-F5344CB8AC3E}">
        <p14:creationId xmlns:p14="http://schemas.microsoft.com/office/powerpoint/2010/main" val="40179978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AutoNum type="arabicPeriod"/>
            </a:pPr>
            <a:endParaRPr lang="en-US" baseline="0" dirty="0"/>
          </a:p>
        </p:txBody>
      </p:sp>
      <p:sp>
        <p:nvSpPr>
          <p:cNvPr id="4" name="Slide Number Placeholder 3"/>
          <p:cNvSpPr>
            <a:spLocks noGrp="1"/>
          </p:cNvSpPr>
          <p:nvPr>
            <p:ph type="sldNum" sz="quarter" idx="10"/>
          </p:nvPr>
        </p:nvSpPr>
        <p:spPr/>
        <p:txBody>
          <a:bodyPr/>
          <a:lstStyle/>
          <a:p>
            <a:fld id="{0116FFD9-1E4F-2E4D-B089-39E6121EE965}" type="slidenum">
              <a:rPr lang="zh-TW" altLang="en-US" smtClean="0"/>
              <a:pPr/>
              <a:t>34</a:t>
            </a:fld>
            <a:endParaRPr lang="en-US" altLang="zh-TW"/>
          </a:p>
        </p:txBody>
      </p:sp>
    </p:spTree>
    <p:extLst>
      <p:ext uri="{BB962C8B-B14F-4D97-AF65-F5344CB8AC3E}">
        <p14:creationId xmlns:p14="http://schemas.microsoft.com/office/powerpoint/2010/main" val="14116838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200" i="0" kern="1200" baseline="0" dirty="0">
              <a:solidFill>
                <a:schemeClr val="tx1"/>
              </a:solidFill>
              <a:ea typeface="Arial" pitchFamily="-106" charset="0"/>
            </a:endParaRPr>
          </a:p>
        </p:txBody>
      </p:sp>
      <p:sp>
        <p:nvSpPr>
          <p:cNvPr id="4" name="Slide Number Placeholder 3"/>
          <p:cNvSpPr>
            <a:spLocks noGrp="1"/>
          </p:cNvSpPr>
          <p:nvPr>
            <p:ph type="sldNum" sz="quarter" idx="10"/>
          </p:nvPr>
        </p:nvSpPr>
        <p:spPr/>
        <p:txBody>
          <a:bodyPr/>
          <a:lstStyle/>
          <a:p>
            <a:fld id="{0116FFD9-1E4F-2E4D-B089-39E6121EE965}" type="slidenum">
              <a:rPr lang="zh-TW" altLang="en-US" smtClean="0"/>
              <a:pPr/>
              <a:t>35</a:t>
            </a:fld>
            <a:endParaRPr lang="en-US" altLang="zh-TW"/>
          </a:p>
        </p:txBody>
      </p:sp>
    </p:spTree>
    <p:extLst>
      <p:ext uri="{BB962C8B-B14F-4D97-AF65-F5344CB8AC3E}">
        <p14:creationId xmlns:p14="http://schemas.microsoft.com/office/powerpoint/2010/main" val="20181327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dirty="0"/>
          </a:p>
        </p:txBody>
      </p:sp>
      <p:sp>
        <p:nvSpPr>
          <p:cNvPr id="4" name="Slide Number Placeholder 3"/>
          <p:cNvSpPr>
            <a:spLocks noGrp="1"/>
          </p:cNvSpPr>
          <p:nvPr>
            <p:ph type="sldNum" sz="quarter" idx="10"/>
          </p:nvPr>
        </p:nvSpPr>
        <p:spPr/>
        <p:txBody>
          <a:bodyPr/>
          <a:lstStyle/>
          <a:p>
            <a:fld id="{0116FFD9-1E4F-2E4D-B089-39E6121EE965}" type="slidenum">
              <a:rPr lang="zh-TW" altLang="en-US" smtClean="0"/>
              <a:pPr/>
              <a:t>36</a:t>
            </a:fld>
            <a:endParaRPr lang="en-US" altLang="zh-TW"/>
          </a:p>
        </p:txBody>
      </p:sp>
    </p:spTree>
    <p:extLst>
      <p:ext uri="{BB962C8B-B14F-4D97-AF65-F5344CB8AC3E}">
        <p14:creationId xmlns:p14="http://schemas.microsoft.com/office/powerpoint/2010/main" val="8459577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200" i="0" kern="1200" baseline="0" dirty="0">
              <a:solidFill>
                <a:schemeClr val="tx1"/>
              </a:solidFill>
              <a:ea typeface="Arial" pitchFamily="-106" charset="0"/>
            </a:endParaRPr>
          </a:p>
        </p:txBody>
      </p:sp>
      <p:sp>
        <p:nvSpPr>
          <p:cNvPr id="4" name="Slide Number Placeholder 3"/>
          <p:cNvSpPr>
            <a:spLocks noGrp="1"/>
          </p:cNvSpPr>
          <p:nvPr>
            <p:ph type="sldNum" sz="quarter" idx="10"/>
          </p:nvPr>
        </p:nvSpPr>
        <p:spPr/>
        <p:txBody>
          <a:bodyPr/>
          <a:lstStyle/>
          <a:p>
            <a:fld id="{0116FFD9-1E4F-2E4D-B089-39E6121EE965}" type="slidenum">
              <a:rPr lang="zh-TW" altLang="en-US" smtClean="0"/>
              <a:pPr/>
              <a:t>37</a:t>
            </a:fld>
            <a:endParaRPr lang="en-US" altLang="zh-TW"/>
          </a:p>
        </p:txBody>
      </p:sp>
    </p:spTree>
    <p:extLst>
      <p:ext uri="{BB962C8B-B14F-4D97-AF65-F5344CB8AC3E}">
        <p14:creationId xmlns:p14="http://schemas.microsoft.com/office/powerpoint/2010/main" val="311576739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1(a) Previously, we chose the ordering B, E, A, J, M.</a:t>
            </a:r>
          </a:p>
          <a:p>
            <a:r>
              <a:rPr lang="en-US" dirty="0"/>
              <a:t>1(b) Let’s see if we get</a:t>
            </a:r>
            <a:r>
              <a:rPr lang="en-US" baseline="0" dirty="0"/>
              <a:t> back the same BN. </a:t>
            </a:r>
          </a:p>
          <a:p>
            <a:pPr marL="228600" indent="-228600">
              <a:buNone/>
            </a:pPr>
            <a:r>
              <a:rPr lang="en-US" baseline="0" dirty="0"/>
              <a:t>1(c) Adding </a:t>
            </a:r>
            <a:r>
              <a:rPr lang="en-US" baseline="0" dirty="0" err="1"/>
              <a:t>MaryCalls</a:t>
            </a:r>
            <a:r>
              <a:rPr lang="en-US" baseline="0" dirty="0"/>
              <a:t>: No parents</a:t>
            </a:r>
          </a:p>
          <a:p>
            <a:pPr marL="228600" indent="-228600">
              <a:buNone/>
            </a:pPr>
            <a:r>
              <a:rPr lang="en-US" baseline="0" dirty="0"/>
              <a:t>1(d) Adding </a:t>
            </a:r>
            <a:r>
              <a:rPr lang="en-US" baseline="0" dirty="0" err="1"/>
              <a:t>JohnCalls</a:t>
            </a:r>
            <a:r>
              <a:rPr lang="en-US" baseline="0" dirty="0"/>
              <a:t>: </a:t>
            </a:r>
            <a:r>
              <a:rPr lang="en-US" sz="1200" kern="1200" baseline="0" dirty="0">
                <a:solidFill>
                  <a:schemeClr val="tx1"/>
                </a:solidFill>
                <a:ea typeface="Arial" pitchFamily="-106" charset="0"/>
              </a:rPr>
              <a:t>If Mary calls, that probably means the alarm has gone off, which of course would make it more likely that John calls. </a:t>
            </a:r>
            <a:r>
              <a:rPr lang="en-US" sz="1200" i="0" kern="1200" baseline="0" dirty="0">
                <a:solidFill>
                  <a:schemeClr val="tx1"/>
                </a:solidFill>
                <a:ea typeface="Arial" pitchFamily="-106" charset="0"/>
              </a:rPr>
              <a:t>Therefore, </a:t>
            </a:r>
            <a:r>
              <a:rPr lang="en-US" sz="1200" i="0" kern="1200" baseline="0" dirty="0" err="1">
                <a:solidFill>
                  <a:schemeClr val="tx1"/>
                </a:solidFill>
                <a:ea typeface="Arial" pitchFamily="-106" charset="0"/>
              </a:rPr>
              <a:t>JohnCalls</a:t>
            </a:r>
            <a:r>
              <a:rPr lang="en-US" sz="1200" i="0" kern="1200" baseline="0" dirty="0">
                <a:solidFill>
                  <a:schemeClr val="tx1"/>
                </a:solidFill>
                <a:ea typeface="Arial" pitchFamily="-106" charset="0"/>
              </a:rPr>
              <a:t> needs </a:t>
            </a:r>
            <a:r>
              <a:rPr lang="en-US" sz="1200" i="0" kern="1200" baseline="0" dirty="0" err="1">
                <a:solidFill>
                  <a:schemeClr val="tx1"/>
                </a:solidFill>
                <a:ea typeface="Arial" pitchFamily="-106" charset="0"/>
              </a:rPr>
              <a:t>MaryCalls</a:t>
            </a:r>
            <a:r>
              <a:rPr lang="en-US" sz="1200" i="0" kern="1200" baseline="0" dirty="0">
                <a:solidFill>
                  <a:schemeClr val="tx1"/>
                </a:solidFill>
                <a:ea typeface="Arial" pitchFamily="-106" charset="0"/>
              </a:rPr>
              <a:t> as a parent. </a:t>
            </a:r>
          </a:p>
        </p:txBody>
      </p:sp>
      <p:sp>
        <p:nvSpPr>
          <p:cNvPr id="4" name="Slide Number Placeholder 3"/>
          <p:cNvSpPr>
            <a:spLocks noGrp="1"/>
          </p:cNvSpPr>
          <p:nvPr>
            <p:ph type="sldNum" sz="quarter" idx="10"/>
          </p:nvPr>
        </p:nvSpPr>
        <p:spPr/>
        <p:txBody>
          <a:bodyPr/>
          <a:lstStyle/>
          <a:p>
            <a:fld id="{0116FFD9-1E4F-2E4D-B089-39E6121EE965}" type="slidenum">
              <a:rPr lang="zh-TW" altLang="en-US" smtClean="0"/>
              <a:pPr/>
              <a:t>38</a:t>
            </a:fld>
            <a:endParaRPr lang="en-US" altLang="zh-TW"/>
          </a:p>
        </p:txBody>
      </p:sp>
    </p:spTree>
    <p:extLst>
      <p:ext uri="{BB962C8B-B14F-4D97-AF65-F5344CB8AC3E}">
        <p14:creationId xmlns:p14="http://schemas.microsoft.com/office/powerpoint/2010/main" val="9912863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0. In fact, the topology tells us more about the CI properties.</a:t>
            </a:r>
          </a:p>
          <a:p>
            <a:pPr marL="228600" indent="-228600">
              <a:buAutoNum type="arabicPeriod"/>
            </a:pPr>
            <a:r>
              <a:rPr lang="en-US" dirty="0"/>
              <a:t>non-descendants: siblings, grandparents, ancestors</a:t>
            </a:r>
            <a:r>
              <a:rPr lang="en-US" baseline="0" dirty="0"/>
              <a:t> not including parents, </a:t>
            </a:r>
            <a:r>
              <a:rPr lang="en-US" baseline="0" dirty="0" err="1"/>
              <a:t>JohnCalls</a:t>
            </a:r>
            <a:r>
              <a:rPr lang="en-US" baseline="0" dirty="0"/>
              <a:t> is </a:t>
            </a:r>
            <a:r>
              <a:rPr lang="en-US" baseline="0" dirty="0" err="1"/>
              <a:t>cond</a:t>
            </a:r>
            <a:r>
              <a:rPr lang="en-US" baseline="0" dirty="0"/>
              <a:t> </a:t>
            </a:r>
            <a:r>
              <a:rPr lang="en-US" baseline="0" dirty="0" err="1"/>
              <a:t>indep</a:t>
            </a:r>
            <a:r>
              <a:rPr lang="en-US" baseline="0" dirty="0"/>
              <a:t> of Burglary, Earthquake, </a:t>
            </a:r>
            <a:r>
              <a:rPr lang="en-US" baseline="0" dirty="0" err="1"/>
              <a:t>MaryCalls</a:t>
            </a:r>
            <a:r>
              <a:rPr lang="en-US" baseline="0" dirty="0"/>
              <a:t> given Alarm.</a:t>
            </a:r>
          </a:p>
          <a:p>
            <a:pPr marL="228600" indent="-228600">
              <a:buAutoNum type="arabicPeriod"/>
            </a:pPr>
            <a:r>
              <a:rPr lang="en-US" baseline="0" dirty="0"/>
              <a:t>Burglary is </a:t>
            </a:r>
            <a:r>
              <a:rPr lang="en-US" baseline="0" dirty="0" err="1"/>
              <a:t>cond</a:t>
            </a:r>
            <a:r>
              <a:rPr lang="en-US" baseline="0" dirty="0"/>
              <a:t> </a:t>
            </a:r>
            <a:r>
              <a:rPr lang="en-US" baseline="0" dirty="0" err="1"/>
              <a:t>indep</a:t>
            </a:r>
            <a:r>
              <a:rPr lang="en-US" baseline="0" dirty="0"/>
              <a:t> of </a:t>
            </a:r>
            <a:r>
              <a:rPr lang="en-US" baseline="0" dirty="0" err="1"/>
              <a:t>JohnCalls</a:t>
            </a:r>
            <a:r>
              <a:rPr lang="en-US" baseline="0" dirty="0"/>
              <a:t> and </a:t>
            </a:r>
            <a:r>
              <a:rPr lang="en-US" baseline="0" dirty="0" err="1"/>
              <a:t>MaryCalls</a:t>
            </a:r>
            <a:r>
              <a:rPr lang="en-US" baseline="0" dirty="0"/>
              <a:t> given Alarm and Earthquake (Markov blanket of Burglary).</a:t>
            </a:r>
            <a:endParaRPr lang="en-US" dirty="0"/>
          </a:p>
        </p:txBody>
      </p:sp>
      <p:sp>
        <p:nvSpPr>
          <p:cNvPr id="4" name="Slide Number Placeholder 3"/>
          <p:cNvSpPr>
            <a:spLocks noGrp="1"/>
          </p:cNvSpPr>
          <p:nvPr>
            <p:ph type="sldNum" sz="quarter" idx="10"/>
          </p:nvPr>
        </p:nvSpPr>
        <p:spPr/>
        <p:txBody>
          <a:bodyPr/>
          <a:lstStyle/>
          <a:p>
            <a:fld id="{0116FFD9-1E4F-2E4D-B089-39E6121EE965}" type="slidenum">
              <a:rPr lang="zh-TW" altLang="en-US" smtClean="0"/>
              <a:pPr/>
              <a:t>39</a:t>
            </a:fld>
            <a:endParaRPr lang="en-US" altLang="zh-TW"/>
          </a:p>
        </p:txBody>
      </p:sp>
    </p:spTree>
    <p:extLst>
      <p:ext uri="{BB962C8B-B14F-4D97-AF65-F5344CB8AC3E}">
        <p14:creationId xmlns:p14="http://schemas.microsoft.com/office/powerpoint/2010/main" val="11085524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AutoNum type="arabicPeriod"/>
            </a:pPr>
            <a:endParaRPr lang="en-US" sz="1000" dirty="0"/>
          </a:p>
        </p:txBody>
      </p:sp>
      <p:sp>
        <p:nvSpPr>
          <p:cNvPr id="4" name="Slide Number Placeholder 3"/>
          <p:cNvSpPr>
            <a:spLocks noGrp="1"/>
          </p:cNvSpPr>
          <p:nvPr>
            <p:ph type="sldNum" sz="quarter" idx="10"/>
          </p:nvPr>
        </p:nvSpPr>
        <p:spPr/>
        <p:txBody>
          <a:bodyPr/>
          <a:lstStyle/>
          <a:p>
            <a:fld id="{D373F1DE-0A8E-9548-BD5D-5DE114EE5AF1}" type="slidenum">
              <a:rPr lang="en-US" smtClean="0"/>
              <a:pPr/>
              <a:t>41</a:t>
            </a:fld>
            <a:endParaRPr lang="en-US"/>
          </a:p>
        </p:txBody>
      </p:sp>
    </p:spTree>
    <p:extLst>
      <p:ext uri="{BB962C8B-B14F-4D97-AF65-F5344CB8AC3E}">
        <p14:creationId xmlns:p14="http://schemas.microsoft.com/office/powerpoint/2010/main" val="7278101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AutoNum type="arabicPeriod"/>
            </a:pPr>
            <a:endParaRPr lang="en-US" sz="1000" dirty="0"/>
          </a:p>
        </p:txBody>
      </p:sp>
      <p:sp>
        <p:nvSpPr>
          <p:cNvPr id="4" name="Slide Number Placeholder 3"/>
          <p:cNvSpPr>
            <a:spLocks noGrp="1"/>
          </p:cNvSpPr>
          <p:nvPr>
            <p:ph type="sldNum" sz="quarter" idx="10"/>
          </p:nvPr>
        </p:nvSpPr>
        <p:spPr/>
        <p:txBody>
          <a:bodyPr/>
          <a:lstStyle/>
          <a:p>
            <a:fld id="{D373F1DE-0A8E-9548-BD5D-5DE114EE5AF1}" type="slidenum">
              <a:rPr lang="en-US" smtClean="0"/>
              <a:pPr/>
              <a:t>42</a:t>
            </a:fld>
            <a:endParaRPr lang="en-US"/>
          </a:p>
        </p:txBody>
      </p:sp>
    </p:spTree>
    <p:extLst>
      <p:ext uri="{BB962C8B-B14F-4D97-AF65-F5344CB8AC3E}">
        <p14:creationId xmlns:p14="http://schemas.microsoft.com/office/powerpoint/2010/main" val="21178924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AutoNum type="arabicPeriod"/>
            </a:pPr>
            <a:endParaRPr lang="en-US" sz="1000" dirty="0"/>
          </a:p>
        </p:txBody>
      </p:sp>
      <p:sp>
        <p:nvSpPr>
          <p:cNvPr id="4" name="Slide Number Placeholder 3"/>
          <p:cNvSpPr>
            <a:spLocks noGrp="1"/>
          </p:cNvSpPr>
          <p:nvPr>
            <p:ph type="sldNum" sz="quarter" idx="10"/>
          </p:nvPr>
        </p:nvSpPr>
        <p:spPr/>
        <p:txBody>
          <a:bodyPr/>
          <a:lstStyle/>
          <a:p>
            <a:fld id="{D373F1DE-0A8E-9548-BD5D-5DE114EE5AF1}" type="slidenum">
              <a:rPr lang="en-US" smtClean="0"/>
              <a:pPr/>
              <a:t>43</a:t>
            </a:fld>
            <a:endParaRPr lang="en-US"/>
          </a:p>
        </p:txBody>
      </p:sp>
    </p:spTree>
    <p:extLst>
      <p:ext uri="{BB962C8B-B14F-4D97-AF65-F5344CB8AC3E}">
        <p14:creationId xmlns:p14="http://schemas.microsoft.com/office/powerpoint/2010/main" val="2561356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AutoNum type="arabicPeriod"/>
            </a:pPr>
            <a:endParaRPr lang="en-US" sz="1000" dirty="0"/>
          </a:p>
        </p:txBody>
      </p:sp>
      <p:sp>
        <p:nvSpPr>
          <p:cNvPr id="4" name="Slide Number Placeholder 3"/>
          <p:cNvSpPr>
            <a:spLocks noGrp="1"/>
          </p:cNvSpPr>
          <p:nvPr>
            <p:ph type="sldNum" sz="quarter" idx="10"/>
          </p:nvPr>
        </p:nvSpPr>
        <p:spPr/>
        <p:txBody>
          <a:bodyPr/>
          <a:lstStyle/>
          <a:p>
            <a:fld id="{D373F1DE-0A8E-9548-BD5D-5DE114EE5AF1}" type="slidenum">
              <a:rPr lang="en-US" smtClean="0"/>
              <a:pPr/>
              <a:t>46</a:t>
            </a:fld>
            <a:endParaRPr lang="en-US"/>
          </a:p>
        </p:txBody>
      </p:sp>
    </p:spTree>
    <p:extLst>
      <p:ext uri="{BB962C8B-B14F-4D97-AF65-F5344CB8AC3E}">
        <p14:creationId xmlns:p14="http://schemas.microsoft.com/office/powerpoint/2010/main" val="385568931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AutoNum type="arabicPeriod"/>
            </a:pPr>
            <a:endParaRPr lang="en-US" sz="1000" dirty="0"/>
          </a:p>
        </p:txBody>
      </p:sp>
      <p:sp>
        <p:nvSpPr>
          <p:cNvPr id="4" name="Slide Number Placeholder 3"/>
          <p:cNvSpPr>
            <a:spLocks noGrp="1"/>
          </p:cNvSpPr>
          <p:nvPr>
            <p:ph type="sldNum" sz="quarter" idx="10"/>
          </p:nvPr>
        </p:nvSpPr>
        <p:spPr/>
        <p:txBody>
          <a:bodyPr/>
          <a:lstStyle/>
          <a:p>
            <a:fld id="{D373F1DE-0A8E-9548-BD5D-5DE114EE5AF1}" type="slidenum">
              <a:rPr lang="en-US" smtClean="0"/>
              <a:pPr/>
              <a:t>47</a:t>
            </a:fld>
            <a:endParaRPr lang="en-US"/>
          </a:p>
        </p:txBody>
      </p:sp>
    </p:spTree>
    <p:extLst>
      <p:ext uri="{BB962C8B-B14F-4D97-AF65-F5344CB8AC3E}">
        <p14:creationId xmlns:p14="http://schemas.microsoft.com/office/powerpoint/2010/main" val="176431735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AutoNum type="arabicPeriod"/>
            </a:pPr>
            <a:endParaRPr lang="en-US" sz="1000" dirty="0"/>
          </a:p>
        </p:txBody>
      </p:sp>
      <p:sp>
        <p:nvSpPr>
          <p:cNvPr id="4" name="Slide Number Placeholder 3"/>
          <p:cNvSpPr>
            <a:spLocks noGrp="1"/>
          </p:cNvSpPr>
          <p:nvPr>
            <p:ph type="sldNum" sz="quarter" idx="10"/>
          </p:nvPr>
        </p:nvSpPr>
        <p:spPr/>
        <p:txBody>
          <a:bodyPr/>
          <a:lstStyle/>
          <a:p>
            <a:fld id="{D373F1DE-0A8E-9548-BD5D-5DE114EE5AF1}" type="slidenum">
              <a:rPr lang="en-US" smtClean="0"/>
              <a:pPr/>
              <a:t>48</a:t>
            </a:fld>
            <a:endParaRPr lang="en-US"/>
          </a:p>
        </p:txBody>
      </p:sp>
    </p:spTree>
    <p:extLst>
      <p:ext uri="{BB962C8B-B14F-4D97-AF65-F5344CB8AC3E}">
        <p14:creationId xmlns:p14="http://schemas.microsoft.com/office/powerpoint/2010/main" val="194639837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AutoNum type="arabicPeriod"/>
            </a:pPr>
            <a:endParaRPr lang="en-US" sz="1000" dirty="0"/>
          </a:p>
        </p:txBody>
      </p:sp>
      <p:sp>
        <p:nvSpPr>
          <p:cNvPr id="4" name="Slide Number Placeholder 3"/>
          <p:cNvSpPr>
            <a:spLocks noGrp="1"/>
          </p:cNvSpPr>
          <p:nvPr>
            <p:ph type="sldNum" sz="quarter" idx="10"/>
          </p:nvPr>
        </p:nvSpPr>
        <p:spPr/>
        <p:txBody>
          <a:bodyPr/>
          <a:lstStyle/>
          <a:p>
            <a:fld id="{D373F1DE-0A8E-9548-BD5D-5DE114EE5AF1}" type="slidenum">
              <a:rPr lang="en-US" smtClean="0"/>
              <a:pPr/>
              <a:t>49</a:t>
            </a:fld>
            <a:endParaRPr lang="en-US"/>
          </a:p>
        </p:txBody>
      </p:sp>
    </p:spTree>
    <p:extLst>
      <p:ext uri="{BB962C8B-B14F-4D97-AF65-F5344CB8AC3E}">
        <p14:creationId xmlns:p14="http://schemas.microsoft.com/office/powerpoint/2010/main" val="270405171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AutoNum type="arabicPeriod"/>
            </a:pPr>
            <a:endParaRPr lang="en-US" sz="1000" dirty="0"/>
          </a:p>
        </p:txBody>
      </p:sp>
      <p:sp>
        <p:nvSpPr>
          <p:cNvPr id="4" name="Slide Number Placeholder 3"/>
          <p:cNvSpPr>
            <a:spLocks noGrp="1"/>
          </p:cNvSpPr>
          <p:nvPr>
            <p:ph type="sldNum" sz="quarter" idx="10"/>
          </p:nvPr>
        </p:nvSpPr>
        <p:spPr/>
        <p:txBody>
          <a:bodyPr/>
          <a:lstStyle/>
          <a:p>
            <a:fld id="{D373F1DE-0A8E-9548-BD5D-5DE114EE5AF1}" type="slidenum">
              <a:rPr lang="en-US" smtClean="0"/>
              <a:pPr/>
              <a:t>50</a:t>
            </a:fld>
            <a:endParaRPr lang="en-US"/>
          </a:p>
        </p:txBody>
      </p:sp>
    </p:spTree>
    <p:extLst>
      <p:ext uri="{BB962C8B-B14F-4D97-AF65-F5344CB8AC3E}">
        <p14:creationId xmlns:p14="http://schemas.microsoft.com/office/powerpoint/2010/main" val="119109692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AutoNum type="arabicPeriod"/>
            </a:pPr>
            <a:endParaRPr lang="en-US" sz="1000" dirty="0"/>
          </a:p>
        </p:txBody>
      </p:sp>
      <p:sp>
        <p:nvSpPr>
          <p:cNvPr id="4" name="Slide Number Placeholder 3"/>
          <p:cNvSpPr>
            <a:spLocks noGrp="1"/>
          </p:cNvSpPr>
          <p:nvPr>
            <p:ph type="sldNum" sz="quarter" idx="10"/>
          </p:nvPr>
        </p:nvSpPr>
        <p:spPr/>
        <p:txBody>
          <a:bodyPr/>
          <a:lstStyle/>
          <a:p>
            <a:fld id="{D373F1DE-0A8E-9548-BD5D-5DE114EE5AF1}" type="slidenum">
              <a:rPr lang="en-US" smtClean="0"/>
              <a:pPr/>
              <a:t>51</a:t>
            </a:fld>
            <a:endParaRPr lang="en-US"/>
          </a:p>
        </p:txBody>
      </p:sp>
    </p:spTree>
    <p:extLst>
      <p:ext uri="{BB962C8B-B14F-4D97-AF65-F5344CB8AC3E}">
        <p14:creationId xmlns:p14="http://schemas.microsoft.com/office/powerpoint/2010/main" val="16947891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AutoNum type="arabicPeriod"/>
            </a:pPr>
            <a:endParaRPr lang="en-US" sz="1000" dirty="0"/>
          </a:p>
        </p:txBody>
      </p:sp>
      <p:sp>
        <p:nvSpPr>
          <p:cNvPr id="4" name="Slide Number Placeholder 3"/>
          <p:cNvSpPr>
            <a:spLocks noGrp="1"/>
          </p:cNvSpPr>
          <p:nvPr>
            <p:ph type="sldNum" sz="quarter" idx="10"/>
          </p:nvPr>
        </p:nvSpPr>
        <p:spPr/>
        <p:txBody>
          <a:bodyPr/>
          <a:lstStyle/>
          <a:p>
            <a:fld id="{D373F1DE-0A8E-9548-BD5D-5DE114EE5AF1}" type="slidenum">
              <a:rPr lang="en-US" smtClean="0"/>
              <a:pPr/>
              <a:t>52</a:t>
            </a:fld>
            <a:endParaRPr lang="en-US"/>
          </a:p>
        </p:txBody>
      </p:sp>
    </p:spTree>
    <p:extLst>
      <p:ext uri="{BB962C8B-B14F-4D97-AF65-F5344CB8AC3E}">
        <p14:creationId xmlns:p14="http://schemas.microsoft.com/office/powerpoint/2010/main" val="132970253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AutoNum type="arabicPeriod"/>
            </a:pPr>
            <a:endParaRPr lang="en-US" sz="1000" dirty="0"/>
          </a:p>
        </p:txBody>
      </p:sp>
      <p:sp>
        <p:nvSpPr>
          <p:cNvPr id="4" name="Slide Number Placeholder 3"/>
          <p:cNvSpPr>
            <a:spLocks noGrp="1"/>
          </p:cNvSpPr>
          <p:nvPr>
            <p:ph type="sldNum" sz="quarter" idx="10"/>
          </p:nvPr>
        </p:nvSpPr>
        <p:spPr/>
        <p:txBody>
          <a:bodyPr/>
          <a:lstStyle/>
          <a:p>
            <a:fld id="{D373F1DE-0A8E-9548-BD5D-5DE114EE5AF1}" type="slidenum">
              <a:rPr lang="en-US" smtClean="0"/>
              <a:pPr/>
              <a:t>56</a:t>
            </a:fld>
            <a:endParaRPr lang="en-US"/>
          </a:p>
        </p:txBody>
      </p:sp>
    </p:spTree>
    <p:extLst>
      <p:ext uri="{BB962C8B-B14F-4D97-AF65-F5344CB8AC3E}">
        <p14:creationId xmlns:p14="http://schemas.microsoft.com/office/powerpoint/2010/main" val="396799540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AutoNum type="arabicPeriod"/>
            </a:pPr>
            <a:endParaRPr lang="en-US" sz="1000" dirty="0"/>
          </a:p>
        </p:txBody>
      </p:sp>
      <p:sp>
        <p:nvSpPr>
          <p:cNvPr id="4" name="Slide Number Placeholder 3"/>
          <p:cNvSpPr>
            <a:spLocks noGrp="1"/>
          </p:cNvSpPr>
          <p:nvPr>
            <p:ph type="sldNum" sz="quarter" idx="10"/>
          </p:nvPr>
        </p:nvSpPr>
        <p:spPr/>
        <p:txBody>
          <a:bodyPr/>
          <a:lstStyle/>
          <a:p>
            <a:fld id="{D373F1DE-0A8E-9548-BD5D-5DE114EE5AF1}" type="slidenum">
              <a:rPr lang="en-US" smtClean="0"/>
              <a:pPr/>
              <a:t>57</a:t>
            </a:fld>
            <a:endParaRPr lang="en-US"/>
          </a:p>
        </p:txBody>
      </p:sp>
    </p:spTree>
    <p:extLst>
      <p:ext uri="{BB962C8B-B14F-4D97-AF65-F5344CB8AC3E}">
        <p14:creationId xmlns:p14="http://schemas.microsoft.com/office/powerpoint/2010/main" val="173767195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AutoNum type="arabicPeriod"/>
            </a:pPr>
            <a:endParaRPr lang="en-US" sz="1000" dirty="0"/>
          </a:p>
        </p:txBody>
      </p:sp>
      <p:sp>
        <p:nvSpPr>
          <p:cNvPr id="4" name="Slide Number Placeholder 3"/>
          <p:cNvSpPr>
            <a:spLocks noGrp="1"/>
          </p:cNvSpPr>
          <p:nvPr>
            <p:ph type="sldNum" sz="quarter" idx="10"/>
          </p:nvPr>
        </p:nvSpPr>
        <p:spPr/>
        <p:txBody>
          <a:bodyPr/>
          <a:lstStyle/>
          <a:p>
            <a:fld id="{D373F1DE-0A8E-9548-BD5D-5DE114EE5AF1}" type="slidenum">
              <a:rPr lang="en-US" smtClean="0"/>
              <a:pPr/>
              <a:t>58</a:t>
            </a:fld>
            <a:endParaRPr lang="en-US"/>
          </a:p>
        </p:txBody>
      </p:sp>
    </p:spTree>
    <p:extLst>
      <p:ext uri="{BB962C8B-B14F-4D97-AF65-F5344CB8AC3E}">
        <p14:creationId xmlns:p14="http://schemas.microsoft.com/office/powerpoint/2010/main" val="192460079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AutoNum type="arabicPeriod"/>
            </a:pPr>
            <a:endParaRPr lang="en-US" sz="1000" dirty="0"/>
          </a:p>
        </p:txBody>
      </p:sp>
      <p:sp>
        <p:nvSpPr>
          <p:cNvPr id="4" name="Slide Number Placeholder 3"/>
          <p:cNvSpPr>
            <a:spLocks noGrp="1"/>
          </p:cNvSpPr>
          <p:nvPr>
            <p:ph type="sldNum" sz="quarter" idx="10"/>
          </p:nvPr>
        </p:nvSpPr>
        <p:spPr/>
        <p:txBody>
          <a:bodyPr/>
          <a:lstStyle/>
          <a:p>
            <a:fld id="{D373F1DE-0A8E-9548-BD5D-5DE114EE5AF1}" type="slidenum">
              <a:rPr lang="en-US" smtClean="0"/>
              <a:pPr/>
              <a:t>59</a:t>
            </a:fld>
            <a:endParaRPr lang="en-US"/>
          </a:p>
        </p:txBody>
      </p:sp>
    </p:spTree>
    <p:extLst>
      <p:ext uri="{BB962C8B-B14F-4D97-AF65-F5344CB8AC3E}">
        <p14:creationId xmlns:p14="http://schemas.microsoft.com/office/powerpoint/2010/main" val="167176389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AutoNum type="arabicPeriod"/>
            </a:pPr>
            <a:endParaRPr lang="en-US" sz="1000" dirty="0"/>
          </a:p>
        </p:txBody>
      </p:sp>
      <p:sp>
        <p:nvSpPr>
          <p:cNvPr id="4" name="Slide Number Placeholder 3"/>
          <p:cNvSpPr>
            <a:spLocks noGrp="1"/>
          </p:cNvSpPr>
          <p:nvPr>
            <p:ph type="sldNum" sz="quarter" idx="10"/>
          </p:nvPr>
        </p:nvSpPr>
        <p:spPr/>
        <p:txBody>
          <a:bodyPr/>
          <a:lstStyle/>
          <a:p>
            <a:fld id="{D373F1DE-0A8E-9548-BD5D-5DE114EE5AF1}" type="slidenum">
              <a:rPr lang="en-US" smtClean="0"/>
              <a:pPr/>
              <a:t>60</a:t>
            </a:fld>
            <a:endParaRPr lang="en-US"/>
          </a:p>
        </p:txBody>
      </p:sp>
    </p:spTree>
    <p:extLst>
      <p:ext uri="{BB962C8B-B14F-4D97-AF65-F5344CB8AC3E}">
        <p14:creationId xmlns:p14="http://schemas.microsoft.com/office/powerpoint/2010/main" val="175321610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AutoNum type="arabicPeriod"/>
            </a:pPr>
            <a:endParaRPr lang="en-US" sz="1000" dirty="0"/>
          </a:p>
        </p:txBody>
      </p:sp>
      <p:sp>
        <p:nvSpPr>
          <p:cNvPr id="4" name="Slide Number Placeholder 3"/>
          <p:cNvSpPr>
            <a:spLocks noGrp="1"/>
          </p:cNvSpPr>
          <p:nvPr>
            <p:ph type="sldNum" sz="quarter" idx="10"/>
          </p:nvPr>
        </p:nvSpPr>
        <p:spPr/>
        <p:txBody>
          <a:bodyPr/>
          <a:lstStyle/>
          <a:p>
            <a:fld id="{D373F1DE-0A8E-9548-BD5D-5DE114EE5AF1}" type="slidenum">
              <a:rPr lang="en-US" smtClean="0"/>
              <a:pPr/>
              <a:t>61</a:t>
            </a:fld>
            <a:endParaRPr lang="en-US"/>
          </a:p>
        </p:txBody>
      </p:sp>
    </p:spTree>
    <p:extLst>
      <p:ext uri="{BB962C8B-B14F-4D97-AF65-F5344CB8AC3E}">
        <p14:creationId xmlns:p14="http://schemas.microsoft.com/office/powerpoint/2010/main" val="118647375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AutoNum type="arabicPeriod"/>
            </a:pPr>
            <a:endParaRPr lang="en-US" sz="1000" dirty="0"/>
          </a:p>
        </p:txBody>
      </p:sp>
      <p:sp>
        <p:nvSpPr>
          <p:cNvPr id="4" name="Slide Number Placeholder 3"/>
          <p:cNvSpPr>
            <a:spLocks noGrp="1"/>
          </p:cNvSpPr>
          <p:nvPr>
            <p:ph type="sldNum" sz="quarter" idx="10"/>
          </p:nvPr>
        </p:nvSpPr>
        <p:spPr/>
        <p:txBody>
          <a:bodyPr/>
          <a:lstStyle/>
          <a:p>
            <a:fld id="{D373F1DE-0A8E-9548-BD5D-5DE114EE5AF1}" type="slidenum">
              <a:rPr lang="en-US" smtClean="0"/>
              <a:pPr/>
              <a:t>62</a:t>
            </a:fld>
            <a:endParaRPr lang="en-US"/>
          </a:p>
        </p:txBody>
      </p:sp>
    </p:spTree>
    <p:extLst>
      <p:ext uri="{BB962C8B-B14F-4D97-AF65-F5344CB8AC3E}">
        <p14:creationId xmlns:p14="http://schemas.microsoft.com/office/powerpoint/2010/main" val="39996161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AutoNum type="arabicPeriod"/>
            </a:pPr>
            <a:endParaRPr lang="en-US" sz="1000" dirty="0"/>
          </a:p>
        </p:txBody>
      </p:sp>
      <p:sp>
        <p:nvSpPr>
          <p:cNvPr id="4" name="Slide Number Placeholder 3"/>
          <p:cNvSpPr>
            <a:spLocks noGrp="1"/>
          </p:cNvSpPr>
          <p:nvPr>
            <p:ph type="sldNum" sz="quarter" idx="10"/>
          </p:nvPr>
        </p:nvSpPr>
        <p:spPr/>
        <p:txBody>
          <a:bodyPr/>
          <a:lstStyle/>
          <a:p>
            <a:fld id="{D373F1DE-0A8E-9548-BD5D-5DE114EE5AF1}" type="slidenum">
              <a:rPr lang="en-US" smtClean="0"/>
              <a:pPr/>
              <a:t>63</a:t>
            </a:fld>
            <a:endParaRPr lang="en-US"/>
          </a:p>
        </p:txBody>
      </p:sp>
    </p:spTree>
    <p:extLst>
      <p:ext uri="{BB962C8B-B14F-4D97-AF65-F5344CB8AC3E}">
        <p14:creationId xmlns:p14="http://schemas.microsoft.com/office/powerpoint/2010/main" val="315152832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buNone/>
            </a:pPr>
            <a:endParaRPr lang="en-US" sz="1000" dirty="0"/>
          </a:p>
        </p:txBody>
      </p:sp>
      <p:sp>
        <p:nvSpPr>
          <p:cNvPr id="4" name="Slide Number Placeholder 3"/>
          <p:cNvSpPr>
            <a:spLocks noGrp="1"/>
          </p:cNvSpPr>
          <p:nvPr>
            <p:ph type="sldNum" sz="quarter" idx="10"/>
          </p:nvPr>
        </p:nvSpPr>
        <p:spPr/>
        <p:txBody>
          <a:bodyPr/>
          <a:lstStyle/>
          <a:p>
            <a:fld id="{D373F1DE-0A8E-9548-BD5D-5DE114EE5AF1}" type="slidenum">
              <a:rPr lang="en-US" smtClean="0"/>
              <a:pPr/>
              <a:t>64</a:t>
            </a:fld>
            <a:endParaRPr lang="en-US"/>
          </a:p>
        </p:txBody>
      </p:sp>
    </p:spTree>
    <p:extLst>
      <p:ext uri="{BB962C8B-B14F-4D97-AF65-F5344CB8AC3E}">
        <p14:creationId xmlns:p14="http://schemas.microsoft.com/office/powerpoint/2010/main" val="214917720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AutoNum type="arabicPeriod"/>
            </a:pPr>
            <a:endParaRPr lang="en-US" sz="1000" dirty="0"/>
          </a:p>
        </p:txBody>
      </p:sp>
      <p:sp>
        <p:nvSpPr>
          <p:cNvPr id="4" name="Slide Number Placeholder 3"/>
          <p:cNvSpPr>
            <a:spLocks noGrp="1"/>
          </p:cNvSpPr>
          <p:nvPr>
            <p:ph type="sldNum" sz="quarter" idx="10"/>
          </p:nvPr>
        </p:nvSpPr>
        <p:spPr/>
        <p:txBody>
          <a:bodyPr/>
          <a:lstStyle/>
          <a:p>
            <a:fld id="{D373F1DE-0A8E-9548-BD5D-5DE114EE5AF1}" type="slidenum">
              <a:rPr lang="en-US" smtClean="0"/>
              <a:pPr/>
              <a:t>65</a:t>
            </a:fld>
            <a:endParaRPr lang="en-US"/>
          </a:p>
        </p:txBody>
      </p:sp>
    </p:spTree>
    <p:extLst>
      <p:ext uri="{BB962C8B-B14F-4D97-AF65-F5344CB8AC3E}">
        <p14:creationId xmlns:p14="http://schemas.microsoft.com/office/powerpoint/2010/main" val="15922465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194" name="Rectangle 2"/>
          <p:cNvSpPr>
            <a:spLocks noGrp="1" noChangeArrowheads="1"/>
          </p:cNvSpPr>
          <p:nvPr>
            <p:ph type="ctrTitle"/>
          </p:nvPr>
        </p:nvSpPr>
        <p:spPr>
          <a:xfrm>
            <a:off x="1219202" y="1524000"/>
            <a:ext cx="10164233" cy="1752600"/>
          </a:xfrm>
        </p:spPr>
        <p:txBody>
          <a:bodyPr/>
          <a:lstStyle>
            <a:lvl1pPr>
              <a:defRPr sz="5000"/>
            </a:lvl1pPr>
          </a:lstStyle>
          <a:p>
            <a:pPr lvl="0"/>
            <a:r>
              <a:rPr lang="en-GB" altLang="en-US" noProof="0"/>
              <a:t>Click to edit Master title style</a:t>
            </a:r>
            <a:endParaRPr lang="en-US" altLang="en-US" noProof="0"/>
          </a:p>
        </p:txBody>
      </p:sp>
      <p:sp>
        <p:nvSpPr>
          <p:cNvPr id="8195" name="Rectangle 3"/>
          <p:cNvSpPr>
            <a:spLocks noGrp="1" noChangeArrowheads="1"/>
          </p:cNvSpPr>
          <p:nvPr>
            <p:ph type="subTitle" idx="1"/>
          </p:nvPr>
        </p:nvSpPr>
        <p:spPr>
          <a:xfrm>
            <a:off x="2641600" y="3962400"/>
            <a:ext cx="8737600" cy="1752600"/>
          </a:xfrm>
        </p:spPr>
        <p:txBody>
          <a:bodyPr/>
          <a:lstStyle>
            <a:lvl1pPr marL="0" indent="0">
              <a:buFont typeface="Wingdings" pitchFamily="2" charset="2"/>
              <a:buNone/>
              <a:defRPr sz="2800"/>
            </a:lvl1pPr>
          </a:lstStyle>
          <a:p>
            <a:pPr lvl="0"/>
            <a:r>
              <a:rPr lang="en-GB" altLang="en-US" noProof="0"/>
              <a:t>Click to edit Master subtitle style</a:t>
            </a:r>
            <a:endParaRPr lang="en-US" altLang="en-US" noProof="0"/>
          </a:p>
        </p:txBody>
      </p:sp>
      <p:sp>
        <p:nvSpPr>
          <p:cNvPr id="8196" name="Freeform 4"/>
          <p:cNvSpPr>
            <a:spLocks noChangeArrowheads="1"/>
          </p:cNvSpPr>
          <p:nvPr/>
        </p:nvSpPr>
        <p:spPr bwMode="auto">
          <a:xfrm>
            <a:off x="812800" y="1219200"/>
            <a:ext cx="10566400" cy="914400"/>
          </a:xfrm>
          <a:custGeom>
            <a:avLst/>
            <a:gdLst>
              <a:gd name="T0" fmla="*/ 0 w 1000"/>
              <a:gd name="T1" fmla="*/ 1000 h 1000"/>
              <a:gd name="T2" fmla="*/ 0 w 1000"/>
              <a:gd name="T3" fmla="*/ 0 h 1000"/>
              <a:gd name="T4" fmla="*/ 1000 w 1000"/>
              <a:gd name="T5" fmla="*/ 0 h 1000"/>
            </a:gdLst>
            <a:ahLst/>
            <a:cxnLst>
              <a:cxn ang="0">
                <a:pos x="T0" y="T1"/>
              </a:cxn>
              <a:cxn ang="0">
                <a:pos x="T2" y="T3"/>
              </a:cxn>
              <a:cxn ang="0">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SG" sz="1800"/>
          </a:p>
        </p:txBody>
      </p:sp>
      <p:sp>
        <p:nvSpPr>
          <p:cNvPr id="8197" name="Line 5"/>
          <p:cNvSpPr>
            <a:spLocks noChangeShapeType="1"/>
          </p:cNvSpPr>
          <p:nvPr/>
        </p:nvSpPr>
        <p:spPr bwMode="auto">
          <a:xfrm>
            <a:off x="2641602" y="3962400"/>
            <a:ext cx="8682567"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1800"/>
          </a:p>
        </p:txBody>
      </p:sp>
      <p:sp>
        <p:nvSpPr>
          <p:cNvPr id="8198" name="Rectangle 6"/>
          <p:cNvSpPr>
            <a:spLocks noChangeArrowheads="1"/>
          </p:cNvSpPr>
          <p:nvPr/>
        </p:nvSpPr>
        <p:spPr bwMode="auto">
          <a:xfrm>
            <a:off x="11480800" y="6400800"/>
            <a:ext cx="71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gn="r"/>
            <a:fld id="{2B9BC0BA-7162-46C8-A117-543B5FF937FE}" type="slidenum">
              <a:rPr lang="en-US" altLang="en-US" sz="1400" b="1">
                <a:latin typeface="Garamond" pitchFamily="18" charset="0"/>
              </a:rPr>
              <a:pPr algn="r"/>
              <a:t>‹#›</a:t>
            </a:fld>
            <a:endParaRPr lang="en-US" altLang="en-US" sz="1400" b="1">
              <a:latin typeface="Garamond" pitchFamily="18" charset="0"/>
            </a:endParaRPr>
          </a:p>
        </p:txBody>
      </p:sp>
    </p:spTree>
    <p:extLst>
      <p:ext uri="{BB962C8B-B14F-4D97-AF65-F5344CB8AC3E}">
        <p14:creationId xmlns:p14="http://schemas.microsoft.com/office/powerpoint/2010/main" val="42419195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SG"/>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Slide Number Placeholder 3"/>
          <p:cNvSpPr>
            <a:spLocks noGrp="1"/>
          </p:cNvSpPr>
          <p:nvPr>
            <p:ph type="sldNum" sz="quarter" idx="10"/>
          </p:nvPr>
        </p:nvSpPr>
        <p:spPr/>
        <p:txBody>
          <a:bodyPr/>
          <a:lstStyle>
            <a:lvl1pPr>
              <a:defRPr/>
            </a:lvl1pPr>
          </a:lstStyle>
          <a:p>
            <a:fld id="{375F0208-B501-1940-A7C0-92DF3AA3486D}" type="slidenum">
              <a:rPr lang="en-US" smtClean="0"/>
              <a:t>‹#›</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Tree>
    <p:extLst>
      <p:ext uri="{BB962C8B-B14F-4D97-AF65-F5344CB8AC3E}">
        <p14:creationId xmlns:p14="http://schemas.microsoft.com/office/powerpoint/2010/main" val="37141300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lstStyle>
            <a:lvl1pPr algn="l">
              <a:defRPr sz="4000" b="1" cap="all"/>
            </a:lvl1pPr>
          </a:lstStyle>
          <a:p>
            <a:r>
              <a:rPr lang="en-GB"/>
              <a:t>Click to edit Master title style</a:t>
            </a:r>
            <a:endParaRPr lang="en-SG"/>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189" indent="0">
              <a:buNone/>
              <a:defRPr sz="1800"/>
            </a:lvl2pPr>
            <a:lvl3pPr marL="914377" indent="0">
              <a:buNone/>
              <a:defRPr sz="1600"/>
            </a:lvl3pPr>
            <a:lvl4pPr marL="1371566" indent="0">
              <a:buNone/>
              <a:defRPr sz="1400"/>
            </a:lvl4pPr>
            <a:lvl5pPr marL="1828754" indent="0">
              <a:buNone/>
              <a:defRPr sz="1400"/>
            </a:lvl5pPr>
            <a:lvl6pPr marL="2285943" indent="0">
              <a:buNone/>
              <a:defRPr sz="1400"/>
            </a:lvl6pPr>
            <a:lvl7pPr marL="2743131" indent="0">
              <a:buNone/>
              <a:defRPr sz="1400"/>
            </a:lvl7pPr>
            <a:lvl8pPr marL="3200320" indent="0">
              <a:buNone/>
              <a:defRPr sz="1400"/>
            </a:lvl8pPr>
            <a:lvl9pPr marL="3657509" indent="0">
              <a:buNone/>
              <a:defRPr sz="1400"/>
            </a:lvl9pPr>
          </a:lstStyle>
          <a:p>
            <a:pPr lvl="0"/>
            <a:r>
              <a:rPr lang="en-GB"/>
              <a:t>Click to edit Master text styles</a:t>
            </a:r>
          </a:p>
        </p:txBody>
      </p:sp>
      <p:sp>
        <p:nvSpPr>
          <p:cNvPr id="4" name="Slide Number Placeholder 3"/>
          <p:cNvSpPr>
            <a:spLocks noGrp="1"/>
          </p:cNvSpPr>
          <p:nvPr>
            <p:ph type="sldNum" sz="quarter" idx="10"/>
          </p:nvPr>
        </p:nvSpPr>
        <p:spPr/>
        <p:txBody>
          <a:bodyPr/>
          <a:lstStyle>
            <a:lvl1pPr>
              <a:defRPr/>
            </a:lvl1pPr>
          </a:lstStyle>
          <a:p>
            <a:fld id="{375F0208-B501-1940-A7C0-92DF3AA3486D}" type="slidenum">
              <a:rPr lang="en-US" smtClean="0"/>
              <a:t>‹#›</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Tree>
    <p:extLst>
      <p:ext uri="{BB962C8B-B14F-4D97-AF65-F5344CB8AC3E}">
        <p14:creationId xmlns:p14="http://schemas.microsoft.com/office/powerpoint/2010/main" val="2265994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SG"/>
          </a:p>
        </p:txBody>
      </p:sp>
      <p:sp>
        <p:nvSpPr>
          <p:cNvPr id="3" name="Content Placeholder 2"/>
          <p:cNvSpPr>
            <a:spLocks noGrp="1"/>
          </p:cNvSpPr>
          <p:nvPr>
            <p:ph sz="half" idx="1"/>
          </p:nvPr>
        </p:nvSpPr>
        <p:spPr>
          <a:xfrm>
            <a:off x="609600" y="990600"/>
            <a:ext cx="538480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Content Placeholder 3"/>
          <p:cNvSpPr>
            <a:spLocks noGrp="1"/>
          </p:cNvSpPr>
          <p:nvPr>
            <p:ph sz="half" idx="2"/>
          </p:nvPr>
        </p:nvSpPr>
        <p:spPr>
          <a:xfrm>
            <a:off x="6197600" y="990600"/>
            <a:ext cx="538480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5" name="Slide Number Placeholder 4"/>
          <p:cNvSpPr>
            <a:spLocks noGrp="1"/>
          </p:cNvSpPr>
          <p:nvPr>
            <p:ph type="sldNum" sz="quarter" idx="10"/>
          </p:nvPr>
        </p:nvSpPr>
        <p:spPr/>
        <p:txBody>
          <a:bodyPr/>
          <a:lstStyle>
            <a:lvl1pPr>
              <a:defRPr/>
            </a:lvl1pPr>
          </a:lstStyle>
          <a:p>
            <a:fld id="{375F0208-B501-1940-A7C0-92DF3AA3486D}" type="slidenum">
              <a:rPr lang="en-US" smtClean="0"/>
              <a:t>‹#›</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Tree>
    <p:extLst>
      <p:ext uri="{BB962C8B-B14F-4D97-AF65-F5344CB8AC3E}">
        <p14:creationId xmlns:p14="http://schemas.microsoft.com/office/powerpoint/2010/main" val="13150219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GB"/>
              <a:t>Click to edit Master title style</a:t>
            </a:r>
            <a:endParaRPr lang="en-SG"/>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7" name="Slide Number Placeholder 6"/>
          <p:cNvSpPr>
            <a:spLocks noGrp="1"/>
          </p:cNvSpPr>
          <p:nvPr>
            <p:ph type="sldNum" sz="quarter" idx="10"/>
          </p:nvPr>
        </p:nvSpPr>
        <p:spPr/>
        <p:txBody>
          <a:bodyPr/>
          <a:lstStyle>
            <a:lvl1pPr>
              <a:defRPr/>
            </a:lvl1pPr>
          </a:lstStyle>
          <a:p>
            <a:fld id="{375F0208-B501-1940-A7C0-92DF3AA3486D}" type="slidenum">
              <a:rPr lang="en-US" smtClean="0"/>
              <a:t>‹#›</a:t>
            </a:fld>
            <a:endParaRPr lang="en-US"/>
          </a:p>
        </p:txBody>
      </p:sp>
      <p:sp>
        <p:nvSpPr>
          <p:cNvPr id="8" name="Footer Placeholder 7"/>
          <p:cNvSpPr>
            <a:spLocks noGrp="1"/>
          </p:cNvSpPr>
          <p:nvPr>
            <p:ph type="ftr" sz="quarter" idx="11"/>
          </p:nvPr>
        </p:nvSpPr>
        <p:spPr/>
        <p:txBody>
          <a:bodyPr/>
          <a:lstStyle>
            <a:lvl1pPr>
              <a:defRPr/>
            </a:lvl1pPr>
          </a:lstStyle>
          <a:p>
            <a:endParaRPr lang="en-US"/>
          </a:p>
        </p:txBody>
      </p:sp>
    </p:spTree>
    <p:extLst>
      <p:ext uri="{BB962C8B-B14F-4D97-AF65-F5344CB8AC3E}">
        <p14:creationId xmlns:p14="http://schemas.microsoft.com/office/powerpoint/2010/main" val="9057125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SG"/>
          </a:p>
        </p:txBody>
      </p:sp>
      <p:sp>
        <p:nvSpPr>
          <p:cNvPr id="3" name="Slide Number Placeholder 2"/>
          <p:cNvSpPr>
            <a:spLocks noGrp="1"/>
          </p:cNvSpPr>
          <p:nvPr>
            <p:ph type="sldNum" sz="quarter" idx="10"/>
          </p:nvPr>
        </p:nvSpPr>
        <p:spPr/>
        <p:txBody>
          <a:bodyPr/>
          <a:lstStyle>
            <a:lvl1pPr>
              <a:defRPr/>
            </a:lvl1pPr>
          </a:lstStyle>
          <a:p>
            <a:fld id="{375F0208-B501-1940-A7C0-92DF3AA3486D}" type="slidenum">
              <a:rPr lang="en-US" smtClean="0"/>
              <a:t>‹#›</a:t>
            </a:fld>
            <a:endParaRPr lang="en-US"/>
          </a:p>
        </p:txBody>
      </p:sp>
      <p:sp>
        <p:nvSpPr>
          <p:cNvPr id="4" name="Footer Placeholder 3"/>
          <p:cNvSpPr>
            <a:spLocks noGrp="1"/>
          </p:cNvSpPr>
          <p:nvPr>
            <p:ph type="ftr" sz="quarter" idx="11"/>
          </p:nvPr>
        </p:nvSpPr>
        <p:spPr/>
        <p:txBody>
          <a:bodyPr/>
          <a:lstStyle>
            <a:lvl1pPr>
              <a:defRPr/>
            </a:lvl1pPr>
          </a:lstStyle>
          <a:p>
            <a:endParaRPr lang="en-US"/>
          </a:p>
        </p:txBody>
      </p:sp>
    </p:spTree>
    <p:extLst>
      <p:ext uri="{BB962C8B-B14F-4D97-AF65-F5344CB8AC3E}">
        <p14:creationId xmlns:p14="http://schemas.microsoft.com/office/powerpoint/2010/main" val="4134314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fld id="{375F0208-B501-1940-A7C0-92DF3AA3486D}" type="slidenum">
              <a:rPr lang="en-US" smtClean="0"/>
              <a:t>‹#›</a:t>
            </a:fld>
            <a:endParaRPr lang="en-US"/>
          </a:p>
        </p:txBody>
      </p:sp>
      <p:sp>
        <p:nvSpPr>
          <p:cNvPr id="3" name="Footer Placeholder 2"/>
          <p:cNvSpPr>
            <a:spLocks noGrp="1"/>
          </p:cNvSpPr>
          <p:nvPr>
            <p:ph type="ftr" sz="quarter" idx="11"/>
          </p:nvPr>
        </p:nvSpPr>
        <p:spPr/>
        <p:txBody>
          <a:bodyPr/>
          <a:lstStyle>
            <a:lvl1pPr>
              <a:defRPr/>
            </a:lvl1pPr>
          </a:lstStyle>
          <a:p>
            <a:endParaRPr lang="en-US"/>
          </a:p>
        </p:txBody>
      </p:sp>
    </p:spTree>
    <p:extLst>
      <p:ext uri="{BB962C8B-B14F-4D97-AF65-F5344CB8AC3E}">
        <p14:creationId xmlns:p14="http://schemas.microsoft.com/office/powerpoint/2010/main" val="9928169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GB"/>
              <a:t>Click to edit Master title style</a:t>
            </a:r>
            <a:endParaRPr lang="en-SG"/>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GB"/>
              <a:t>Click to edit Master text styles</a:t>
            </a:r>
          </a:p>
        </p:txBody>
      </p:sp>
      <p:sp>
        <p:nvSpPr>
          <p:cNvPr id="5" name="Slide Number Placeholder 4"/>
          <p:cNvSpPr>
            <a:spLocks noGrp="1"/>
          </p:cNvSpPr>
          <p:nvPr>
            <p:ph type="sldNum" sz="quarter" idx="10"/>
          </p:nvPr>
        </p:nvSpPr>
        <p:spPr/>
        <p:txBody>
          <a:bodyPr/>
          <a:lstStyle>
            <a:lvl1pPr>
              <a:defRPr/>
            </a:lvl1pPr>
          </a:lstStyle>
          <a:p>
            <a:fld id="{375F0208-B501-1940-A7C0-92DF3AA3486D}" type="slidenum">
              <a:rPr lang="en-US" smtClean="0"/>
              <a:t>‹#›</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Tree>
    <p:extLst>
      <p:ext uri="{BB962C8B-B14F-4D97-AF65-F5344CB8AC3E}">
        <p14:creationId xmlns:p14="http://schemas.microsoft.com/office/powerpoint/2010/main" val="3977313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GB"/>
              <a:t>Click to edit Master title style</a:t>
            </a:r>
            <a:endParaRPr lang="en-SG"/>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GB"/>
              <a:t>Click icon to add picture</a:t>
            </a:r>
            <a:endParaRPr lang="en-SG"/>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GB"/>
              <a:t>Click to edit Master text styles</a:t>
            </a:r>
          </a:p>
        </p:txBody>
      </p:sp>
      <p:sp>
        <p:nvSpPr>
          <p:cNvPr id="5" name="Slide Number Placeholder 4"/>
          <p:cNvSpPr>
            <a:spLocks noGrp="1"/>
          </p:cNvSpPr>
          <p:nvPr>
            <p:ph type="sldNum" sz="quarter" idx="10"/>
          </p:nvPr>
        </p:nvSpPr>
        <p:spPr/>
        <p:txBody>
          <a:bodyPr/>
          <a:lstStyle>
            <a:lvl1pPr>
              <a:defRPr/>
            </a:lvl1pPr>
          </a:lstStyle>
          <a:p>
            <a:fld id="{375F0208-B501-1940-A7C0-92DF3AA3486D}" type="slidenum">
              <a:rPr lang="en-US" smtClean="0"/>
              <a:t>‹#›</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Tree>
    <p:extLst>
      <p:ext uri="{BB962C8B-B14F-4D97-AF65-F5344CB8AC3E}">
        <p14:creationId xmlns:p14="http://schemas.microsoft.com/office/powerpoint/2010/main" val="41173795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SG"/>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Slide Number Placeholder 3"/>
          <p:cNvSpPr>
            <a:spLocks noGrp="1"/>
          </p:cNvSpPr>
          <p:nvPr>
            <p:ph type="sldNum" sz="quarter" idx="10"/>
          </p:nvPr>
        </p:nvSpPr>
        <p:spPr/>
        <p:txBody>
          <a:bodyPr/>
          <a:lstStyle>
            <a:lvl1pPr>
              <a:defRPr/>
            </a:lvl1pPr>
          </a:lstStyle>
          <a:p>
            <a:fld id="{375F0208-B501-1940-A7C0-92DF3AA3486D}" type="slidenum">
              <a:rPr lang="en-US" smtClean="0"/>
              <a:t>‹#›</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Tree>
    <p:extLst>
      <p:ext uri="{BB962C8B-B14F-4D97-AF65-F5344CB8AC3E}">
        <p14:creationId xmlns:p14="http://schemas.microsoft.com/office/powerpoint/2010/main" val="834128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7816"/>
            <a:ext cx="2743200" cy="6199187"/>
          </a:xfrm>
        </p:spPr>
        <p:txBody>
          <a:bodyPr vert="eaVert"/>
          <a:lstStyle/>
          <a:p>
            <a:r>
              <a:rPr lang="en-GB"/>
              <a:t>Click to edit Master title style</a:t>
            </a:r>
            <a:endParaRPr lang="en-SG"/>
          </a:p>
        </p:txBody>
      </p:sp>
      <p:sp>
        <p:nvSpPr>
          <p:cNvPr id="3" name="Vertical Text Placeholder 2"/>
          <p:cNvSpPr>
            <a:spLocks noGrp="1"/>
          </p:cNvSpPr>
          <p:nvPr>
            <p:ph type="body" orient="vert" idx="1"/>
          </p:nvPr>
        </p:nvSpPr>
        <p:spPr>
          <a:xfrm>
            <a:off x="609600" y="277816"/>
            <a:ext cx="8026400" cy="619918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Slide Number Placeholder 3"/>
          <p:cNvSpPr>
            <a:spLocks noGrp="1"/>
          </p:cNvSpPr>
          <p:nvPr>
            <p:ph type="sldNum" sz="quarter" idx="10"/>
          </p:nvPr>
        </p:nvSpPr>
        <p:spPr/>
        <p:txBody>
          <a:bodyPr/>
          <a:lstStyle>
            <a:lvl1pPr>
              <a:defRPr/>
            </a:lvl1pPr>
          </a:lstStyle>
          <a:p>
            <a:fld id="{375F0208-B501-1940-A7C0-92DF3AA3486D}" type="slidenum">
              <a:rPr lang="en-US" smtClean="0"/>
              <a:t>‹#›</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Tree>
    <p:extLst>
      <p:ext uri="{BB962C8B-B14F-4D97-AF65-F5344CB8AC3E}">
        <p14:creationId xmlns:p14="http://schemas.microsoft.com/office/powerpoint/2010/main" val="9554741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6"/>
            <a:ext cx="10972800" cy="712787"/>
          </a:xfrm>
        </p:spPr>
        <p:txBody>
          <a:bodyPr/>
          <a:lstStyle/>
          <a:p>
            <a:r>
              <a:rPr lang="en-GB"/>
              <a:t>Click to edit Master title style</a:t>
            </a:r>
            <a:endParaRPr lang="en-SG"/>
          </a:p>
        </p:txBody>
      </p:sp>
      <p:sp>
        <p:nvSpPr>
          <p:cNvPr id="3" name="Table Placeholder 2"/>
          <p:cNvSpPr>
            <a:spLocks noGrp="1"/>
          </p:cNvSpPr>
          <p:nvPr>
            <p:ph type="tbl" idx="1"/>
          </p:nvPr>
        </p:nvSpPr>
        <p:spPr>
          <a:xfrm>
            <a:off x="609600" y="990600"/>
            <a:ext cx="10972800" cy="5486400"/>
          </a:xfrm>
        </p:spPr>
        <p:txBody>
          <a:bodyPr/>
          <a:lstStyle/>
          <a:p>
            <a:r>
              <a:rPr lang="en-GB"/>
              <a:t>Click icon to add table</a:t>
            </a:r>
            <a:endParaRPr lang="en-SG"/>
          </a:p>
        </p:txBody>
      </p:sp>
      <p:sp>
        <p:nvSpPr>
          <p:cNvPr id="4" name="Slide Number Placeholder 3"/>
          <p:cNvSpPr>
            <a:spLocks noGrp="1"/>
          </p:cNvSpPr>
          <p:nvPr>
            <p:ph type="sldNum" sz="quarter" idx="10"/>
          </p:nvPr>
        </p:nvSpPr>
        <p:spPr>
          <a:xfrm>
            <a:off x="11480800" y="6400800"/>
            <a:ext cx="711200" cy="457200"/>
          </a:xfrm>
        </p:spPr>
        <p:txBody>
          <a:bodyPr/>
          <a:lstStyle>
            <a:lvl1pPr>
              <a:defRPr/>
            </a:lvl1pPr>
          </a:lstStyle>
          <a:p>
            <a:fld id="{375F0208-B501-1940-A7C0-92DF3AA3486D}" type="slidenum">
              <a:rPr lang="en-US" smtClean="0"/>
              <a:t>‹#›</a:t>
            </a:fld>
            <a:endParaRPr lang="en-US"/>
          </a:p>
        </p:txBody>
      </p:sp>
      <p:sp>
        <p:nvSpPr>
          <p:cNvPr id="5" name="Footer Placeholder 4"/>
          <p:cNvSpPr>
            <a:spLocks noGrp="1"/>
          </p:cNvSpPr>
          <p:nvPr>
            <p:ph type="ftr" sz="quarter" idx="11"/>
          </p:nvPr>
        </p:nvSpPr>
        <p:spPr>
          <a:xfrm>
            <a:off x="812800" y="6521450"/>
            <a:ext cx="5994400" cy="228600"/>
          </a:xfrm>
        </p:spPr>
        <p:txBody>
          <a:bodyPr/>
          <a:lstStyle>
            <a:lvl1pPr>
              <a:defRPr/>
            </a:lvl1pPr>
          </a:lstStyle>
          <a:p>
            <a:endParaRPr lang="en-US"/>
          </a:p>
        </p:txBody>
      </p:sp>
    </p:spTree>
    <p:extLst>
      <p:ext uri="{BB962C8B-B14F-4D97-AF65-F5344CB8AC3E}">
        <p14:creationId xmlns:p14="http://schemas.microsoft.com/office/powerpoint/2010/main" val="26368741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36866" name="Rectangle 2"/>
          <p:cNvSpPr>
            <a:spLocks noGrp="1" noChangeArrowheads="1"/>
          </p:cNvSpPr>
          <p:nvPr>
            <p:ph type="ctrTitle"/>
          </p:nvPr>
        </p:nvSpPr>
        <p:spPr>
          <a:xfrm>
            <a:off x="1219202" y="1524000"/>
            <a:ext cx="10164233" cy="1752600"/>
          </a:xfrm>
        </p:spPr>
        <p:txBody>
          <a:bodyPr/>
          <a:lstStyle>
            <a:lvl1pPr>
              <a:defRPr sz="5000"/>
            </a:lvl1pPr>
          </a:lstStyle>
          <a:p>
            <a:pPr lvl="0"/>
            <a:r>
              <a:rPr lang="en-GB" altLang="en-US" noProof="0"/>
              <a:t>Click to edit Master title style</a:t>
            </a:r>
            <a:endParaRPr lang="en-US" altLang="en-US" noProof="0"/>
          </a:p>
        </p:txBody>
      </p:sp>
      <p:sp>
        <p:nvSpPr>
          <p:cNvPr id="36867" name="Rectangle 3"/>
          <p:cNvSpPr>
            <a:spLocks noGrp="1" noChangeArrowheads="1"/>
          </p:cNvSpPr>
          <p:nvPr>
            <p:ph type="subTitle" idx="1"/>
          </p:nvPr>
        </p:nvSpPr>
        <p:spPr>
          <a:xfrm>
            <a:off x="2641600" y="3962400"/>
            <a:ext cx="8737600" cy="1752600"/>
          </a:xfrm>
        </p:spPr>
        <p:txBody>
          <a:bodyPr/>
          <a:lstStyle>
            <a:lvl1pPr marL="0" indent="0">
              <a:buFont typeface="Wingdings" pitchFamily="2" charset="2"/>
              <a:buNone/>
              <a:defRPr sz="2800"/>
            </a:lvl1pPr>
          </a:lstStyle>
          <a:p>
            <a:pPr lvl="0"/>
            <a:r>
              <a:rPr lang="en-GB" altLang="en-US" noProof="0"/>
              <a:t>Click to edit Master subtitle style</a:t>
            </a:r>
            <a:endParaRPr lang="en-US" altLang="en-US" noProof="0"/>
          </a:p>
        </p:txBody>
      </p:sp>
      <p:sp>
        <p:nvSpPr>
          <p:cNvPr id="36868" name="Freeform 4"/>
          <p:cNvSpPr>
            <a:spLocks noChangeArrowheads="1"/>
          </p:cNvSpPr>
          <p:nvPr/>
        </p:nvSpPr>
        <p:spPr bwMode="auto">
          <a:xfrm>
            <a:off x="812800" y="1219200"/>
            <a:ext cx="10566400" cy="914400"/>
          </a:xfrm>
          <a:custGeom>
            <a:avLst/>
            <a:gdLst>
              <a:gd name="T0" fmla="*/ 0 w 1000"/>
              <a:gd name="T1" fmla="*/ 1000 h 1000"/>
              <a:gd name="T2" fmla="*/ 0 w 1000"/>
              <a:gd name="T3" fmla="*/ 0 h 1000"/>
              <a:gd name="T4" fmla="*/ 1000 w 1000"/>
              <a:gd name="T5" fmla="*/ 0 h 1000"/>
            </a:gdLst>
            <a:ahLst/>
            <a:cxnLst>
              <a:cxn ang="0">
                <a:pos x="T0" y="T1"/>
              </a:cxn>
              <a:cxn ang="0">
                <a:pos x="T2" y="T3"/>
              </a:cxn>
              <a:cxn ang="0">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SG"/>
          </a:p>
        </p:txBody>
      </p:sp>
      <p:sp>
        <p:nvSpPr>
          <p:cNvPr id="36869" name="Line 5"/>
          <p:cNvSpPr>
            <a:spLocks noChangeShapeType="1"/>
          </p:cNvSpPr>
          <p:nvPr/>
        </p:nvSpPr>
        <p:spPr bwMode="auto">
          <a:xfrm>
            <a:off x="2641602" y="3962400"/>
            <a:ext cx="8682567"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a:p>
        </p:txBody>
      </p:sp>
    </p:spTree>
    <p:extLst>
      <p:ext uri="{BB962C8B-B14F-4D97-AF65-F5344CB8AC3E}">
        <p14:creationId xmlns:p14="http://schemas.microsoft.com/office/powerpoint/2010/main" val="12039797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SG"/>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Slide Number Placeholder 3"/>
          <p:cNvSpPr>
            <a:spLocks noGrp="1"/>
          </p:cNvSpPr>
          <p:nvPr>
            <p:ph type="sldNum" sz="quarter" idx="10"/>
          </p:nvPr>
        </p:nvSpPr>
        <p:spPr/>
        <p:txBody>
          <a:bodyPr/>
          <a:lstStyle>
            <a:lvl1pPr>
              <a:defRPr/>
            </a:lvl1pPr>
          </a:lstStyle>
          <a:p>
            <a:fld id="{6F0D8D79-08E0-48CA-9203-A37DB9B01E0E}" type="slidenum">
              <a:rPr lang="en-US" altLang="en-US"/>
              <a:pPr/>
              <a:t>‹#›</a:t>
            </a:fld>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Tree>
    <p:extLst>
      <p:ext uri="{BB962C8B-B14F-4D97-AF65-F5344CB8AC3E}">
        <p14:creationId xmlns:p14="http://schemas.microsoft.com/office/powerpoint/2010/main" val="6111895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lstStyle>
            <a:lvl1pPr algn="l">
              <a:defRPr sz="4000" b="1" cap="all"/>
            </a:lvl1pPr>
          </a:lstStyle>
          <a:p>
            <a:r>
              <a:rPr lang="en-GB"/>
              <a:t>Click to edit Master title style</a:t>
            </a:r>
            <a:endParaRPr lang="en-SG"/>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189" indent="0">
              <a:buNone/>
              <a:defRPr sz="1800"/>
            </a:lvl2pPr>
            <a:lvl3pPr marL="914377" indent="0">
              <a:buNone/>
              <a:defRPr sz="1600"/>
            </a:lvl3pPr>
            <a:lvl4pPr marL="1371566" indent="0">
              <a:buNone/>
              <a:defRPr sz="1400"/>
            </a:lvl4pPr>
            <a:lvl5pPr marL="1828754" indent="0">
              <a:buNone/>
              <a:defRPr sz="1400"/>
            </a:lvl5pPr>
            <a:lvl6pPr marL="2285943" indent="0">
              <a:buNone/>
              <a:defRPr sz="1400"/>
            </a:lvl6pPr>
            <a:lvl7pPr marL="2743131" indent="0">
              <a:buNone/>
              <a:defRPr sz="1400"/>
            </a:lvl7pPr>
            <a:lvl8pPr marL="3200320" indent="0">
              <a:buNone/>
              <a:defRPr sz="1400"/>
            </a:lvl8pPr>
            <a:lvl9pPr marL="3657509" indent="0">
              <a:buNone/>
              <a:defRPr sz="1400"/>
            </a:lvl9pPr>
          </a:lstStyle>
          <a:p>
            <a:pPr lvl="0"/>
            <a:r>
              <a:rPr lang="en-GB"/>
              <a:t>Click to edit Master text styles</a:t>
            </a:r>
          </a:p>
        </p:txBody>
      </p:sp>
      <p:sp>
        <p:nvSpPr>
          <p:cNvPr id="4" name="Slide Number Placeholder 3"/>
          <p:cNvSpPr>
            <a:spLocks noGrp="1"/>
          </p:cNvSpPr>
          <p:nvPr>
            <p:ph type="sldNum" sz="quarter" idx="10"/>
          </p:nvPr>
        </p:nvSpPr>
        <p:spPr/>
        <p:txBody>
          <a:bodyPr/>
          <a:lstStyle>
            <a:lvl1pPr>
              <a:defRPr/>
            </a:lvl1pPr>
          </a:lstStyle>
          <a:p>
            <a:fld id="{E740D621-3521-4C00-9508-D1BF9CF0F093}" type="slidenum">
              <a:rPr lang="en-US" altLang="en-US"/>
              <a:pPr/>
              <a:t>‹#›</a:t>
            </a:fld>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Tree>
    <p:extLst>
      <p:ext uri="{BB962C8B-B14F-4D97-AF65-F5344CB8AC3E}">
        <p14:creationId xmlns:p14="http://schemas.microsoft.com/office/powerpoint/2010/main" val="9180531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SG"/>
          </a:p>
        </p:txBody>
      </p:sp>
      <p:sp>
        <p:nvSpPr>
          <p:cNvPr id="3" name="Content Placeholder 2"/>
          <p:cNvSpPr>
            <a:spLocks noGrp="1"/>
          </p:cNvSpPr>
          <p:nvPr>
            <p:ph sz="half" idx="1"/>
          </p:nvPr>
        </p:nvSpPr>
        <p:spPr>
          <a:xfrm>
            <a:off x="609600" y="1219200"/>
            <a:ext cx="53848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Content Placeholder 3"/>
          <p:cNvSpPr>
            <a:spLocks noGrp="1"/>
          </p:cNvSpPr>
          <p:nvPr>
            <p:ph sz="half" idx="2"/>
          </p:nvPr>
        </p:nvSpPr>
        <p:spPr>
          <a:xfrm>
            <a:off x="6197600" y="1219200"/>
            <a:ext cx="53848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5" name="Slide Number Placeholder 4"/>
          <p:cNvSpPr>
            <a:spLocks noGrp="1"/>
          </p:cNvSpPr>
          <p:nvPr>
            <p:ph type="sldNum" sz="quarter" idx="10"/>
          </p:nvPr>
        </p:nvSpPr>
        <p:spPr/>
        <p:txBody>
          <a:bodyPr/>
          <a:lstStyle>
            <a:lvl1pPr>
              <a:defRPr/>
            </a:lvl1pPr>
          </a:lstStyle>
          <a:p>
            <a:fld id="{C80D4CE2-6DBC-47F2-BC92-D26F595DC398}" type="slidenum">
              <a:rPr lang="en-US" altLang="en-US"/>
              <a:pPr/>
              <a:t>‹#›</a:t>
            </a:fld>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Tree>
    <p:extLst>
      <p:ext uri="{BB962C8B-B14F-4D97-AF65-F5344CB8AC3E}">
        <p14:creationId xmlns:p14="http://schemas.microsoft.com/office/powerpoint/2010/main" val="12500296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GB"/>
              <a:t>Click to edit Master title style</a:t>
            </a:r>
            <a:endParaRPr lang="en-SG"/>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7" name="Slide Number Placeholder 6"/>
          <p:cNvSpPr>
            <a:spLocks noGrp="1"/>
          </p:cNvSpPr>
          <p:nvPr>
            <p:ph type="sldNum" sz="quarter" idx="10"/>
          </p:nvPr>
        </p:nvSpPr>
        <p:spPr/>
        <p:txBody>
          <a:bodyPr/>
          <a:lstStyle>
            <a:lvl1pPr>
              <a:defRPr/>
            </a:lvl1pPr>
          </a:lstStyle>
          <a:p>
            <a:fld id="{A094941A-1381-426D-8678-8110645A465C}" type="slidenum">
              <a:rPr lang="en-US" altLang="en-US"/>
              <a:pPr/>
              <a:t>‹#›</a:t>
            </a:fld>
            <a:endParaRPr lang="en-US" altLang="en-US"/>
          </a:p>
        </p:txBody>
      </p:sp>
      <p:sp>
        <p:nvSpPr>
          <p:cNvPr id="8" name="Footer Placeholder 7"/>
          <p:cNvSpPr>
            <a:spLocks noGrp="1"/>
          </p:cNvSpPr>
          <p:nvPr>
            <p:ph type="ftr" sz="quarter" idx="11"/>
          </p:nvPr>
        </p:nvSpPr>
        <p:spPr/>
        <p:txBody>
          <a:bodyPr/>
          <a:lstStyle>
            <a:lvl1pPr>
              <a:defRPr/>
            </a:lvl1pPr>
          </a:lstStyle>
          <a:p>
            <a:endParaRPr lang="en-US" altLang="en-US"/>
          </a:p>
        </p:txBody>
      </p:sp>
    </p:spTree>
    <p:extLst>
      <p:ext uri="{BB962C8B-B14F-4D97-AF65-F5344CB8AC3E}">
        <p14:creationId xmlns:p14="http://schemas.microsoft.com/office/powerpoint/2010/main" val="21466749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SG"/>
          </a:p>
        </p:txBody>
      </p:sp>
      <p:sp>
        <p:nvSpPr>
          <p:cNvPr id="4" name="Footer Placeholder 3"/>
          <p:cNvSpPr>
            <a:spLocks noGrp="1"/>
          </p:cNvSpPr>
          <p:nvPr>
            <p:ph type="ftr" sz="quarte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9FB037F2-F589-6C47-BEEA-57FDCEB8E470}"/>
              </a:ext>
            </a:extLst>
          </p:cNvPr>
          <p:cNvSpPr>
            <a:spLocks noGrp="1" noChangeArrowheads="1"/>
          </p:cNvSpPr>
          <p:nvPr>
            <p:ph type="sldNum" sz="quarter" idx="4"/>
          </p:nvPr>
        </p:nvSpPr>
        <p:spPr bwMode="auto">
          <a:xfrm>
            <a:off x="11480800" y="6400800"/>
            <a:ext cx="71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800" b="1" i="1">
                <a:solidFill>
                  <a:srgbClr val="C00000"/>
                </a:solidFill>
                <a:latin typeface="+mn-lt"/>
              </a:defRPr>
            </a:lvl1pPr>
          </a:lstStyle>
          <a:p>
            <a:fld id="{375F0208-B501-1940-A7C0-92DF3AA3486D}" type="slidenum">
              <a:rPr lang="en-US" smtClean="0"/>
              <a:t>‹#›</a:t>
            </a:fld>
            <a:endParaRPr lang="en-US"/>
          </a:p>
        </p:txBody>
      </p:sp>
    </p:spTree>
    <p:extLst>
      <p:ext uri="{BB962C8B-B14F-4D97-AF65-F5344CB8AC3E}">
        <p14:creationId xmlns:p14="http://schemas.microsoft.com/office/powerpoint/2010/main" val="7647448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fld id="{331B1802-8301-4F2A-8DDB-CE880733FF80}" type="slidenum">
              <a:rPr lang="en-US" altLang="en-US"/>
              <a:pPr/>
              <a:t>‹#›</a:t>
            </a:fld>
            <a:endParaRPr lang="en-US" altLang="en-US"/>
          </a:p>
        </p:txBody>
      </p:sp>
      <p:sp>
        <p:nvSpPr>
          <p:cNvPr id="3" name="Footer Placeholder 2"/>
          <p:cNvSpPr>
            <a:spLocks noGrp="1"/>
          </p:cNvSpPr>
          <p:nvPr>
            <p:ph type="ftr" sz="quarter" idx="11"/>
          </p:nvPr>
        </p:nvSpPr>
        <p:spPr/>
        <p:txBody>
          <a:bodyPr/>
          <a:lstStyle>
            <a:lvl1pPr>
              <a:defRPr/>
            </a:lvl1pPr>
          </a:lstStyle>
          <a:p>
            <a:endParaRPr lang="en-US" altLang="en-US"/>
          </a:p>
        </p:txBody>
      </p:sp>
    </p:spTree>
    <p:extLst>
      <p:ext uri="{BB962C8B-B14F-4D97-AF65-F5344CB8AC3E}">
        <p14:creationId xmlns:p14="http://schemas.microsoft.com/office/powerpoint/2010/main" val="11651488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GB"/>
              <a:t>Click to edit Master title style</a:t>
            </a:r>
            <a:endParaRPr lang="en-SG"/>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GB"/>
              <a:t>Click to edit Master text styles</a:t>
            </a:r>
          </a:p>
        </p:txBody>
      </p:sp>
      <p:sp>
        <p:nvSpPr>
          <p:cNvPr id="5" name="Slide Number Placeholder 4"/>
          <p:cNvSpPr>
            <a:spLocks noGrp="1"/>
          </p:cNvSpPr>
          <p:nvPr>
            <p:ph type="sldNum" sz="quarter" idx="10"/>
          </p:nvPr>
        </p:nvSpPr>
        <p:spPr/>
        <p:txBody>
          <a:bodyPr/>
          <a:lstStyle>
            <a:lvl1pPr>
              <a:defRPr/>
            </a:lvl1pPr>
          </a:lstStyle>
          <a:p>
            <a:fld id="{E1C0C41C-3BFF-4F00-9103-6A74971BCA1A}" type="slidenum">
              <a:rPr lang="en-US" altLang="en-US"/>
              <a:pPr/>
              <a:t>‹#›</a:t>
            </a:fld>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Tree>
    <p:extLst>
      <p:ext uri="{BB962C8B-B14F-4D97-AF65-F5344CB8AC3E}">
        <p14:creationId xmlns:p14="http://schemas.microsoft.com/office/powerpoint/2010/main" val="24875949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GB"/>
              <a:t>Click to edit Master title style</a:t>
            </a:r>
            <a:endParaRPr lang="en-SG"/>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GB"/>
              <a:t>Click icon to add picture</a:t>
            </a:r>
            <a:endParaRPr lang="en-SG"/>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GB"/>
              <a:t>Click to edit Master text styles</a:t>
            </a:r>
          </a:p>
        </p:txBody>
      </p:sp>
      <p:sp>
        <p:nvSpPr>
          <p:cNvPr id="5" name="Slide Number Placeholder 4"/>
          <p:cNvSpPr>
            <a:spLocks noGrp="1"/>
          </p:cNvSpPr>
          <p:nvPr>
            <p:ph type="sldNum" sz="quarter" idx="10"/>
          </p:nvPr>
        </p:nvSpPr>
        <p:spPr/>
        <p:txBody>
          <a:bodyPr/>
          <a:lstStyle>
            <a:lvl1pPr>
              <a:defRPr/>
            </a:lvl1pPr>
          </a:lstStyle>
          <a:p>
            <a:fld id="{4E13FA90-484E-4DE3-B424-C392F04A17A7}" type="slidenum">
              <a:rPr lang="en-US" altLang="en-US"/>
              <a:pPr/>
              <a:t>‹#›</a:t>
            </a:fld>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Tree>
    <p:extLst>
      <p:ext uri="{BB962C8B-B14F-4D97-AF65-F5344CB8AC3E}">
        <p14:creationId xmlns:p14="http://schemas.microsoft.com/office/powerpoint/2010/main" val="19143681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SG"/>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Slide Number Placeholder 3"/>
          <p:cNvSpPr>
            <a:spLocks noGrp="1"/>
          </p:cNvSpPr>
          <p:nvPr>
            <p:ph type="sldNum" sz="quarter" idx="10"/>
          </p:nvPr>
        </p:nvSpPr>
        <p:spPr/>
        <p:txBody>
          <a:bodyPr/>
          <a:lstStyle>
            <a:lvl1pPr>
              <a:defRPr/>
            </a:lvl1pPr>
          </a:lstStyle>
          <a:p>
            <a:fld id="{353736A7-1CF8-489E-892E-251703C596F5}" type="slidenum">
              <a:rPr lang="en-US" altLang="en-US"/>
              <a:pPr/>
              <a:t>‹#›</a:t>
            </a:fld>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Tree>
    <p:extLst>
      <p:ext uri="{BB962C8B-B14F-4D97-AF65-F5344CB8AC3E}">
        <p14:creationId xmlns:p14="http://schemas.microsoft.com/office/powerpoint/2010/main" val="35425032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28600"/>
            <a:ext cx="2743200" cy="6324600"/>
          </a:xfrm>
        </p:spPr>
        <p:txBody>
          <a:bodyPr vert="eaVert"/>
          <a:lstStyle/>
          <a:p>
            <a:r>
              <a:rPr lang="en-GB"/>
              <a:t>Click to edit Master title style</a:t>
            </a:r>
            <a:endParaRPr lang="en-SG"/>
          </a:p>
        </p:txBody>
      </p:sp>
      <p:sp>
        <p:nvSpPr>
          <p:cNvPr id="3" name="Vertical Text Placeholder 2"/>
          <p:cNvSpPr>
            <a:spLocks noGrp="1"/>
          </p:cNvSpPr>
          <p:nvPr>
            <p:ph type="body" orient="vert" idx="1"/>
          </p:nvPr>
        </p:nvSpPr>
        <p:spPr>
          <a:xfrm>
            <a:off x="609600" y="228600"/>
            <a:ext cx="8026400" cy="632460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Slide Number Placeholder 3"/>
          <p:cNvSpPr>
            <a:spLocks noGrp="1"/>
          </p:cNvSpPr>
          <p:nvPr>
            <p:ph type="sldNum" sz="quarter" idx="10"/>
          </p:nvPr>
        </p:nvSpPr>
        <p:spPr/>
        <p:txBody>
          <a:bodyPr/>
          <a:lstStyle>
            <a:lvl1pPr>
              <a:defRPr/>
            </a:lvl1pPr>
          </a:lstStyle>
          <a:p>
            <a:fld id="{98DB63F7-3E41-4A34-957B-2A3C4747AE5E}" type="slidenum">
              <a:rPr lang="en-US" altLang="en-US"/>
              <a:pPr/>
              <a:t>‹#›</a:t>
            </a:fld>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Tree>
    <p:extLst>
      <p:ext uri="{BB962C8B-B14F-4D97-AF65-F5344CB8AC3E}">
        <p14:creationId xmlns:p14="http://schemas.microsoft.com/office/powerpoint/2010/main" val="5994881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87600"/>
          </a:xfrm>
        </p:spPr>
        <p:txBody>
          <a:bodyPr anchor="b">
            <a:normAutofit/>
          </a:bodyPr>
          <a:lstStyle>
            <a:lvl1pPr algn="ctr">
              <a:defRPr sz="45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1800">
                <a:solidFill>
                  <a:schemeClr val="tx1">
                    <a:lumMod val="75000"/>
                    <a:lumOff val="25000"/>
                  </a:schemeClr>
                </a:solidFill>
              </a:defRPr>
            </a:lvl1pPr>
            <a:lvl2pPr marL="342891" indent="0" algn="ctr">
              <a:buNone/>
              <a:defRPr sz="2100"/>
            </a:lvl2pPr>
            <a:lvl3pPr marL="685783" indent="0" algn="ctr">
              <a:buNone/>
              <a:defRPr sz="1800"/>
            </a:lvl3pPr>
            <a:lvl4pPr marL="1028674" indent="0" algn="ctr">
              <a:buNone/>
              <a:defRPr sz="1500"/>
            </a:lvl4pPr>
            <a:lvl5pPr marL="1371566" indent="0" algn="ctr">
              <a:buNone/>
              <a:defRPr sz="1500"/>
            </a:lvl5pPr>
            <a:lvl6pPr marL="1714457" indent="0" algn="ctr">
              <a:buNone/>
              <a:defRPr sz="1500"/>
            </a:lvl6pPr>
            <a:lvl7pPr marL="2057349" indent="0" algn="ctr">
              <a:buNone/>
              <a:defRPr sz="1500"/>
            </a:lvl7pPr>
            <a:lvl8pPr marL="2400240" indent="0" algn="ctr">
              <a:buNone/>
              <a:defRPr sz="1500"/>
            </a:lvl8pPr>
            <a:lvl9pPr marL="2743131" indent="0" algn="ctr">
              <a:buNone/>
              <a:defRPr sz="15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668242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500911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12423"/>
            <a:ext cx="10515600" cy="2851208"/>
          </a:xfrm>
        </p:spPr>
        <p:txBody>
          <a:bodyPr anchor="b">
            <a:normAutofit/>
          </a:bodyPr>
          <a:lstStyle>
            <a:lvl1pPr>
              <a:defRPr sz="4500" b="0"/>
            </a:lvl1pPr>
          </a:lstStyle>
          <a:p>
            <a:r>
              <a:rPr lang="en-GB"/>
              <a:t>Click to edit Master title style</a:t>
            </a:r>
            <a:endParaRPr lang="en-US" dirty="0"/>
          </a:p>
        </p:txBody>
      </p:sp>
      <p:sp>
        <p:nvSpPr>
          <p:cNvPr id="3" name="Text Placeholder 2"/>
          <p:cNvSpPr>
            <a:spLocks noGrp="1"/>
          </p:cNvSpPr>
          <p:nvPr>
            <p:ph type="body" idx="1"/>
          </p:nvPr>
        </p:nvSpPr>
        <p:spPr>
          <a:xfrm>
            <a:off x="831851" y="4552637"/>
            <a:ext cx="10515600" cy="1500187"/>
          </a:xfrm>
        </p:spPr>
        <p:txBody>
          <a:bodyPr anchor="t">
            <a:normAutofit/>
          </a:bodyPr>
          <a:lstStyle>
            <a:lvl1pPr marL="0" indent="0">
              <a:buNone/>
              <a:defRPr sz="1800">
                <a:solidFill>
                  <a:schemeClr val="tx1">
                    <a:lumMod val="75000"/>
                    <a:lumOff val="25000"/>
                  </a:schemeClr>
                </a:solidFill>
              </a:defRPr>
            </a:lvl1pPr>
            <a:lvl2pPr marL="342891" indent="0">
              <a:buNone/>
              <a:defRPr sz="1351">
                <a:solidFill>
                  <a:schemeClr val="tx1">
                    <a:tint val="75000"/>
                  </a:schemeClr>
                </a:solidFill>
              </a:defRPr>
            </a:lvl2pPr>
            <a:lvl3pPr marL="685783" indent="0">
              <a:buNone/>
              <a:defRPr sz="1200">
                <a:solidFill>
                  <a:schemeClr val="tx1">
                    <a:tint val="75000"/>
                  </a:schemeClr>
                </a:solidFill>
              </a:defRPr>
            </a:lvl3pPr>
            <a:lvl4pPr marL="1028674" indent="0">
              <a:buNone/>
              <a:defRPr sz="1051">
                <a:solidFill>
                  <a:schemeClr val="tx1">
                    <a:tint val="75000"/>
                  </a:schemeClr>
                </a:solidFill>
              </a:defRPr>
            </a:lvl4pPr>
            <a:lvl5pPr marL="1371566" indent="0">
              <a:buNone/>
              <a:defRPr sz="1051">
                <a:solidFill>
                  <a:schemeClr val="tx1">
                    <a:tint val="75000"/>
                  </a:schemeClr>
                </a:solidFill>
              </a:defRPr>
            </a:lvl5pPr>
            <a:lvl6pPr marL="1714457" indent="0">
              <a:buNone/>
              <a:defRPr sz="1051">
                <a:solidFill>
                  <a:schemeClr val="tx1">
                    <a:tint val="75000"/>
                  </a:schemeClr>
                </a:solidFill>
              </a:defRPr>
            </a:lvl6pPr>
            <a:lvl7pPr marL="2057349" indent="0">
              <a:buNone/>
              <a:defRPr sz="1051">
                <a:solidFill>
                  <a:schemeClr val="tx1">
                    <a:tint val="75000"/>
                  </a:schemeClr>
                </a:solidFill>
              </a:defRPr>
            </a:lvl7pPr>
            <a:lvl8pPr marL="2400240" indent="0">
              <a:buNone/>
              <a:defRPr sz="1051">
                <a:solidFill>
                  <a:schemeClr val="tx1">
                    <a:tint val="75000"/>
                  </a:schemeClr>
                </a:solidFill>
              </a:defRPr>
            </a:lvl8pPr>
            <a:lvl9pPr marL="2743131" indent="0">
              <a:buNone/>
              <a:defRPr sz="1051">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007880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45127" y="1828803"/>
            <a:ext cx="5181600" cy="435133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8803"/>
            <a:ext cx="5181600" cy="435133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3185032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127" y="1681852"/>
            <a:ext cx="5156200" cy="825699"/>
          </a:xfrm>
        </p:spPr>
        <p:txBody>
          <a:bodyPr anchor="b">
            <a:normAutofit/>
          </a:bodyPr>
          <a:lstStyle>
            <a:lvl1pPr marL="0" indent="0">
              <a:spcBef>
                <a:spcPts val="0"/>
              </a:spcBef>
              <a:buNone/>
              <a:defRPr sz="18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GB"/>
              <a:t>Click to edit Master text styles</a:t>
            </a:r>
          </a:p>
        </p:txBody>
      </p:sp>
      <p:sp>
        <p:nvSpPr>
          <p:cNvPr id="4" name="Content Placeholder 3"/>
          <p:cNvSpPr>
            <a:spLocks noGrp="1"/>
          </p:cNvSpPr>
          <p:nvPr>
            <p:ph sz="half" idx="2"/>
          </p:nvPr>
        </p:nvSpPr>
        <p:spPr>
          <a:xfrm>
            <a:off x="845127" y="2507554"/>
            <a:ext cx="5156200" cy="36805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2" y="1681851"/>
            <a:ext cx="5181601" cy="825698"/>
          </a:xfrm>
        </p:spPr>
        <p:txBody>
          <a:bodyPr anchor="b"/>
          <a:lstStyle>
            <a:lvl1pPr marL="0" indent="0">
              <a:spcBef>
                <a:spcPts val="0"/>
              </a:spcBef>
              <a:buNone/>
              <a:defRPr sz="18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GB"/>
              <a:t>Click to edit Master text styles</a:t>
            </a:r>
          </a:p>
        </p:txBody>
      </p:sp>
      <p:sp>
        <p:nvSpPr>
          <p:cNvPr id="6" name="Content Placeholder 5"/>
          <p:cNvSpPr>
            <a:spLocks noGrp="1"/>
          </p:cNvSpPr>
          <p:nvPr>
            <p:ph sz="quarter" idx="4"/>
          </p:nvPr>
        </p:nvSpPr>
        <p:spPr>
          <a:xfrm>
            <a:off x="6172202" y="2507554"/>
            <a:ext cx="5181601" cy="36805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0" name="Title 9"/>
          <p:cNvSpPr>
            <a:spLocks noGrp="1"/>
          </p:cNvSpPr>
          <p:nvPr>
            <p:ph type="title"/>
          </p:nvPr>
        </p:nvSpPr>
        <p:spPr/>
        <p:txBody>
          <a:bodyPr/>
          <a:lstStyle/>
          <a:p>
            <a:r>
              <a:rPr lang="en-GB"/>
              <a:t>Click to edit Master title style</a:t>
            </a:r>
            <a:endParaRPr lang="en-US" dirty="0"/>
          </a:p>
        </p:txBody>
      </p:sp>
    </p:spTree>
    <p:extLst>
      <p:ext uri="{BB962C8B-B14F-4D97-AF65-F5344CB8AC3E}">
        <p14:creationId xmlns:p14="http://schemas.microsoft.com/office/powerpoint/2010/main" val="5909756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Title 5"/>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347541570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621735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4"/>
            <a:ext cx="3931920" cy="1600197"/>
          </a:xfrm>
        </p:spPr>
        <p:txBody>
          <a:bodyPr anchor="b">
            <a:normAutofit/>
          </a:bodyPr>
          <a:lstStyle>
            <a:lvl1pPr>
              <a:defRPr sz="2400" b="0"/>
            </a:lvl1pPr>
          </a:lstStyle>
          <a:p>
            <a:r>
              <a:rPr lang="en-GB"/>
              <a:t>Click to edit Master title style</a:t>
            </a:r>
            <a:endParaRPr lang="en-US" dirty="0"/>
          </a:p>
        </p:txBody>
      </p:sp>
      <p:sp>
        <p:nvSpPr>
          <p:cNvPr id="3" name="Content Placeholder 2"/>
          <p:cNvSpPr>
            <a:spLocks noGrp="1"/>
          </p:cNvSpPr>
          <p:nvPr>
            <p:ph idx="1"/>
          </p:nvPr>
        </p:nvSpPr>
        <p:spPr>
          <a:xfrm>
            <a:off x="5181600" y="990600"/>
            <a:ext cx="6172200" cy="487680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41248" y="2057399"/>
            <a:ext cx="3931920" cy="3810001"/>
          </a:xfrm>
        </p:spPr>
        <p:txBody>
          <a:bodyPr>
            <a:normAutofit/>
          </a:bodyPr>
          <a:lstStyle>
            <a:lvl1pPr marL="0" indent="0">
              <a:lnSpc>
                <a:spcPct val="90000"/>
              </a:lnSpc>
              <a:buNone/>
              <a:defRPr sz="1200"/>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GB"/>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166191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200"/>
          </a:xfrm>
        </p:spPr>
        <p:txBody>
          <a:bodyPr anchor="b">
            <a:normAutofit/>
          </a:bodyPr>
          <a:lstStyle>
            <a:lvl1pPr>
              <a:defRPr sz="2400" b="0"/>
            </a:lvl1pPr>
          </a:lstStyle>
          <a:p>
            <a:r>
              <a:rPr lang="en-GB"/>
              <a:t>Click to edit Master title style</a:t>
            </a:r>
            <a:endParaRPr lang="en-US" dirty="0"/>
          </a:p>
        </p:txBody>
      </p:sp>
      <p:sp>
        <p:nvSpPr>
          <p:cNvPr id="3" name="Picture Placeholder 2"/>
          <p:cNvSpPr>
            <a:spLocks noGrp="1"/>
          </p:cNvSpPr>
          <p:nvPr>
            <p:ph type="pic" idx="1"/>
          </p:nvPr>
        </p:nvSpPr>
        <p:spPr>
          <a:xfrm>
            <a:off x="5181600" y="990600"/>
            <a:ext cx="6172200" cy="4876800"/>
          </a:xfrm>
        </p:spPr>
        <p:txBody>
          <a:bodyPr/>
          <a:lstStyle>
            <a:lvl1pPr marL="0" indent="0">
              <a:buNone/>
              <a:defRPr sz="2400"/>
            </a:lvl1pPr>
            <a:lvl2pPr marL="342891" indent="0">
              <a:buNone/>
              <a:defRPr sz="2100"/>
            </a:lvl2pPr>
            <a:lvl3pPr marL="685783" indent="0">
              <a:buNone/>
              <a:defRPr sz="1800"/>
            </a:lvl3pPr>
            <a:lvl4pPr marL="1028674" indent="0">
              <a:buNone/>
              <a:defRPr sz="1500"/>
            </a:lvl4pPr>
            <a:lvl5pPr marL="1371566" indent="0">
              <a:buNone/>
              <a:defRPr sz="1500"/>
            </a:lvl5pPr>
            <a:lvl6pPr marL="1714457" indent="0">
              <a:buNone/>
              <a:defRPr sz="1500"/>
            </a:lvl6pPr>
            <a:lvl7pPr marL="2057349" indent="0">
              <a:buNone/>
              <a:defRPr sz="1500"/>
            </a:lvl7pPr>
            <a:lvl8pPr marL="2400240" indent="0">
              <a:buNone/>
              <a:defRPr sz="1500"/>
            </a:lvl8pPr>
            <a:lvl9pPr marL="2743131" indent="0">
              <a:buNone/>
              <a:defRPr sz="1500"/>
            </a:lvl9pPr>
          </a:lstStyle>
          <a:p>
            <a:r>
              <a:rPr lang="en-GB"/>
              <a:t>Click icon to add picture</a:t>
            </a:r>
            <a:endParaRPr lang="en-US" dirty="0"/>
          </a:p>
        </p:txBody>
      </p:sp>
      <p:sp>
        <p:nvSpPr>
          <p:cNvPr id="4" name="Text Placeholder 3"/>
          <p:cNvSpPr>
            <a:spLocks noGrp="1"/>
          </p:cNvSpPr>
          <p:nvPr>
            <p:ph type="body" sz="half" idx="2"/>
          </p:nvPr>
        </p:nvSpPr>
        <p:spPr>
          <a:xfrm>
            <a:off x="841248" y="2057400"/>
            <a:ext cx="3931920" cy="3810000"/>
          </a:xfrm>
        </p:spPr>
        <p:txBody>
          <a:bodyPr>
            <a:normAutofit/>
          </a:bodyPr>
          <a:lstStyle>
            <a:lvl1pPr marL="0" indent="0">
              <a:lnSpc>
                <a:spcPct val="90000"/>
              </a:lnSpc>
              <a:buNone/>
              <a:defRPr sz="1200"/>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GB"/>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838199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6761666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0362"/>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2" y="360366"/>
            <a:ext cx="7734300" cy="581183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990138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609600" y="277816"/>
            <a:ext cx="10972800" cy="712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n-US"/>
              <a:t>Click to edit Master title style</a:t>
            </a:r>
            <a:endParaRPr lang="en-US" altLang="en-US"/>
          </a:p>
        </p:txBody>
      </p:sp>
      <p:sp>
        <p:nvSpPr>
          <p:cNvPr id="7171" name="Rectangle 3"/>
          <p:cNvSpPr>
            <a:spLocks noGrp="1" noChangeArrowheads="1"/>
          </p:cNvSpPr>
          <p:nvPr>
            <p:ph type="body" idx="1"/>
          </p:nvPr>
        </p:nvSpPr>
        <p:spPr bwMode="auto">
          <a:xfrm>
            <a:off x="609600" y="990600"/>
            <a:ext cx="1097280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endParaRPr lang="en-US" altLang="en-US"/>
          </a:p>
        </p:txBody>
      </p:sp>
      <p:sp>
        <p:nvSpPr>
          <p:cNvPr id="7172" name="Rectangle 4"/>
          <p:cNvSpPr>
            <a:spLocks noGrp="1" noChangeArrowheads="1"/>
          </p:cNvSpPr>
          <p:nvPr>
            <p:ph type="sldNum" sz="quarter" idx="4"/>
          </p:nvPr>
        </p:nvSpPr>
        <p:spPr bwMode="auto">
          <a:xfrm>
            <a:off x="11480800" y="6400800"/>
            <a:ext cx="71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800" b="1" i="1">
                <a:solidFill>
                  <a:srgbClr val="C00000"/>
                </a:solidFill>
                <a:latin typeface="+mn-lt"/>
              </a:defRPr>
            </a:lvl1pPr>
          </a:lstStyle>
          <a:p>
            <a:fld id="{375F0208-B501-1940-A7C0-92DF3AA3486D}" type="slidenum">
              <a:rPr lang="en-US" smtClean="0"/>
              <a:t>‹#›</a:t>
            </a:fld>
            <a:endParaRPr lang="en-US"/>
          </a:p>
        </p:txBody>
      </p:sp>
      <p:sp>
        <p:nvSpPr>
          <p:cNvPr id="7173" name="Freeform 5"/>
          <p:cNvSpPr>
            <a:spLocks noChangeArrowheads="1"/>
          </p:cNvSpPr>
          <p:nvPr/>
        </p:nvSpPr>
        <p:spPr bwMode="auto">
          <a:xfrm>
            <a:off x="508000" y="228600"/>
            <a:ext cx="10972800" cy="609600"/>
          </a:xfrm>
          <a:custGeom>
            <a:avLst/>
            <a:gdLst>
              <a:gd name="T0" fmla="*/ 0 w 1000"/>
              <a:gd name="T1" fmla="*/ 1000 h 1000"/>
              <a:gd name="T2" fmla="*/ 0 w 1000"/>
              <a:gd name="T3" fmla="*/ 0 h 1000"/>
              <a:gd name="T4" fmla="*/ 1000 w 1000"/>
              <a:gd name="T5" fmla="*/ 0 h 1000"/>
            </a:gdLst>
            <a:ahLst/>
            <a:cxnLst>
              <a:cxn ang="0">
                <a:pos x="T0" y="T1"/>
              </a:cxn>
              <a:cxn ang="0">
                <a:pos x="T2" y="T3"/>
              </a:cxn>
              <a:cxn ang="0">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SG" sz="1800"/>
          </a:p>
        </p:txBody>
      </p:sp>
      <p:sp>
        <p:nvSpPr>
          <p:cNvPr id="7174" name="Line 6"/>
          <p:cNvSpPr>
            <a:spLocks noChangeShapeType="1"/>
          </p:cNvSpPr>
          <p:nvPr/>
        </p:nvSpPr>
        <p:spPr bwMode="auto">
          <a:xfrm>
            <a:off x="609600" y="6629400"/>
            <a:ext cx="10972800"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1800"/>
          </a:p>
        </p:txBody>
      </p:sp>
      <p:sp>
        <p:nvSpPr>
          <p:cNvPr id="7175" name="Rectangle 7"/>
          <p:cNvSpPr>
            <a:spLocks noGrp="1" noChangeArrowheads="1"/>
          </p:cNvSpPr>
          <p:nvPr>
            <p:ph type="ftr" sz="quarter" idx="3"/>
          </p:nvPr>
        </p:nvSpPr>
        <p:spPr bwMode="auto">
          <a:xfrm>
            <a:off x="812800" y="6521450"/>
            <a:ext cx="2946400" cy="228600"/>
          </a:xfrm>
          <a:prstGeom prst="rect">
            <a:avLst/>
          </a:prstGeom>
          <a:solidFill>
            <a:schemeClr val="bg1">
              <a:alpha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mj-lt"/>
              </a:defRPr>
            </a:lvl1pPr>
          </a:lstStyle>
          <a:p>
            <a:endParaRPr lang="en-US" dirty="0"/>
          </a:p>
        </p:txBody>
      </p:sp>
    </p:spTree>
    <p:extLst>
      <p:ext uri="{BB962C8B-B14F-4D97-AF65-F5344CB8AC3E}">
        <p14:creationId xmlns:p14="http://schemas.microsoft.com/office/powerpoint/2010/main" val="17219965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lvl1pPr algn="l" rtl="0" eaLnBrk="1" fontAlgn="base" hangingPunct="1">
        <a:spcBef>
          <a:spcPct val="0"/>
        </a:spcBef>
        <a:spcAft>
          <a:spcPct val="0"/>
        </a:spcAft>
        <a:defRPr sz="4200">
          <a:solidFill>
            <a:schemeClr val="tx2"/>
          </a:solidFill>
          <a:latin typeface="+mj-lt"/>
          <a:ea typeface="+mj-ea"/>
          <a:cs typeface="+mj-cs"/>
        </a:defRPr>
      </a:lvl1pPr>
      <a:lvl2pPr algn="l" rtl="0" eaLnBrk="1" fontAlgn="base" hangingPunct="1">
        <a:spcBef>
          <a:spcPct val="0"/>
        </a:spcBef>
        <a:spcAft>
          <a:spcPct val="0"/>
        </a:spcAft>
        <a:defRPr sz="4200">
          <a:solidFill>
            <a:schemeClr val="tx2"/>
          </a:solidFill>
          <a:latin typeface="Garamond" pitchFamily="18" charset="0"/>
        </a:defRPr>
      </a:lvl2pPr>
      <a:lvl3pPr algn="l" rtl="0" eaLnBrk="1" fontAlgn="base" hangingPunct="1">
        <a:spcBef>
          <a:spcPct val="0"/>
        </a:spcBef>
        <a:spcAft>
          <a:spcPct val="0"/>
        </a:spcAft>
        <a:defRPr sz="4200">
          <a:solidFill>
            <a:schemeClr val="tx2"/>
          </a:solidFill>
          <a:latin typeface="Garamond" pitchFamily="18" charset="0"/>
        </a:defRPr>
      </a:lvl3pPr>
      <a:lvl4pPr algn="l" rtl="0" eaLnBrk="1" fontAlgn="base" hangingPunct="1">
        <a:spcBef>
          <a:spcPct val="0"/>
        </a:spcBef>
        <a:spcAft>
          <a:spcPct val="0"/>
        </a:spcAft>
        <a:defRPr sz="4200">
          <a:solidFill>
            <a:schemeClr val="tx2"/>
          </a:solidFill>
          <a:latin typeface="Garamond" pitchFamily="18" charset="0"/>
        </a:defRPr>
      </a:lvl4pPr>
      <a:lvl5pPr algn="l" rtl="0" eaLnBrk="1" fontAlgn="base" hangingPunct="1">
        <a:spcBef>
          <a:spcPct val="0"/>
        </a:spcBef>
        <a:spcAft>
          <a:spcPct val="0"/>
        </a:spcAft>
        <a:defRPr sz="4200">
          <a:solidFill>
            <a:schemeClr val="tx2"/>
          </a:solidFill>
          <a:latin typeface="Garamond" pitchFamily="18" charset="0"/>
        </a:defRPr>
      </a:lvl5pPr>
      <a:lvl6pPr marL="457189" algn="l" rtl="0" eaLnBrk="1" fontAlgn="base" hangingPunct="1">
        <a:spcBef>
          <a:spcPct val="0"/>
        </a:spcBef>
        <a:spcAft>
          <a:spcPct val="0"/>
        </a:spcAft>
        <a:defRPr sz="4200">
          <a:solidFill>
            <a:schemeClr val="tx2"/>
          </a:solidFill>
          <a:latin typeface="Garamond" pitchFamily="18" charset="0"/>
        </a:defRPr>
      </a:lvl6pPr>
      <a:lvl7pPr marL="914377" algn="l" rtl="0" eaLnBrk="1" fontAlgn="base" hangingPunct="1">
        <a:spcBef>
          <a:spcPct val="0"/>
        </a:spcBef>
        <a:spcAft>
          <a:spcPct val="0"/>
        </a:spcAft>
        <a:defRPr sz="4200">
          <a:solidFill>
            <a:schemeClr val="tx2"/>
          </a:solidFill>
          <a:latin typeface="Garamond" pitchFamily="18" charset="0"/>
        </a:defRPr>
      </a:lvl7pPr>
      <a:lvl8pPr marL="1371566" algn="l" rtl="0" eaLnBrk="1" fontAlgn="base" hangingPunct="1">
        <a:spcBef>
          <a:spcPct val="0"/>
        </a:spcBef>
        <a:spcAft>
          <a:spcPct val="0"/>
        </a:spcAft>
        <a:defRPr sz="4200">
          <a:solidFill>
            <a:schemeClr val="tx2"/>
          </a:solidFill>
          <a:latin typeface="Garamond" pitchFamily="18" charset="0"/>
        </a:defRPr>
      </a:lvl8pPr>
      <a:lvl9pPr marL="1828754" algn="l" rtl="0" eaLnBrk="1" fontAlgn="base" hangingPunct="1">
        <a:spcBef>
          <a:spcPct val="0"/>
        </a:spcBef>
        <a:spcAft>
          <a:spcPct val="0"/>
        </a:spcAft>
        <a:defRPr sz="4200">
          <a:solidFill>
            <a:schemeClr val="tx2"/>
          </a:solidFill>
          <a:latin typeface="Garamond" pitchFamily="18" charset="0"/>
        </a:defRPr>
      </a:lvl9pPr>
    </p:titleStyle>
    <p:bodyStyle>
      <a:lvl1pPr marL="342891" indent="-342891" algn="l" rtl="0" eaLnBrk="1" fontAlgn="base" hangingPunct="1">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09" indent="-325431" algn="l" rtl="0" eaLnBrk="1" fontAlgn="base" hangingPunct="1">
        <a:spcBef>
          <a:spcPct val="20000"/>
        </a:spcBef>
        <a:spcAft>
          <a:spcPct val="0"/>
        </a:spcAft>
        <a:buClr>
          <a:schemeClr val="accent2"/>
        </a:buClr>
        <a:buSzPct val="60000"/>
        <a:buFont typeface="Wingdings" pitchFamily="2" charset="2"/>
        <a:buChar char="q"/>
        <a:defRPr sz="2600">
          <a:solidFill>
            <a:schemeClr val="tx1"/>
          </a:solidFill>
          <a:latin typeface="+mn-lt"/>
        </a:defRPr>
      </a:lvl2pPr>
      <a:lvl3pPr marL="1022325" indent="-350830" algn="l" rtl="0" eaLnBrk="1" fontAlgn="base" hangingPunct="1">
        <a:spcBef>
          <a:spcPct val="20000"/>
        </a:spcBef>
        <a:spcAft>
          <a:spcPct val="0"/>
        </a:spcAft>
        <a:buClr>
          <a:schemeClr val="accent1"/>
        </a:buClr>
        <a:buSzPct val="65000"/>
        <a:buFont typeface="Wingdings" pitchFamily="2" charset="2"/>
        <a:buChar char="n"/>
        <a:defRPr sz="2200">
          <a:solidFill>
            <a:schemeClr val="tx1"/>
          </a:solidFill>
          <a:latin typeface="+mn-lt"/>
        </a:defRPr>
      </a:lvl3pPr>
      <a:lvl4pPr marL="1339817" indent="-315905" algn="l" rtl="0" eaLnBrk="1" fontAlgn="base" hangingPunct="1">
        <a:spcBef>
          <a:spcPct val="20000"/>
        </a:spcBef>
        <a:spcAft>
          <a:spcPct val="0"/>
        </a:spcAft>
        <a:buClr>
          <a:schemeClr val="accent2"/>
        </a:buClr>
        <a:buSzPct val="70000"/>
        <a:buFont typeface="Wingdings" pitchFamily="2" charset="2"/>
        <a:buChar char="q"/>
        <a:defRPr sz="2000">
          <a:solidFill>
            <a:schemeClr val="tx1"/>
          </a:solidFill>
          <a:latin typeface="+mn-lt"/>
        </a:defRPr>
      </a:lvl4pPr>
      <a:lvl5pPr marL="1681121" indent="-339717"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5pPr>
      <a:lvl6pPr marL="2138309" indent="-339717"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498" indent="-339717"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686" indent="-339717"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875" indent="-339717"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bwMode="auto">
          <a:xfrm>
            <a:off x="609600" y="228600"/>
            <a:ext cx="10972800" cy="788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n-US"/>
              <a:t>Click to edit Master title style</a:t>
            </a:r>
            <a:endParaRPr lang="en-US" altLang="en-US"/>
          </a:p>
        </p:txBody>
      </p:sp>
      <p:sp>
        <p:nvSpPr>
          <p:cNvPr id="35843" name="Rectangle 3"/>
          <p:cNvSpPr>
            <a:spLocks noGrp="1" noChangeArrowheads="1"/>
          </p:cNvSpPr>
          <p:nvPr>
            <p:ph type="body" idx="1"/>
          </p:nvPr>
        </p:nvSpPr>
        <p:spPr bwMode="auto">
          <a:xfrm>
            <a:off x="609600" y="1219200"/>
            <a:ext cx="10972800"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endParaRPr lang="en-US" altLang="en-US"/>
          </a:p>
        </p:txBody>
      </p:sp>
      <p:sp>
        <p:nvSpPr>
          <p:cNvPr id="35844" name="Freeform 4"/>
          <p:cNvSpPr>
            <a:spLocks noChangeArrowheads="1"/>
          </p:cNvSpPr>
          <p:nvPr/>
        </p:nvSpPr>
        <p:spPr bwMode="auto">
          <a:xfrm>
            <a:off x="508000" y="152400"/>
            <a:ext cx="10972800" cy="609600"/>
          </a:xfrm>
          <a:custGeom>
            <a:avLst/>
            <a:gdLst>
              <a:gd name="T0" fmla="*/ 0 w 1000"/>
              <a:gd name="T1" fmla="*/ 1000 h 1000"/>
              <a:gd name="T2" fmla="*/ 0 w 1000"/>
              <a:gd name="T3" fmla="*/ 0 h 1000"/>
              <a:gd name="T4" fmla="*/ 1000 w 1000"/>
              <a:gd name="T5" fmla="*/ 0 h 1000"/>
            </a:gdLst>
            <a:ahLst/>
            <a:cxnLst>
              <a:cxn ang="0">
                <a:pos x="T0" y="T1"/>
              </a:cxn>
              <a:cxn ang="0">
                <a:pos x="T2" y="T3"/>
              </a:cxn>
              <a:cxn ang="0">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SG"/>
          </a:p>
        </p:txBody>
      </p:sp>
      <p:sp>
        <p:nvSpPr>
          <p:cNvPr id="35845" name="Line 5"/>
          <p:cNvSpPr>
            <a:spLocks noChangeShapeType="1"/>
          </p:cNvSpPr>
          <p:nvPr/>
        </p:nvSpPr>
        <p:spPr bwMode="auto">
          <a:xfrm>
            <a:off x="609600" y="6629400"/>
            <a:ext cx="10972800"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a:p>
        </p:txBody>
      </p:sp>
      <p:sp>
        <p:nvSpPr>
          <p:cNvPr id="35846" name="Rectangle 6"/>
          <p:cNvSpPr>
            <a:spLocks noGrp="1" noChangeArrowheads="1"/>
          </p:cNvSpPr>
          <p:nvPr>
            <p:ph type="sldNum" sz="quarter" idx="4"/>
          </p:nvPr>
        </p:nvSpPr>
        <p:spPr bwMode="auto">
          <a:xfrm>
            <a:off x="11582400" y="6629400"/>
            <a:ext cx="6096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lnSpc>
                <a:spcPct val="50000"/>
              </a:lnSpc>
              <a:defRPr sz="1400"/>
            </a:lvl1pPr>
          </a:lstStyle>
          <a:p>
            <a:fld id="{340BAAAD-52D6-4FB3-AB55-71C64A1E2A0A}" type="slidenum">
              <a:rPr lang="en-US" altLang="en-US"/>
              <a:pPr/>
              <a:t>‹#›</a:t>
            </a:fld>
            <a:endParaRPr lang="en-US" altLang="en-US"/>
          </a:p>
        </p:txBody>
      </p:sp>
      <p:sp>
        <p:nvSpPr>
          <p:cNvPr id="35847" name="Rectangle 7"/>
          <p:cNvSpPr>
            <a:spLocks noGrp="1" noChangeArrowheads="1"/>
          </p:cNvSpPr>
          <p:nvPr>
            <p:ph type="ftr" sz="quarter" idx="3"/>
          </p:nvPr>
        </p:nvSpPr>
        <p:spPr bwMode="auto">
          <a:xfrm>
            <a:off x="711200" y="6553200"/>
            <a:ext cx="2540000" cy="152400"/>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ctr">
              <a:defRPr sz="800">
                <a:solidFill>
                  <a:schemeClr val="tx2"/>
                </a:solidFill>
                <a:latin typeface="Arial Black" pitchFamily="34" charset="0"/>
              </a:defRPr>
            </a:lvl1pPr>
          </a:lstStyle>
          <a:p>
            <a:endParaRPr lang="en-US" altLang="en-US"/>
          </a:p>
        </p:txBody>
      </p:sp>
    </p:spTree>
    <p:extLst>
      <p:ext uri="{BB962C8B-B14F-4D97-AF65-F5344CB8AC3E}">
        <p14:creationId xmlns:p14="http://schemas.microsoft.com/office/powerpoint/2010/main" val="4220196461"/>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sldNum="0" hdr="0" ftr="0" dt="0"/>
  <p:txStyles>
    <p:titleStyle>
      <a:lvl1pPr algn="l" rtl="0" eaLnBrk="1" fontAlgn="base" hangingPunct="1">
        <a:spcBef>
          <a:spcPct val="0"/>
        </a:spcBef>
        <a:spcAft>
          <a:spcPct val="0"/>
        </a:spcAft>
        <a:defRPr sz="4200">
          <a:solidFill>
            <a:schemeClr val="tx2"/>
          </a:solidFill>
          <a:latin typeface="+mj-lt"/>
          <a:ea typeface="+mj-ea"/>
          <a:cs typeface="+mj-cs"/>
        </a:defRPr>
      </a:lvl1pPr>
      <a:lvl2pPr algn="l" rtl="0" eaLnBrk="1" fontAlgn="base" hangingPunct="1">
        <a:spcBef>
          <a:spcPct val="0"/>
        </a:spcBef>
        <a:spcAft>
          <a:spcPct val="0"/>
        </a:spcAft>
        <a:defRPr sz="4200">
          <a:solidFill>
            <a:schemeClr val="tx2"/>
          </a:solidFill>
          <a:latin typeface="Garamond" pitchFamily="18" charset="0"/>
          <a:cs typeface="Arial" charset="0"/>
        </a:defRPr>
      </a:lvl2pPr>
      <a:lvl3pPr algn="l" rtl="0" eaLnBrk="1" fontAlgn="base" hangingPunct="1">
        <a:spcBef>
          <a:spcPct val="0"/>
        </a:spcBef>
        <a:spcAft>
          <a:spcPct val="0"/>
        </a:spcAft>
        <a:defRPr sz="4200">
          <a:solidFill>
            <a:schemeClr val="tx2"/>
          </a:solidFill>
          <a:latin typeface="Garamond" pitchFamily="18" charset="0"/>
          <a:cs typeface="Arial" charset="0"/>
        </a:defRPr>
      </a:lvl3pPr>
      <a:lvl4pPr algn="l" rtl="0" eaLnBrk="1" fontAlgn="base" hangingPunct="1">
        <a:spcBef>
          <a:spcPct val="0"/>
        </a:spcBef>
        <a:spcAft>
          <a:spcPct val="0"/>
        </a:spcAft>
        <a:defRPr sz="4200">
          <a:solidFill>
            <a:schemeClr val="tx2"/>
          </a:solidFill>
          <a:latin typeface="Garamond" pitchFamily="18" charset="0"/>
          <a:cs typeface="Arial" charset="0"/>
        </a:defRPr>
      </a:lvl4pPr>
      <a:lvl5pPr algn="l" rtl="0" eaLnBrk="1" fontAlgn="base" hangingPunct="1">
        <a:spcBef>
          <a:spcPct val="0"/>
        </a:spcBef>
        <a:spcAft>
          <a:spcPct val="0"/>
        </a:spcAft>
        <a:defRPr sz="4200">
          <a:solidFill>
            <a:schemeClr val="tx2"/>
          </a:solidFill>
          <a:latin typeface="Garamond" pitchFamily="18" charset="0"/>
          <a:cs typeface="Arial" charset="0"/>
        </a:defRPr>
      </a:lvl5pPr>
      <a:lvl6pPr marL="457189" algn="l" rtl="0" eaLnBrk="1" fontAlgn="base" hangingPunct="1">
        <a:spcBef>
          <a:spcPct val="0"/>
        </a:spcBef>
        <a:spcAft>
          <a:spcPct val="0"/>
        </a:spcAft>
        <a:defRPr sz="4200">
          <a:solidFill>
            <a:schemeClr val="tx2"/>
          </a:solidFill>
          <a:latin typeface="Garamond" pitchFamily="18" charset="0"/>
          <a:cs typeface="Arial" charset="0"/>
        </a:defRPr>
      </a:lvl6pPr>
      <a:lvl7pPr marL="914377" algn="l" rtl="0" eaLnBrk="1" fontAlgn="base" hangingPunct="1">
        <a:spcBef>
          <a:spcPct val="0"/>
        </a:spcBef>
        <a:spcAft>
          <a:spcPct val="0"/>
        </a:spcAft>
        <a:defRPr sz="4200">
          <a:solidFill>
            <a:schemeClr val="tx2"/>
          </a:solidFill>
          <a:latin typeface="Garamond" pitchFamily="18" charset="0"/>
          <a:cs typeface="Arial" charset="0"/>
        </a:defRPr>
      </a:lvl7pPr>
      <a:lvl8pPr marL="1371566" algn="l" rtl="0" eaLnBrk="1" fontAlgn="base" hangingPunct="1">
        <a:spcBef>
          <a:spcPct val="0"/>
        </a:spcBef>
        <a:spcAft>
          <a:spcPct val="0"/>
        </a:spcAft>
        <a:defRPr sz="4200">
          <a:solidFill>
            <a:schemeClr val="tx2"/>
          </a:solidFill>
          <a:latin typeface="Garamond" pitchFamily="18" charset="0"/>
          <a:cs typeface="Arial" charset="0"/>
        </a:defRPr>
      </a:lvl8pPr>
      <a:lvl9pPr marL="1828754" algn="l" rtl="0" eaLnBrk="1" fontAlgn="base" hangingPunct="1">
        <a:spcBef>
          <a:spcPct val="0"/>
        </a:spcBef>
        <a:spcAft>
          <a:spcPct val="0"/>
        </a:spcAft>
        <a:defRPr sz="4200">
          <a:solidFill>
            <a:schemeClr val="tx2"/>
          </a:solidFill>
          <a:latin typeface="Garamond" pitchFamily="18" charset="0"/>
          <a:cs typeface="Arial" charset="0"/>
        </a:defRPr>
      </a:lvl9pPr>
    </p:titleStyle>
    <p:bodyStyle>
      <a:lvl1pPr marL="342891" indent="-342891" algn="l" rtl="0" eaLnBrk="1" fontAlgn="base" hangingPunct="1">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09" indent="-325431" algn="l" rtl="0" eaLnBrk="1" fontAlgn="base" hangingPunct="1">
        <a:spcBef>
          <a:spcPct val="20000"/>
        </a:spcBef>
        <a:spcAft>
          <a:spcPct val="0"/>
        </a:spcAft>
        <a:buClr>
          <a:schemeClr val="accent2"/>
        </a:buClr>
        <a:buSzPct val="60000"/>
        <a:buFont typeface="Wingdings" pitchFamily="2" charset="2"/>
        <a:buChar char="q"/>
        <a:defRPr sz="2600">
          <a:solidFill>
            <a:schemeClr val="tx1"/>
          </a:solidFill>
          <a:latin typeface="+mn-lt"/>
          <a:cs typeface="+mn-cs"/>
        </a:defRPr>
      </a:lvl2pPr>
      <a:lvl3pPr marL="1022325" indent="-350830" algn="l" rtl="0" eaLnBrk="1" fontAlgn="base" hangingPunct="1">
        <a:spcBef>
          <a:spcPct val="20000"/>
        </a:spcBef>
        <a:spcAft>
          <a:spcPct val="0"/>
        </a:spcAft>
        <a:buClr>
          <a:schemeClr val="accent1"/>
        </a:buClr>
        <a:buSzPct val="65000"/>
        <a:buFont typeface="Wingdings" pitchFamily="2" charset="2"/>
        <a:buChar char="n"/>
        <a:defRPr sz="2200">
          <a:solidFill>
            <a:schemeClr val="tx1"/>
          </a:solidFill>
          <a:latin typeface="+mn-lt"/>
          <a:cs typeface="+mn-cs"/>
        </a:defRPr>
      </a:lvl3pPr>
      <a:lvl4pPr marL="1339817" indent="-315905" algn="l" rtl="0" eaLnBrk="1" fontAlgn="base" hangingPunct="1">
        <a:spcBef>
          <a:spcPct val="20000"/>
        </a:spcBef>
        <a:spcAft>
          <a:spcPct val="0"/>
        </a:spcAft>
        <a:buClr>
          <a:schemeClr val="accent2"/>
        </a:buClr>
        <a:buSzPct val="70000"/>
        <a:buFont typeface="Wingdings" pitchFamily="2" charset="2"/>
        <a:buChar char="q"/>
        <a:defRPr sz="2000">
          <a:solidFill>
            <a:schemeClr val="tx1"/>
          </a:solidFill>
          <a:latin typeface="+mn-lt"/>
          <a:cs typeface="+mn-cs"/>
        </a:defRPr>
      </a:lvl4pPr>
      <a:lvl5pPr marL="1681121" indent="-339717"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5pPr>
      <a:lvl6pPr marL="2138309" indent="-339717"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6pPr>
      <a:lvl7pPr marL="2595498" indent="-339717"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7pPr>
      <a:lvl8pPr marL="3052686" indent="-339717"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8pPr>
      <a:lvl9pPr marL="3509875" indent="-339717"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45127" y="365760"/>
            <a:ext cx="10515600" cy="1325562"/>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45127" y="1828803"/>
            <a:ext cx="10515600" cy="4351337"/>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endParaRPr lang="en-US"/>
          </a:p>
        </p:txBody>
      </p:sp>
      <p:sp>
        <p:nvSpPr>
          <p:cNvPr id="5" name="Footer Placeholder 4"/>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825">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617527" y="6356354"/>
            <a:ext cx="2743200" cy="365125"/>
          </a:xfrm>
          <a:prstGeom prst="rect">
            <a:avLst/>
          </a:prstGeom>
        </p:spPr>
        <p:txBody>
          <a:bodyPr vert="horz" lIns="91440" tIns="45720" rIns="91440" bIns="45720" rtlCol="0" anchor="ctr"/>
          <a:lstStyle>
            <a:lvl1pPr algn="r">
              <a:defRPr sz="825">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835404291"/>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sldNum="0" hdr="0" ftr="0" dt="0"/>
  <p:txStyles>
    <p:titleStyle>
      <a:lvl1pPr algn="l" defTabSz="685783"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46" indent="-171446" algn="l" defTabSz="685783" rtl="0" eaLnBrk="1" latinLnBrk="0" hangingPunct="1">
        <a:lnSpc>
          <a:spcPct val="90000"/>
        </a:lnSpc>
        <a:spcBef>
          <a:spcPts val="751"/>
        </a:spcBef>
        <a:buFont typeface="Wingdings 2" pitchFamily="18" charset="2"/>
        <a:buChar char=""/>
        <a:defRPr sz="2100" kern="1200">
          <a:solidFill>
            <a:schemeClr val="tx1"/>
          </a:solidFill>
          <a:latin typeface="+mn-lt"/>
          <a:ea typeface="+mn-ea"/>
          <a:cs typeface="+mn-cs"/>
        </a:defRPr>
      </a:lvl1pPr>
      <a:lvl2pPr marL="514338" indent="-171446" algn="l" defTabSz="685783" rtl="0" eaLnBrk="1" latinLnBrk="0" hangingPunct="1">
        <a:lnSpc>
          <a:spcPct val="90000"/>
        </a:lnSpc>
        <a:spcBef>
          <a:spcPts val="375"/>
        </a:spcBef>
        <a:buFont typeface="Wingdings 2" pitchFamily="18" charset="2"/>
        <a:buChar char=""/>
        <a:defRPr sz="1800" kern="1200">
          <a:solidFill>
            <a:schemeClr val="tx1"/>
          </a:solidFill>
          <a:latin typeface="+mn-lt"/>
          <a:ea typeface="+mn-ea"/>
          <a:cs typeface="+mn-cs"/>
        </a:defRPr>
      </a:lvl2pPr>
      <a:lvl3pPr marL="857229" indent="-171446" algn="l" defTabSz="685783" rtl="0" eaLnBrk="1" latinLnBrk="0" hangingPunct="1">
        <a:lnSpc>
          <a:spcPct val="90000"/>
        </a:lnSpc>
        <a:spcBef>
          <a:spcPts val="375"/>
        </a:spcBef>
        <a:buFont typeface="Wingdings 2" pitchFamily="18" charset="2"/>
        <a:buChar char=""/>
        <a:defRPr sz="1500" kern="1200">
          <a:solidFill>
            <a:schemeClr val="tx1"/>
          </a:solidFill>
          <a:latin typeface="+mn-lt"/>
          <a:ea typeface="+mn-ea"/>
          <a:cs typeface="+mn-cs"/>
        </a:defRPr>
      </a:lvl3pPr>
      <a:lvl4pPr marL="1200121" indent="-171446" algn="l" defTabSz="685783" rtl="0" eaLnBrk="1" latinLnBrk="0" hangingPunct="1">
        <a:lnSpc>
          <a:spcPct val="90000"/>
        </a:lnSpc>
        <a:spcBef>
          <a:spcPts val="375"/>
        </a:spcBef>
        <a:buFont typeface="Wingdings 2" pitchFamily="18" charset="2"/>
        <a:buChar char=""/>
        <a:defRPr sz="1351" kern="1200">
          <a:solidFill>
            <a:schemeClr val="tx1"/>
          </a:solidFill>
          <a:latin typeface="+mn-lt"/>
          <a:ea typeface="+mn-ea"/>
          <a:cs typeface="+mn-cs"/>
        </a:defRPr>
      </a:lvl4pPr>
      <a:lvl5pPr marL="1543012" indent="-171446" algn="l" defTabSz="685783" rtl="0" eaLnBrk="1" latinLnBrk="0" hangingPunct="1">
        <a:lnSpc>
          <a:spcPct val="90000"/>
        </a:lnSpc>
        <a:spcBef>
          <a:spcPts val="375"/>
        </a:spcBef>
        <a:buFont typeface="Wingdings 2" pitchFamily="18" charset="2"/>
        <a:buChar char=""/>
        <a:defRPr sz="1351" kern="1200">
          <a:solidFill>
            <a:schemeClr val="tx1"/>
          </a:solidFill>
          <a:latin typeface="+mn-lt"/>
          <a:ea typeface="+mn-ea"/>
          <a:cs typeface="+mn-cs"/>
        </a:defRPr>
      </a:lvl5pPr>
      <a:lvl6pPr marL="1885904" indent="-171446" algn="l" defTabSz="685783" rtl="0" eaLnBrk="1" latinLnBrk="0" hangingPunct="1">
        <a:spcBef>
          <a:spcPct val="20000"/>
        </a:spcBef>
        <a:buFont typeface="Wingdings 2" pitchFamily="18" charset="2"/>
        <a:buChar char=""/>
        <a:defRPr sz="1351" kern="1200">
          <a:solidFill>
            <a:schemeClr val="tx1"/>
          </a:solidFill>
          <a:latin typeface="+mn-lt"/>
          <a:ea typeface="+mn-ea"/>
          <a:cs typeface="+mn-cs"/>
        </a:defRPr>
      </a:lvl6pPr>
      <a:lvl7pPr marL="2228795" indent="-171446" algn="l" defTabSz="685783" rtl="0" eaLnBrk="1" latinLnBrk="0" hangingPunct="1">
        <a:spcBef>
          <a:spcPct val="20000"/>
        </a:spcBef>
        <a:buFont typeface="Wingdings 2" pitchFamily="18" charset="2"/>
        <a:buChar char=""/>
        <a:defRPr sz="1351" kern="1200">
          <a:solidFill>
            <a:schemeClr val="tx1"/>
          </a:solidFill>
          <a:latin typeface="+mn-lt"/>
          <a:ea typeface="+mn-ea"/>
          <a:cs typeface="+mn-cs"/>
        </a:defRPr>
      </a:lvl7pPr>
      <a:lvl8pPr marL="2571686" indent="-171446" algn="l" defTabSz="685783" rtl="0" eaLnBrk="1" latinLnBrk="0" hangingPunct="1">
        <a:spcBef>
          <a:spcPct val="20000"/>
        </a:spcBef>
        <a:buFont typeface="Wingdings 2" pitchFamily="18" charset="2"/>
        <a:buChar char=""/>
        <a:defRPr sz="1351" kern="1200">
          <a:solidFill>
            <a:schemeClr val="tx1"/>
          </a:solidFill>
          <a:latin typeface="+mn-lt"/>
          <a:ea typeface="+mn-ea"/>
          <a:cs typeface="+mn-cs"/>
        </a:defRPr>
      </a:lvl8pPr>
      <a:lvl9pPr marL="2914578" indent="-171446" algn="l" defTabSz="685783" rtl="0" eaLnBrk="1" latinLnBrk="0" hangingPunct="1">
        <a:spcBef>
          <a:spcPct val="20000"/>
        </a:spcBef>
        <a:buFont typeface="Wingdings 2" pitchFamily="18" charset="2"/>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1.xml"/><Relationship Id="rId5" Type="http://schemas.openxmlformats.org/officeDocument/2006/relationships/diagramQuickStyle" Target="../diagrams/quickStyle1.xml"/><Relationship Id="rId10"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png"/><Relationship Id="rId7"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png"/></Relationships>
</file>

<file path=ppt/slides/_rels/slide28.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7.png"/><Relationship Id="rId7" Type="http://schemas.openxmlformats.org/officeDocument/2006/relationships/image" Target="../media/image43.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10" Type="http://schemas.openxmlformats.org/officeDocument/2006/relationships/image" Target="../media/image51.png"/><Relationship Id="rId4" Type="http://schemas.openxmlformats.org/officeDocument/2006/relationships/image" Target="../media/image48.png"/><Relationship Id="rId9" Type="http://schemas.openxmlformats.org/officeDocument/2006/relationships/image" Target="../media/image45.png"/></Relationships>
</file>

<file path=ppt/slides/_rels/slide2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png"/><Relationship Id="rId7" Type="http://schemas.openxmlformats.org/officeDocument/2006/relationships/image" Target="../media/image57.png"/><Relationship Id="rId12" Type="http://schemas.openxmlformats.org/officeDocument/2006/relationships/image" Target="../media/image62.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56.png"/><Relationship Id="rId11" Type="http://schemas.openxmlformats.org/officeDocument/2006/relationships/image" Target="../media/image61.png"/><Relationship Id="rId5" Type="http://schemas.openxmlformats.org/officeDocument/2006/relationships/image" Target="../media/image55.png"/><Relationship Id="rId10" Type="http://schemas.openxmlformats.org/officeDocument/2006/relationships/image" Target="../media/image60.png"/><Relationship Id="rId4" Type="http://schemas.openxmlformats.org/officeDocument/2006/relationships/image" Target="../media/image54.png"/><Relationship Id="rId9" Type="http://schemas.openxmlformats.org/officeDocument/2006/relationships/image" Target="../media/image59.png"/></Relationships>
</file>

<file path=ppt/slides/_rels/slide3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36.xml.rels><?xml version="1.0" encoding="UTF-8" standalone="yes"?>
<Relationships xmlns="http://schemas.openxmlformats.org/package/2006/relationships"><Relationship Id="rId3" Type="http://schemas.openxmlformats.org/officeDocument/2006/relationships/image" Target="../media/image71.png"/><Relationship Id="rId7" Type="http://schemas.openxmlformats.org/officeDocument/2006/relationships/image" Target="../media/image73.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69.png"/><Relationship Id="rId4" Type="http://schemas.openxmlformats.org/officeDocument/2006/relationships/image" Target="../media/image68.png"/></Relationships>
</file>

<file path=ppt/slides/_rels/slide37.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71.png"/><Relationship Id="rId7" Type="http://schemas.openxmlformats.org/officeDocument/2006/relationships/image" Target="../media/image73.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image" Target="../media/image69.png"/><Relationship Id="rId4" Type="http://schemas.openxmlformats.org/officeDocument/2006/relationships/image" Target="../media/image68.png"/></Relationships>
</file>

<file path=ppt/slides/_rels/slide38.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71.png"/><Relationship Id="rId7" Type="http://schemas.openxmlformats.org/officeDocument/2006/relationships/image" Target="../media/image73.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69.png"/><Relationship Id="rId4" Type="http://schemas.openxmlformats.org/officeDocument/2006/relationships/image" Target="../media/image68.png"/><Relationship Id="rId9" Type="http://schemas.openxmlformats.org/officeDocument/2006/relationships/image" Target="../media/image77.png"/></Relationships>
</file>

<file path=ppt/slides/_rels/slide39.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78.png"/><Relationship Id="rId7" Type="http://schemas.openxmlformats.org/officeDocument/2006/relationships/image" Target="../media/image82.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81.png"/><Relationship Id="rId11" Type="http://schemas.openxmlformats.org/officeDocument/2006/relationships/image" Target="../media/image86.png"/><Relationship Id="rId5" Type="http://schemas.openxmlformats.org/officeDocument/2006/relationships/image" Target="../media/image80.png"/><Relationship Id="rId10" Type="http://schemas.openxmlformats.org/officeDocument/2006/relationships/image" Target="../media/image85.png"/><Relationship Id="rId4" Type="http://schemas.openxmlformats.org/officeDocument/2006/relationships/image" Target="../media/image79.png"/><Relationship Id="rId9" Type="http://schemas.openxmlformats.org/officeDocument/2006/relationships/image" Target="../media/image84.png"/></Relationships>
</file>

<file path=ppt/slides/_rels/slide40.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88.png"/><Relationship Id="rId7" Type="http://schemas.openxmlformats.org/officeDocument/2006/relationships/image" Target="../media/image92.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9.png"/></Relationships>
</file>

<file path=ppt/slides/_rels/slide42.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88.png"/><Relationship Id="rId7" Type="http://schemas.openxmlformats.org/officeDocument/2006/relationships/image" Target="../media/image92.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9.png"/><Relationship Id="rId9" Type="http://schemas.openxmlformats.org/officeDocument/2006/relationships/image" Target="../media/image94.png"/></Relationships>
</file>

<file path=ppt/slides/_rels/slide43.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96.png"/></Relationships>
</file>

<file path=ppt/slides/_rels/slide44.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1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image" Target="../media/image97.png"/><Relationship Id="rId7" Type="http://schemas.openxmlformats.org/officeDocument/2006/relationships/image" Target="../media/image101.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98.png"/></Relationships>
</file>

<file path=ppt/slides/_rels/slide47.xml.rels><?xml version="1.0" encoding="UTF-8" standalone="yes"?>
<Relationships xmlns="http://schemas.openxmlformats.org/package/2006/relationships"><Relationship Id="rId3" Type="http://schemas.openxmlformats.org/officeDocument/2006/relationships/image" Target="../media/image103.png"/><Relationship Id="rId7" Type="http://schemas.openxmlformats.org/officeDocument/2006/relationships/image" Target="../media/image99.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98.png"/><Relationship Id="rId5" Type="http://schemas.openxmlformats.org/officeDocument/2006/relationships/image" Target="../media/image97.png"/><Relationship Id="rId4" Type="http://schemas.openxmlformats.org/officeDocument/2006/relationships/image" Target="../media/image104.png"/></Relationships>
</file>

<file path=ppt/slides/_rels/slide48.xml.rels><?xml version="1.0" encoding="UTF-8" standalone="yes"?>
<Relationships xmlns="http://schemas.openxmlformats.org/package/2006/relationships"><Relationship Id="rId8" Type="http://schemas.openxmlformats.org/officeDocument/2006/relationships/image" Target="../media/image110.png"/><Relationship Id="rId3" Type="http://schemas.openxmlformats.org/officeDocument/2006/relationships/image" Target="../media/image105.png"/><Relationship Id="rId7" Type="http://schemas.openxmlformats.org/officeDocument/2006/relationships/image" Target="../media/image109.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108.png"/><Relationship Id="rId5" Type="http://schemas.openxmlformats.org/officeDocument/2006/relationships/image" Target="../media/image107.png"/><Relationship Id="rId4" Type="http://schemas.openxmlformats.org/officeDocument/2006/relationships/image" Target="../media/image106.png"/></Relationships>
</file>

<file path=ppt/slides/_rels/slide49.xml.rels><?xml version="1.0" encoding="UTF-8" standalone="yes"?>
<Relationships xmlns="http://schemas.openxmlformats.org/package/2006/relationships"><Relationship Id="rId3" Type="http://schemas.openxmlformats.org/officeDocument/2006/relationships/image" Target="../media/image105.png"/><Relationship Id="rId7" Type="http://schemas.openxmlformats.org/officeDocument/2006/relationships/image" Target="../media/image112.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111.png"/><Relationship Id="rId5" Type="http://schemas.openxmlformats.org/officeDocument/2006/relationships/image" Target="../media/image107.png"/><Relationship Id="rId4" Type="http://schemas.openxmlformats.org/officeDocument/2006/relationships/image" Target="../media/image106.png"/></Relationships>
</file>

<file path=ppt/slides/_rels/slide50.xml.rels><?xml version="1.0" encoding="UTF-8" standalone="yes"?>
<Relationships xmlns="http://schemas.openxmlformats.org/package/2006/relationships"><Relationship Id="rId8" Type="http://schemas.openxmlformats.org/officeDocument/2006/relationships/image" Target="../media/image118.png"/><Relationship Id="rId3" Type="http://schemas.openxmlformats.org/officeDocument/2006/relationships/image" Target="../media/image113.png"/><Relationship Id="rId7" Type="http://schemas.openxmlformats.org/officeDocument/2006/relationships/image" Target="../media/image117.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116.png"/><Relationship Id="rId5" Type="http://schemas.openxmlformats.org/officeDocument/2006/relationships/image" Target="../media/image115.png"/><Relationship Id="rId4" Type="http://schemas.openxmlformats.org/officeDocument/2006/relationships/image" Target="../media/image114.png"/></Relationships>
</file>

<file path=ppt/slides/_rels/slide51.xml.rels><?xml version="1.0" encoding="UTF-8" standalone="yes"?>
<Relationships xmlns="http://schemas.openxmlformats.org/package/2006/relationships"><Relationship Id="rId3" Type="http://schemas.openxmlformats.org/officeDocument/2006/relationships/image" Target="../media/image113.png"/><Relationship Id="rId7" Type="http://schemas.openxmlformats.org/officeDocument/2006/relationships/image" Target="../media/image120.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119.png"/><Relationship Id="rId5" Type="http://schemas.openxmlformats.org/officeDocument/2006/relationships/image" Target="../media/image115.png"/><Relationship Id="rId4" Type="http://schemas.openxmlformats.org/officeDocument/2006/relationships/image" Target="../media/image114.png"/></Relationships>
</file>

<file path=ppt/slides/_rels/slide52.xml.rels><?xml version="1.0" encoding="UTF-8" standalone="yes"?>
<Relationships xmlns="http://schemas.openxmlformats.org/package/2006/relationships"><Relationship Id="rId8" Type="http://schemas.openxmlformats.org/officeDocument/2006/relationships/image" Target="../media/image126.png"/><Relationship Id="rId3" Type="http://schemas.openxmlformats.org/officeDocument/2006/relationships/image" Target="../media/image121.png"/><Relationship Id="rId7" Type="http://schemas.openxmlformats.org/officeDocument/2006/relationships/image" Target="../media/image125.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124.png"/><Relationship Id="rId5" Type="http://schemas.openxmlformats.org/officeDocument/2006/relationships/image" Target="../media/image123.png"/><Relationship Id="rId4" Type="http://schemas.openxmlformats.org/officeDocument/2006/relationships/image" Target="../media/image122.png"/><Relationship Id="rId9" Type="http://schemas.openxmlformats.org/officeDocument/2006/relationships/image" Target="../media/image127.png"/></Relationships>
</file>

<file path=ppt/slides/_rels/slide5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1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71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8" Type="http://schemas.openxmlformats.org/officeDocument/2006/relationships/image" Target="../media/image137.png"/><Relationship Id="rId13" Type="http://schemas.openxmlformats.org/officeDocument/2006/relationships/image" Target="../media/image142.png"/><Relationship Id="rId18" Type="http://schemas.openxmlformats.org/officeDocument/2006/relationships/image" Target="../media/image147.png"/><Relationship Id="rId3" Type="http://schemas.openxmlformats.org/officeDocument/2006/relationships/image" Target="../media/image128.png"/><Relationship Id="rId21" Type="http://schemas.openxmlformats.org/officeDocument/2006/relationships/image" Target="../media/image150.png"/><Relationship Id="rId7" Type="http://schemas.openxmlformats.org/officeDocument/2006/relationships/image" Target="../media/image136.png"/><Relationship Id="rId12" Type="http://schemas.openxmlformats.org/officeDocument/2006/relationships/image" Target="../media/image141.png"/><Relationship Id="rId17" Type="http://schemas.openxmlformats.org/officeDocument/2006/relationships/image" Target="../media/image146.png"/><Relationship Id="rId2" Type="http://schemas.openxmlformats.org/officeDocument/2006/relationships/notesSlide" Target="../notesSlides/notesSlide48.xml"/><Relationship Id="rId16" Type="http://schemas.openxmlformats.org/officeDocument/2006/relationships/image" Target="../media/image145.png"/><Relationship Id="rId20" Type="http://schemas.openxmlformats.org/officeDocument/2006/relationships/image" Target="../media/image149.png"/><Relationship Id="rId1" Type="http://schemas.openxmlformats.org/officeDocument/2006/relationships/slideLayout" Target="../slideLayouts/slideLayout2.xml"/><Relationship Id="rId6" Type="http://schemas.openxmlformats.org/officeDocument/2006/relationships/image" Target="../media/image135.png"/><Relationship Id="rId11" Type="http://schemas.openxmlformats.org/officeDocument/2006/relationships/image" Target="../media/image140.png"/><Relationship Id="rId5" Type="http://schemas.openxmlformats.org/officeDocument/2006/relationships/image" Target="../media/image134.png"/><Relationship Id="rId15" Type="http://schemas.openxmlformats.org/officeDocument/2006/relationships/image" Target="../media/image144.png"/><Relationship Id="rId10" Type="http://schemas.openxmlformats.org/officeDocument/2006/relationships/image" Target="../media/image139.png"/><Relationship Id="rId19" Type="http://schemas.openxmlformats.org/officeDocument/2006/relationships/image" Target="../media/image148.png"/><Relationship Id="rId4" Type="http://schemas.openxmlformats.org/officeDocument/2006/relationships/image" Target="../media/image133.png"/><Relationship Id="rId9" Type="http://schemas.openxmlformats.org/officeDocument/2006/relationships/image" Target="../media/image138.png"/><Relationship Id="rId14" Type="http://schemas.openxmlformats.org/officeDocument/2006/relationships/image" Target="../media/image143.png"/><Relationship Id="rId22" Type="http://schemas.openxmlformats.org/officeDocument/2006/relationships/image" Target="../media/image151.png"/></Relationships>
</file>

<file path=ppt/slides/_rels/slide57.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154.png"/><Relationship Id="rId4" Type="http://schemas.openxmlformats.org/officeDocument/2006/relationships/image" Target="../media/image153.png"/></Relationships>
</file>

<file path=ppt/slides/_rels/slide58.xml.rels><?xml version="1.0" encoding="UTF-8" standalone="yes"?>
<Relationships xmlns="http://schemas.openxmlformats.org/package/2006/relationships"><Relationship Id="rId8" Type="http://schemas.openxmlformats.org/officeDocument/2006/relationships/image" Target="../media/image160.png"/><Relationship Id="rId3" Type="http://schemas.openxmlformats.org/officeDocument/2006/relationships/image" Target="../media/image155.png"/><Relationship Id="rId7" Type="http://schemas.openxmlformats.org/officeDocument/2006/relationships/image" Target="../media/image159.png"/><Relationship Id="rId12" Type="http://schemas.openxmlformats.org/officeDocument/2006/relationships/image" Target="../media/image164.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158.png"/><Relationship Id="rId11" Type="http://schemas.openxmlformats.org/officeDocument/2006/relationships/image" Target="../media/image163.png"/><Relationship Id="rId5" Type="http://schemas.openxmlformats.org/officeDocument/2006/relationships/image" Target="../media/image157.png"/><Relationship Id="rId10" Type="http://schemas.openxmlformats.org/officeDocument/2006/relationships/image" Target="../media/image162.png"/><Relationship Id="rId4" Type="http://schemas.openxmlformats.org/officeDocument/2006/relationships/image" Target="../media/image29.png"/><Relationship Id="rId9" Type="http://schemas.openxmlformats.org/officeDocument/2006/relationships/image" Target="../media/image161.png"/></Relationships>
</file>

<file path=ppt/slides/_rels/slide59.xml.rels><?xml version="1.0" encoding="UTF-8" standalone="yes"?>
<Relationships xmlns="http://schemas.openxmlformats.org/package/2006/relationships"><Relationship Id="rId8" Type="http://schemas.openxmlformats.org/officeDocument/2006/relationships/image" Target="../media/image161.png"/><Relationship Id="rId3" Type="http://schemas.openxmlformats.org/officeDocument/2006/relationships/image" Target="../media/image29.png"/><Relationship Id="rId7" Type="http://schemas.openxmlformats.org/officeDocument/2006/relationships/image" Target="../media/image160.png"/><Relationship Id="rId12" Type="http://schemas.openxmlformats.org/officeDocument/2006/relationships/image" Target="../media/image155.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165.png"/><Relationship Id="rId11" Type="http://schemas.openxmlformats.org/officeDocument/2006/relationships/image" Target="../media/image166.png"/><Relationship Id="rId5" Type="http://schemas.openxmlformats.org/officeDocument/2006/relationships/image" Target="../media/image158.png"/><Relationship Id="rId10" Type="http://schemas.openxmlformats.org/officeDocument/2006/relationships/image" Target="../media/image163.png"/><Relationship Id="rId4" Type="http://schemas.openxmlformats.org/officeDocument/2006/relationships/image" Target="../media/image157.png"/><Relationship Id="rId9" Type="http://schemas.openxmlformats.org/officeDocument/2006/relationships/image" Target="../media/image162.png"/></Relationships>
</file>

<file path=ppt/slides/_rels/slide60.xml.rels><?xml version="1.0" encoding="UTF-8" standalone="yes"?>
<Relationships xmlns="http://schemas.openxmlformats.org/package/2006/relationships"><Relationship Id="rId8" Type="http://schemas.openxmlformats.org/officeDocument/2006/relationships/image" Target="../media/image161.png"/><Relationship Id="rId3" Type="http://schemas.openxmlformats.org/officeDocument/2006/relationships/image" Target="../media/image29.png"/><Relationship Id="rId7" Type="http://schemas.openxmlformats.org/officeDocument/2006/relationships/image" Target="../media/image169.png"/><Relationship Id="rId12" Type="http://schemas.openxmlformats.org/officeDocument/2006/relationships/image" Target="../media/image155.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159.png"/><Relationship Id="rId11" Type="http://schemas.openxmlformats.org/officeDocument/2006/relationships/image" Target="../media/image172.png"/><Relationship Id="rId5" Type="http://schemas.openxmlformats.org/officeDocument/2006/relationships/image" Target="../media/image168.png"/><Relationship Id="rId10" Type="http://schemas.openxmlformats.org/officeDocument/2006/relationships/image" Target="../media/image171.png"/><Relationship Id="rId4" Type="http://schemas.openxmlformats.org/officeDocument/2006/relationships/image" Target="../media/image167.png"/><Relationship Id="rId9" Type="http://schemas.openxmlformats.org/officeDocument/2006/relationships/image" Target="../media/image170.png"/></Relationships>
</file>

<file path=ppt/slides/_rels/slide61.xml.rels><?xml version="1.0" encoding="UTF-8" standalone="yes"?>
<Relationships xmlns="http://schemas.openxmlformats.org/package/2006/relationships"><Relationship Id="rId8" Type="http://schemas.openxmlformats.org/officeDocument/2006/relationships/image" Target="../media/image161.png"/><Relationship Id="rId3" Type="http://schemas.openxmlformats.org/officeDocument/2006/relationships/image" Target="../media/image29.png"/><Relationship Id="rId7" Type="http://schemas.openxmlformats.org/officeDocument/2006/relationships/image" Target="../media/image169.png"/><Relationship Id="rId12" Type="http://schemas.openxmlformats.org/officeDocument/2006/relationships/image" Target="../media/image155.pn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159.png"/><Relationship Id="rId11" Type="http://schemas.openxmlformats.org/officeDocument/2006/relationships/image" Target="../media/image172.png"/><Relationship Id="rId5" Type="http://schemas.openxmlformats.org/officeDocument/2006/relationships/image" Target="../media/image168.png"/><Relationship Id="rId10" Type="http://schemas.openxmlformats.org/officeDocument/2006/relationships/image" Target="../media/image171.png"/><Relationship Id="rId4" Type="http://schemas.openxmlformats.org/officeDocument/2006/relationships/image" Target="../media/image167.png"/><Relationship Id="rId9" Type="http://schemas.openxmlformats.org/officeDocument/2006/relationships/image" Target="../media/image170.png"/></Relationships>
</file>

<file path=ppt/slides/_rels/slide62.xml.rels><?xml version="1.0" encoding="UTF-8" standalone="yes"?>
<Relationships xmlns="http://schemas.openxmlformats.org/package/2006/relationships"><Relationship Id="rId8" Type="http://schemas.openxmlformats.org/officeDocument/2006/relationships/image" Target="../media/image161.png"/><Relationship Id="rId3" Type="http://schemas.openxmlformats.org/officeDocument/2006/relationships/image" Target="../media/image29.png"/><Relationship Id="rId7" Type="http://schemas.openxmlformats.org/officeDocument/2006/relationships/image" Target="../media/image169.png"/><Relationship Id="rId12" Type="http://schemas.openxmlformats.org/officeDocument/2006/relationships/image" Target="../media/image155.png"/><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159.png"/><Relationship Id="rId11" Type="http://schemas.openxmlformats.org/officeDocument/2006/relationships/image" Target="../media/image172.png"/><Relationship Id="rId5" Type="http://schemas.openxmlformats.org/officeDocument/2006/relationships/image" Target="../media/image168.png"/><Relationship Id="rId10" Type="http://schemas.openxmlformats.org/officeDocument/2006/relationships/image" Target="../media/image171.png"/><Relationship Id="rId4" Type="http://schemas.openxmlformats.org/officeDocument/2006/relationships/image" Target="../media/image167.png"/><Relationship Id="rId9" Type="http://schemas.openxmlformats.org/officeDocument/2006/relationships/image" Target="../media/image170.png"/></Relationships>
</file>

<file path=ppt/slides/_rels/slide63.xml.rels><?xml version="1.0" encoding="UTF-8" standalone="yes"?>
<Relationships xmlns="http://schemas.openxmlformats.org/package/2006/relationships"><Relationship Id="rId8" Type="http://schemas.openxmlformats.org/officeDocument/2006/relationships/image" Target="../media/image161.png"/><Relationship Id="rId3" Type="http://schemas.openxmlformats.org/officeDocument/2006/relationships/image" Target="../media/image29.png"/><Relationship Id="rId7" Type="http://schemas.openxmlformats.org/officeDocument/2006/relationships/image" Target="../media/image169.png"/><Relationship Id="rId12" Type="http://schemas.openxmlformats.org/officeDocument/2006/relationships/image" Target="../media/image155.png"/><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image" Target="../media/image159.png"/><Relationship Id="rId11" Type="http://schemas.openxmlformats.org/officeDocument/2006/relationships/image" Target="../media/image172.png"/><Relationship Id="rId5" Type="http://schemas.openxmlformats.org/officeDocument/2006/relationships/image" Target="../media/image168.png"/><Relationship Id="rId10" Type="http://schemas.openxmlformats.org/officeDocument/2006/relationships/image" Target="../media/image171.png"/><Relationship Id="rId4" Type="http://schemas.openxmlformats.org/officeDocument/2006/relationships/image" Target="../media/image167.png"/><Relationship Id="rId9" Type="http://schemas.openxmlformats.org/officeDocument/2006/relationships/image" Target="../media/image170.png"/></Relationships>
</file>

<file path=ppt/slides/_rels/slide64.xml.rels><?xml version="1.0" encoding="UTF-8" standalone="yes"?>
<Relationships xmlns="http://schemas.openxmlformats.org/package/2006/relationships"><Relationship Id="rId8" Type="http://schemas.openxmlformats.org/officeDocument/2006/relationships/image" Target="../media/image161.png"/><Relationship Id="rId13" Type="http://schemas.openxmlformats.org/officeDocument/2006/relationships/image" Target="../media/image173.png"/><Relationship Id="rId3" Type="http://schemas.openxmlformats.org/officeDocument/2006/relationships/image" Target="../media/image29.png"/><Relationship Id="rId7" Type="http://schemas.openxmlformats.org/officeDocument/2006/relationships/image" Target="../media/image169.png"/><Relationship Id="rId12" Type="http://schemas.openxmlformats.org/officeDocument/2006/relationships/image" Target="../media/image155.pn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image" Target="../media/image159.png"/><Relationship Id="rId11" Type="http://schemas.openxmlformats.org/officeDocument/2006/relationships/image" Target="../media/image172.png"/><Relationship Id="rId5" Type="http://schemas.openxmlformats.org/officeDocument/2006/relationships/image" Target="../media/image168.png"/><Relationship Id="rId10" Type="http://schemas.openxmlformats.org/officeDocument/2006/relationships/image" Target="../media/image171.png"/><Relationship Id="rId4" Type="http://schemas.openxmlformats.org/officeDocument/2006/relationships/image" Target="../media/image167.png"/><Relationship Id="rId9" Type="http://schemas.openxmlformats.org/officeDocument/2006/relationships/image" Target="../media/image170.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99B68-287C-FA4D-B67F-91369F86E564}"/>
              </a:ext>
            </a:extLst>
          </p:cNvPr>
          <p:cNvSpPr>
            <a:spLocks noGrp="1"/>
          </p:cNvSpPr>
          <p:nvPr>
            <p:ph type="ctrTitle"/>
          </p:nvPr>
        </p:nvSpPr>
        <p:spPr/>
        <p:txBody>
          <a:bodyPr/>
          <a:lstStyle/>
          <a:p>
            <a:r>
              <a:rPr lang="en-US" altLang="en-US" b="1" dirty="0">
                <a:solidFill>
                  <a:srgbClr val="C00000"/>
                </a:solidFill>
              </a:rPr>
              <a:t>IT5005</a:t>
            </a:r>
            <a:br>
              <a:rPr lang="en-US" altLang="en-US" b="1" dirty="0">
                <a:solidFill>
                  <a:srgbClr val="C00000"/>
                </a:solidFill>
              </a:rPr>
            </a:br>
            <a:r>
              <a:rPr lang="en-US" altLang="en-US" b="1" dirty="0">
                <a:solidFill>
                  <a:srgbClr val="C00000"/>
                </a:solidFill>
              </a:rPr>
              <a:t>Artificial Intelligence</a:t>
            </a:r>
            <a:endParaRPr lang="en-US" dirty="0"/>
          </a:p>
        </p:txBody>
      </p:sp>
      <p:sp>
        <p:nvSpPr>
          <p:cNvPr id="3" name="Subtitle 2">
            <a:extLst>
              <a:ext uri="{FF2B5EF4-FFF2-40B4-BE49-F238E27FC236}">
                <a16:creationId xmlns:a16="http://schemas.microsoft.com/office/drawing/2014/main" id="{067CED21-3B30-7E45-9162-7839221A6468}"/>
              </a:ext>
            </a:extLst>
          </p:cNvPr>
          <p:cNvSpPr>
            <a:spLocks noGrp="1"/>
          </p:cNvSpPr>
          <p:nvPr>
            <p:ph type="subTitle" idx="1"/>
          </p:nvPr>
        </p:nvSpPr>
        <p:spPr/>
        <p:txBody>
          <a:bodyPr/>
          <a:lstStyle/>
          <a:p>
            <a:r>
              <a:rPr lang="en-US" altLang="en-US"/>
              <a:t>Lecture 9: </a:t>
            </a:r>
            <a:r>
              <a:rPr lang="en-US" altLang="en-US" dirty="0"/>
              <a:t>Uncertainty</a:t>
            </a:r>
            <a:endParaRPr lang="en-US" dirty="0"/>
          </a:p>
        </p:txBody>
      </p:sp>
    </p:spTree>
    <p:extLst>
      <p:ext uri="{BB962C8B-B14F-4D97-AF65-F5344CB8AC3E}">
        <p14:creationId xmlns:p14="http://schemas.microsoft.com/office/powerpoint/2010/main" val="2271940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322" name="Rectangle 2"/>
          <p:cNvSpPr>
            <a:spLocks noGrp="1" noChangeArrowheads="1"/>
          </p:cNvSpPr>
          <p:nvPr>
            <p:ph type="title"/>
          </p:nvPr>
        </p:nvSpPr>
        <p:spPr/>
        <p:txBody>
          <a:bodyPr/>
          <a:lstStyle/>
          <a:p>
            <a:r>
              <a:rPr lang="en-US" altLang="zh-TW" dirty="0">
                <a:ea typeface="新細明體" pitchFamily="-106" charset="-120"/>
                <a:cs typeface="新細明體" pitchFamily="-106" charset="-120"/>
              </a:rPr>
              <a:t>Outline</a:t>
            </a:r>
          </a:p>
        </p:txBody>
      </p:sp>
      <p:sp>
        <p:nvSpPr>
          <p:cNvPr id="568323" name="Rectangle 3"/>
          <p:cNvSpPr>
            <a:spLocks noGrp="1" noChangeArrowheads="1"/>
          </p:cNvSpPr>
          <p:nvPr>
            <p:ph idx="1"/>
          </p:nvPr>
        </p:nvSpPr>
        <p:spPr>
          <a:xfrm>
            <a:off x="2544234" y="2057400"/>
            <a:ext cx="7704667" cy="3332816"/>
          </a:xfrm>
        </p:spPr>
        <p:txBody>
          <a:bodyPr>
            <a:normAutofit/>
          </a:bodyPr>
          <a:lstStyle/>
          <a:p>
            <a:pPr>
              <a:spcBef>
                <a:spcPts val="1200"/>
              </a:spcBef>
            </a:pPr>
            <a:r>
              <a:rPr lang="en-US" altLang="zh-TW" sz="3200" dirty="0">
                <a:latin typeface="Corbel" panose="020B0503020204020204" pitchFamily="34" charset="0"/>
                <a:ea typeface="新細明體" pitchFamily="-106" charset="-120"/>
                <a:cs typeface="Times"/>
              </a:rPr>
              <a:t>Uncertainty</a:t>
            </a:r>
          </a:p>
          <a:p>
            <a:pPr>
              <a:spcBef>
                <a:spcPts val="1200"/>
              </a:spcBef>
            </a:pPr>
            <a:r>
              <a:rPr lang="en-US" altLang="zh-TW" sz="3200" dirty="0">
                <a:latin typeface="Corbel" panose="020B0503020204020204" pitchFamily="34" charset="0"/>
                <a:ea typeface="新細明體" pitchFamily="-106" charset="-120"/>
                <a:cs typeface="Times"/>
              </a:rPr>
              <a:t>Probability</a:t>
            </a:r>
          </a:p>
          <a:p>
            <a:pPr>
              <a:spcBef>
                <a:spcPts val="1200"/>
              </a:spcBef>
            </a:pPr>
            <a:r>
              <a:rPr lang="en-US" altLang="zh-TW" sz="3200" dirty="0">
                <a:latin typeface="Corbel" panose="020B0503020204020204" pitchFamily="34" charset="0"/>
                <a:ea typeface="新細明體" pitchFamily="-106" charset="-120"/>
                <a:cs typeface="Times"/>
              </a:rPr>
              <a:t>Syntax and Semantics</a:t>
            </a:r>
          </a:p>
          <a:p>
            <a:pPr>
              <a:spcBef>
                <a:spcPts val="1200"/>
              </a:spcBef>
            </a:pPr>
            <a:r>
              <a:rPr lang="en-US" altLang="zh-TW" sz="3200" dirty="0">
                <a:latin typeface="Corbel" panose="020B0503020204020204" pitchFamily="34" charset="0"/>
                <a:ea typeface="新細明體" pitchFamily="-106" charset="-120"/>
                <a:cs typeface="Times"/>
              </a:rPr>
              <a:t>Inference</a:t>
            </a:r>
          </a:p>
          <a:p>
            <a:pPr>
              <a:spcBef>
                <a:spcPts val="1200"/>
              </a:spcBef>
            </a:pPr>
            <a:r>
              <a:rPr lang="en-US" altLang="zh-TW" sz="3200" dirty="0">
                <a:latin typeface="Corbel" panose="020B0503020204020204" pitchFamily="34" charset="0"/>
                <a:ea typeface="新細明體" pitchFamily="-106" charset="-120"/>
                <a:cs typeface="Times"/>
              </a:rPr>
              <a:t>Independence and Bayes’ Rule</a:t>
            </a:r>
          </a:p>
        </p:txBody>
      </p:sp>
      <p:sp>
        <p:nvSpPr>
          <p:cNvPr id="4" name="Slide Number Placeholder 3"/>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2</a:t>
            </a:fld>
            <a:endParaRPr lang="en-US" altLang="zh-TW"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9346" name="Rectangle 2"/>
          <p:cNvSpPr>
            <a:spLocks noGrp="1" noChangeArrowheads="1"/>
          </p:cNvSpPr>
          <p:nvPr>
            <p:ph type="title"/>
          </p:nvPr>
        </p:nvSpPr>
        <p:spPr>
          <a:xfrm>
            <a:off x="2506134" y="457202"/>
            <a:ext cx="7704667" cy="758297"/>
          </a:xfrm>
        </p:spPr>
        <p:txBody>
          <a:bodyPr/>
          <a:lstStyle/>
          <a:p>
            <a:r>
              <a:rPr lang="en-US" altLang="zh-TW" dirty="0">
                <a:ea typeface="新細明體" pitchFamily="-106" charset="-120"/>
                <a:cs typeface="新細明體" pitchFamily="-106" charset="-120"/>
              </a:rPr>
              <a:t>Uncertainty: Motivating Example</a:t>
            </a:r>
          </a:p>
        </p:txBody>
      </p:sp>
      <mc:AlternateContent xmlns:mc="http://schemas.openxmlformats.org/markup-compatibility/2006" xmlns:a14="http://schemas.microsoft.com/office/drawing/2010/main">
        <mc:Choice Requires="a14">
          <p:sp>
            <p:nvSpPr>
              <p:cNvPr id="569347" name="Rectangle 3"/>
              <p:cNvSpPr>
                <a:spLocks noGrp="1" noChangeArrowheads="1"/>
              </p:cNvSpPr>
              <p:nvPr>
                <p:ph idx="1"/>
              </p:nvPr>
            </p:nvSpPr>
            <p:spPr>
              <a:xfrm>
                <a:off x="2540769" y="1215498"/>
                <a:ext cx="7921752" cy="5257800"/>
              </a:xfrm>
            </p:spPr>
            <p:txBody>
              <a:bodyPr>
                <a:normAutofit/>
              </a:bodyPr>
              <a:lstStyle/>
              <a:p>
                <a:pPr marL="0" indent="0">
                  <a:spcBef>
                    <a:spcPts val="1200"/>
                  </a:spcBef>
                  <a:buNone/>
                </a:pPr>
                <a:r>
                  <a:rPr lang="en-US" altLang="zh-TW" sz="2400" dirty="0">
                    <a:latin typeface="Corbel" panose="020B0503020204020204" pitchFamily="34" charset="0"/>
                    <a:ea typeface="新細明體" pitchFamily="-106" charset="-120"/>
                    <a:cs typeface="Times"/>
                  </a:rPr>
                  <a:t>Let taxi agent’s action </a:t>
                </a:r>
                <a14:m>
                  <m:oMath xmlns:m="http://schemas.openxmlformats.org/officeDocument/2006/math">
                    <m:sSub>
                      <m:sSubPr>
                        <m:ctrlPr>
                          <a:rPr lang="en-US" altLang="zh-TW" sz="2400" i="1">
                            <a:latin typeface="Cambria Math" panose="02040503050406030204" pitchFamily="18" charset="0"/>
                            <a:ea typeface="新細明體" pitchFamily="-106" charset="-120"/>
                            <a:cs typeface="Times"/>
                          </a:rPr>
                        </m:ctrlPr>
                      </m:sSubPr>
                      <m:e>
                        <m:r>
                          <a:rPr lang="en-US" altLang="zh-TW" sz="2400" i="1">
                            <a:latin typeface="Cambria Math" panose="02040503050406030204" pitchFamily="18" charset="0"/>
                            <a:ea typeface="新細明體" pitchFamily="-106" charset="-120"/>
                            <a:cs typeface="Times"/>
                          </a:rPr>
                          <m:t>𝐴</m:t>
                        </m:r>
                      </m:e>
                      <m:sub>
                        <m:r>
                          <a:rPr lang="en-US" altLang="zh-TW" sz="2400" i="1">
                            <a:latin typeface="Cambria Math" panose="02040503050406030204" pitchFamily="18" charset="0"/>
                            <a:ea typeface="新細明體" pitchFamily="-106" charset="-120"/>
                            <a:cs typeface="Times"/>
                          </a:rPr>
                          <m:t>𝑡</m:t>
                        </m:r>
                      </m:sub>
                    </m:sSub>
                    <m:r>
                      <a:rPr lang="en-US" altLang="zh-TW" sz="2400" i="1">
                        <a:latin typeface="Cambria Math" panose="02040503050406030204" pitchFamily="18" charset="0"/>
                        <a:ea typeface="新細明體" pitchFamily="-106" charset="-120"/>
                        <a:cs typeface="Times"/>
                      </a:rPr>
                      <m:t>=</m:t>
                    </m:r>
                  </m:oMath>
                </a14:m>
                <a:r>
                  <a:rPr lang="en-US" altLang="zh-TW" sz="2400" dirty="0">
                    <a:latin typeface="Corbel" panose="020B0503020204020204" pitchFamily="34" charset="0"/>
                    <a:ea typeface="新細明體" pitchFamily="-106" charset="-120"/>
                    <a:cs typeface="Times"/>
                  </a:rPr>
                  <a:t> leave for airport </a:t>
                </a:r>
                <a14:m>
                  <m:oMath xmlns:m="http://schemas.openxmlformats.org/officeDocument/2006/math">
                    <m:r>
                      <a:rPr lang="en-US" altLang="zh-TW" sz="2400" i="1">
                        <a:latin typeface="Cambria Math" panose="02040503050406030204" pitchFamily="18" charset="0"/>
                        <a:ea typeface="新細明體" pitchFamily="-106" charset="-120"/>
                        <a:cs typeface="Times"/>
                      </a:rPr>
                      <m:t>𝑡</m:t>
                    </m:r>
                  </m:oMath>
                </a14:m>
                <a:r>
                  <a:rPr lang="en-US" altLang="zh-TW" sz="2400" dirty="0">
                    <a:latin typeface="Corbel" panose="020B0503020204020204" pitchFamily="34" charset="0"/>
                    <a:ea typeface="新細明體" pitchFamily="-106" charset="-120"/>
                    <a:cs typeface="Times"/>
                  </a:rPr>
                  <a:t> minutes before flight. </a:t>
                </a:r>
                <a:r>
                  <a:rPr lang="en-US" altLang="zh-TW" sz="2400" b="1" dirty="0">
                    <a:latin typeface="Corbel" panose="020B0503020204020204" pitchFamily="34" charset="0"/>
                    <a:ea typeface="新細明體" pitchFamily="-106" charset="-120"/>
                    <a:cs typeface="Times"/>
                  </a:rPr>
                  <a:t>Will </a:t>
                </a:r>
                <a14:m>
                  <m:oMath xmlns:m="http://schemas.openxmlformats.org/officeDocument/2006/math">
                    <m:sSub>
                      <m:sSubPr>
                        <m:ctrlPr>
                          <a:rPr lang="en-US" altLang="zh-TW" sz="2400" b="1" i="1">
                            <a:latin typeface="Cambria Math" panose="02040503050406030204" pitchFamily="18" charset="0"/>
                            <a:ea typeface="新細明體" pitchFamily="-106" charset="-120"/>
                            <a:cs typeface="Times"/>
                          </a:rPr>
                        </m:ctrlPr>
                      </m:sSubPr>
                      <m:e>
                        <m:r>
                          <a:rPr lang="en-US" altLang="zh-TW" sz="2400" b="1" i="1">
                            <a:latin typeface="Cambria Math" panose="02040503050406030204" pitchFamily="18" charset="0"/>
                            <a:ea typeface="新細明體" pitchFamily="-106" charset="-120"/>
                            <a:cs typeface="Times"/>
                          </a:rPr>
                          <m:t>𝑨</m:t>
                        </m:r>
                      </m:e>
                      <m:sub>
                        <m:r>
                          <a:rPr lang="en-US" altLang="zh-TW" sz="2400" b="1" i="1">
                            <a:latin typeface="Cambria Math" panose="02040503050406030204" pitchFamily="18" charset="0"/>
                            <a:ea typeface="新細明體" pitchFamily="-106" charset="-120"/>
                            <a:cs typeface="Times"/>
                          </a:rPr>
                          <m:t>𝒕</m:t>
                        </m:r>
                      </m:sub>
                    </m:sSub>
                  </m:oMath>
                </a14:m>
                <a:r>
                  <a:rPr lang="en-US" altLang="zh-TW" sz="2400" b="1" dirty="0">
                    <a:latin typeface="Corbel" panose="020B0503020204020204" pitchFamily="34" charset="0"/>
                    <a:ea typeface="新細明體" pitchFamily="-106" charset="-120"/>
                    <a:cs typeface="Times"/>
                  </a:rPr>
                  <a:t> get me there on time?</a:t>
                </a:r>
              </a:p>
              <a:p>
                <a:pPr marL="350838" indent="-350838">
                  <a:spcBef>
                    <a:spcPts val="1200"/>
                  </a:spcBef>
                </a:pPr>
                <a:r>
                  <a:rPr lang="en-US" altLang="zh-TW" sz="2400" dirty="0">
                    <a:solidFill>
                      <a:srgbClr val="FF0000"/>
                    </a:solidFill>
                    <a:latin typeface="Corbel" panose="020B0503020204020204" pitchFamily="34" charset="0"/>
                    <a:ea typeface="新細明體" pitchFamily="-106" charset="-120"/>
                    <a:cs typeface="Times"/>
                  </a:rPr>
                  <a:t>Sources</a:t>
                </a:r>
                <a:r>
                  <a:rPr lang="en-US" altLang="zh-TW" sz="2400" dirty="0">
                    <a:latin typeface="Corbel" panose="020B0503020204020204" pitchFamily="34" charset="0"/>
                    <a:ea typeface="新細明體" pitchFamily="-106" charset="-120"/>
                    <a:cs typeface="Times"/>
                  </a:rPr>
                  <a:t> of uncertainty:</a:t>
                </a:r>
              </a:p>
              <a:p>
                <a:pPr marL="690563" lvl="1" indent="-339725">
                  <a:spcBef>
                    <a:spcPts val="1200"/>
                  </a:spcBef>
                  <a:buFontTx/>
                  <a:buAutoNum type="arabicPeriod"/>
                </a:pPr>
                <a:r>
                  <a:rPr lang="en-US" altLang="zh-TW" sz="1800" dirty="0">
                    <a:latin typeface="Corbel" panose="020B0503020204020204" pitchFamily="34" charset="0"/>
                    <a:ea typeface="新細明體" pitchFamily="-106" charset="-120"/>
                    <a:cs typeface="Times"/>
                  </a:rPr>
                  <a:t>Partial observability (e.g., road state, other drivers’ plans, …)</a:t>
                </a:r>
              </a:p>
              <a:p>
                <a:pPr marL="690563" lvl="1" indent="-339725">
                  <a:spcBef>
                    <a:spcPts val="1200"/>
                  </a:spcBef>
                  <a:buFontTx/>
                  <a:buAutoNum type="arabicPeriod"/>
                </a:pPr>
                <a:r>
                  <a:rPr lang="en-US" altLang="zh-TW" sz="1800" dirty="0">
                    <a:latin typeface="Corbel" panose="020B0503020204020204" pitchFamily="34" charset="0"/>
                    <a:ea typeface="新細明體" pitchFamily="-106" charset="-120"/>
                    <a:cs typeface="Times"/>
                  </a:rPr>
                  <a:t>Noisy sensors (e.g., traffic reports, fuel sensor, …)</a:t>
                </a:r>
              </a:p>
              <a:p>
                <a:pPr marL="690563" lvl="1" indent="-339725">
                  <a:spcBef>
                    <a:spcPts val="1200"/>
                  </a:spcBef>
                  <a:buFontTx/>
                  <a:buAutoNum type="arabicPeriod"/>
                </a:pPr>
                <a:r>
                  <a:rPr lang="en-US" altLang="zh-TW" sz="1800" dirty="0">
                    <a:latin typeface="Corbel" panose="020B0503020204020204" pitchFamily="34" charset="0"/>
                    <a:ea typeface="新細明體" pitchFamily="-106" charset="-120"/>
                    <a:cs typeface="Times"/>
                  </a:rPr>
                  <a:t>Uncertainty in action outcomes (e.g., flat tire, accident, …)</a:t>
                </a:r>
              </a:p>
              <a:p>
                <a:pPr marL="690563" lvl="1" indent="-339725">
                  <a:spcBef>
                    <a:spcPts val="1200"/>
                  </a:spcBef>
                  <a:buFontTx/>
                  <a:buAutoNum type="arabicPeriod"/>
                </a:pPr>
                <a:r>
                  <a:rPr lang="en-US" altLang="zh-TW" sz="1800" dirty="0">
                    <a:latin typeface="Corbel" panose="020B0503020204020204" pitchFamily="34" charset="0"/>
                    <a:ea typeface="新細明體" pitchFamily="-106" charset="-120"/>
                    <a:cs typeface="Times"/>
                  </a:rPr>
                  <a:t>Complexity in modeling and predicting traffic (e.g., congestion)</a:t>
                </a:r>
                <a:endParaRPr lang="en-US" altLang="zh-TW" sz="2000" dirty="0">
                  <a:latin typeface="Corbel" panose="020B0503020204020204" pitchFamily="34" charset="0"/>
                  <a:ea typeface="新細明體" pitchFamily="-106" charset="-120"/>
                  <a:cs typeface="Times"/>
                </a:endParaRPr>
              </a:p>
              <a:p>
                <a:pPr marL="350838" indent="-350838">
                  <a:spcBef>
                    <a:spcPts val="1200"/>
                  </a:spcBef>
                </a:pPr>
                <a:r>
                  <a:rPr lang="en-US" altLang="zh-TW" sz="2400" dirty="0">
                    <a:latin typeface="Corbel" panose="020B0503020204020204" pitchFamily="34" charset="0"/>
                    <a:ea typeface="新細明體" pitchFamily="-106" charset="-120"/>
                    <a:cs typeface="Times"/>
                  </a:rPr>
                  <a:t>Logical agent either</a:t>
                </a:r>
              </a:p>
              <a:p>
                <a:pPr marL="690563" lvl="1" indent="-339725">
                  <a:spcBef>
                    <a:spcPts val="1200"/>
                  </a:spcBef>
                  <a:buFontTx/>
                  <a:buAutoNum type="arabicPeriod"/>
                </a:pPr>
                <a:r>
                  <a:rPr lang="en-US" altLang="zh-TW" sz="1800" dirty="0">
                    <a:latin typeface="Corbel" panose="020B0503020204020204" pitchFamily="34" charset="0"/>
                    <a:ea typeface="新細明體" pitchFamily="-106" charset="-120"/>
                    <a:cs typeface="Times"/>
                  </a:rPr>
                  <a:t>risks falsehood: “</a:t>
                </a:r>
                <a14:m>
                  <m:oMath xmlns:m="http://schemas.openxmlformats.org/officeDocument/2006/math">
                    <m:sSub>
                      <m:sSubPr>
                        <m:ctrlPr>
                          <a:rPr lang="en-US" altLang="zh-TW" sz="1800" i="1">
                            <a:latin typeface="Cambria Math" panose="02040503050406030204" pitchFamily="18" charset="0"/>
                            <a:ea typeface="新細明體" pitchFamily="-106" charset="-120"/>
                            <a:cs typeface="Times"/>
                          </a:rPr>
                        </m:ctrlPr>
                      </m:sSubPr>
                      <m:e>
                        <m:r>
                          <a:rPr lang="en-US" altLang="zh-TW" sz="1800" i="1">
                            <a:latin typeface="Cambria Math" panose="02040503050406030204" pitchFamily="18" charset="0"/>
                            <a:ea typeface="新細明體" pitchFamily="-106" charset="-120"/>
                            <a:cs typeface="Times"/>
                          </a:rPr>
                          <m:t>𝐴</m:t>
                        </m:r>
                      </m:e>
                      <m:sub>
                        <m:r>
                          <a:rPr lang="en-US" altLang="zh-TW" sz="1800" i="1">
                            <a:latin typeface="Cambria Math" panose="02040503050406030204" pitchFamily="18" charset="0"/>
                            <a:ea typeface="新細明體" pitchFamily="-106" charset="-120"/>
                            <a:cs typeface="Times"/>
                          </a:rPr>
                          <m:t>25</m:t>
                        </m:r>
                      </m:sub>
                    </m:sSub>
                  </m:oMath>
                </a14:m>
                <a:r>
                  <a:rPr lang="en-US" altLang="zh-TW" sz="1800" dirty="0">
                    <a:latin typeface="Corbel" panose="020B0503020204020204" pitchFamily="34" charset="0"/>
                    <a:ea typeface="新細明體" pitchFamily="-106" charset="-120"/>
                    <a:cs typeface="Times"/>
                  </a:rPr>
                  <a:t> will get me there on time”, or</a:t>
                </a:r>
              </a:p>
              <a:p>
                <a:pPr marL="690563" lvl="1" indent="-339725">
                  <a:spcBef>
                    <a:spcPts val="1200"/>
                  </a:spcBef>
                  <a:buFontTx/>
                  <a:buAutoNum type="arabicPeriod"/>
                </a:pPr>
                <a:r>
                  <a:rPr lang="en-US" altLang="zh-TW" sz="1800" dirty="0">
                    <a:latin typeface="Corbel" panose="020B0503020204020204" pitchFamily="34" charset="0"/>
                    <a:ea typeface="新細明體" pitchFamily="-106" charset="-120"/>
                    <a:cs typeface="Times"/>
                  </a:rPr>
                  <a:t>reaches weaker conclusion: “</a:t>
                </a:r>
                <a14:m>
                  <m:oMath xmlns:m="http://schemas.openxmlformats.org/officeDocument/2006/math">
                    <m:sSub>
                      <m:sSubPr>
                        <m:ctrlPr>
                          <a:rPr lang="en-US" altLang="zh-TW" sz="1800" i="1">
                            <a:latin typeface="Cambria Math" panose="02040503050406030204" pitchFamily="18" charset="0"/>
                            <a:ea typeface="新細明體" pitchFamily="-106" charset="-120"/>
                            <a:cs typeface="Times"/>
                          </a:rPr>
                        </m:ctrlPr>
                      </m:sSubPr>
                      <m:e>
                        <m:r>
                          <a:rPr lang="en-US" altLang="zh-TW" sz="1800" i="1">
                            <a:latin typeface="Cambria Math" panose="02040503050406030204" pitchFamily="18" charset="0"/>
                            <a:ea typeface="新細明體" pitchFamily="-106" charset="-120"/>
                            <a:cs typeface="Times"/>
                          </a:rPr>
                          <m:t>𝐴</m:t>
                        </m:r>
                      </m:e>
                      <m:sub>
                        <m:r>
                          <a:rPr lang="en-US" altLang="zh-TW" sz="1800" i="1">
                            <a:latin typeface="Cambria Math" panose="02040503050406030204" pitchFamily="18" charset="0"/>
                            <a:ea typeface="新細明體" pitchFamily="-106" charset="-120"/>
                            <a:cs typeface="Times"/>
                          </a:rPr>
                          <m:t>25</m:t>
                        </m:r>
                      </m:sub>
                    </m:sSub>
                  </m:oMath>
                </a14:m>
                <a:r>
                  <a:rPr lang="en-US" altLang="zh-TW" sz="1800" dirty="0">
                    <a:latin typeface="Corbel" panose="020B0503020204020204" pitchFamily="34" charset="0"/>
                    <a:ea typeface="新細明體" pitchFamily="-106" charset="-120"/>
                    <a:cs typeface="Times"/>
                  </a:rPr>
                  <a:t> will get me there on time </a:t>
                </a:r>
                <a:r>
                  <a:rPr lang="en-US" altLang="zh-TW" sz="1800" b="1" dirty="0">
                    <a:latin typeface="Corbel" panose="020B0503020204020204" pitchFamily="34" charset="0"/>
                    <a:ea typeface="新細明體" pitchFamily="-106" charset="-120"/>
                    <a:cs typeface="Times"/>
                  </a:rPr>
                  <a:t>if</a:t>
                </a:r>
                <a:r>
                  <a:rPr lang="en-US" altLang="zh-TW" sz="1800" dirty="0">
                    <a:latin typeface="Corbel" panose="020B0503020204020204" pitchFamily="34" charset="0"/>
                    <a:ea typeface="新細明體" pitchFamily="-106" charset="-120"/>
                    <a:cs typeface="Times"/>
                  </a:rPr>
                  <a:t> there's no accident on the bridge </a:t>
                </a:r>
                <a:r>
                  <a:rPr lang="en-US" altLang="zh-TW" sz="1800" b="1" dirty="0">
                    <a:latin typeface="Corbel" panose="020B0503020204020204" pitchFamily="34" charset="0"/>
                    <a:ea typeface="新細明體" pitchFamily="-106" charset="-120"/>
                    <a:cs typeface="Times"/>
                  </a:rPr>
                  <a:t>and </a:t>
                </a:r>
                <a:r>
                  <a:rPr lang="en-US" altLang="zh-TW" sz="1800" dirty="0">
                    <a:latin typeface="Corbel" panose="020B0503020204020204" pitchFamily="34" charset="0"/>
                    <a:ea typeface="新細明體" pitchFamily="-106" charset="-120"/>
                    <a:cs typeface="Times"/>
                  </a:rPr>
                  <a:t>it doesn't rain </a:t>
                </a:r>
                <a:r>
                  <a:rPr lang="en-US" altLang="zh-TW" sz="1800" b="1" dirty="0">
                    <a:latin typeface="Corbel" panose="020B0503020204020204" pitchFamily="34" charset="0"/>
                    <a:ea typeface="新細明體" pitchFamily="-106" charset="-120"/>
                    <a:cs typeface="Times"/>
                  </a:rPr>
                  <a:t>and </a:t>
                </a:r>
                <a:r>
                  <a:rPr lang="en-US" altLang="zh-TW" sz="1800" dirty="0">
                    <a:latin typeface="Corbel" panose="020B0503020204020204" pitchFamily="34" charset="0"/>
                    <a:ea typeface="新細明體" pitchFamily="-106" charset="-120"/>
                    <a:cs typeface="Times"/>
                  </a:rPr>
                  <a:t>my tires remain intact…”</a:t>
                </a:r>
              </a:p>
            </p:txBody>
          </p:sp>
        </mc:Choice>
        <mc:Fallback xmlns="">
          <p:sp>
            <p:nvSpPr>
              <p:cNvPr id="569347" name="Rectangle 3"/>
              <p:cNvSpPr>
                <a:spLocks noGrp="1" noRot="1" noChangeAspect="1" noMove="1" noResize="1" noEditPoints="1" noAdjustHandles="1" noChangeArrowheads="1" noChangeShapeType="1" noTextEdit="1"/>
              </p:cNvSpPr>
              <p:nvPr>
                <p:ph idx="1"/>
              </p:nvPr>
            </p:nvSpPr>
            <p:spPr>
              <a:xfrm>
                <a:off x="2540769" y="1215498"/>
                <a:ext cx="7921752" cy="5257800"/>
              </a:xfrm>
              <a:blipFill>
                <a:blip r:embed="rId3"/>
                <a:stretch>
                  <a:fillRect l="-1282" t="-723" r="-1122"/>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3</a:t>
            </a:fld>
            <a:endParaRPr lang="en-US" altLang="zh-TW"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42" name="Rectangle 2"/>
          <p:cNvSpPr>
            <a:spLocks noGrp="1" noChangeArrowheads="1"/>
          </p:cNvSpPr>
          <p:nvPr>
            <p:ph type="title"/>
          </p:nvPr>
        </p:nvSpPr>
        <p:spPr>
          <a:xfrm>
            <a:off x="2543739" y="228601"/>
            <a:ext cx="7704667" cy="758297"/>
          </a:xfrm>
        </p:spPr>
        <p:txBody>
          <a:bodyPr/>
          <a:lstStyle/>
          <a:p>
            <a:r>
              <a:rPr lang="en-US" altLang="zh-TW" dirty="0">
                <a:ea typeface="新細明體" pitchFamily="-106" charset="-120"/>
                <a:cs typeface="新細明體" pitchFamily="-106" charset="-120"/>
              </a:rPr>
              <a:t>Random Variables</a:t>
            </a:r>
          </a:p>
        </p:txBody>
      </p:sp>
      <mc:AlternateContent xmlns:mc="http://schemas.openxmlformats.org/markup-compatibility/2006" xmlns:a14="http://schemas.microsoft.com/office/drawing/2010/main">
        <mc:Choice Requires="a14">
          <p:graphicFrame>
            <p:nvGraphicFramePr>
              <p:cNvPr id="2" name="Content Placeholder 1"/>
              <p:cNvGraphicFramePr>
                <a:graphicFrameLocks noGrp="1"/>
              </p:cNvGraphicFramePr>
              <p:nvPr>
                <p:ph idx="1"/>
              </p:nvPr>
            </p:nvGraphicFramePr>
            <p:xfrm>
              <a:off x="2545717" y="1032935"/>
              <a:ext cx="8305800" cy="5257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xmlns="">
          <p:graphicFrame>
            <p:nvGraphicFramePr>
              <p:cNvPr id="2" name="Content Placeholder 1"/>
              <p:cNvGraphicFramePr>
                <a:graphicFrameLocks noGrp="1"/>
              </p:cNvGraphicFramePr>
              <p:nvPr>
                <p:ph idx="1"/>
              </p:nvPr>
            </p:nvGraphicFramePr>
            <p:xfrm>
              <a:off x="2545717" y="1032935"/>
              <a:ext cx="8305800" cy="52578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Fallback>
      </mc:AlternateContent>
      <p:sp>
        <p:nvSpPr>
          <p:cNvPr id="4" name="Slide Number Placeholder 3"/>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4</a:t>
            </a:fld>
            <a:endParaRPr lang="en-US" altLang="zh-TW"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466" name="Rectangle 2"/>
          <p:cNvSpPr>
            <a:spLocks noGrp="1" noChangeArrowheads="1"/>
          </p:cNvSpPr>
          <p:nvPr>
            <p:ph type="title"/>
          </p:nvPr>
        </p:nvSpPr>
        <p:spPr>
          <a:xfrm>
            <a:off x="2743201" y="228601"/>
            <a:ext cx="7704667" cy="758297"/>
          </a:xfrm>
        </p:spPr>
        <p:txBody>
          <a:bodyPr/>
          <a:lstStyle/>
          <a:p>
            <a:r>
              <a:rPr lang="en-US" altLang="zh-TW">
                <a:ea typeface="新細明體" pitchFamily="-106" charset="-120"/>
                <a:cs typeface="新細明體" pitchFamily="-106" charset="-120"/>
              </a:rPr>
              <a:t>Events</a:t>
            </a:r>
          </a:p>
        </p:txBody>
      </p:sp>
      <mc:AlternateContent xmlns:mc="http://schemas.openxmlformats.org/markup-compatibility/2006" xmlns:a14="http://schemas.microsoft.com/office/drawing/2010/main">
        <mc:Choice Requires="a14">
          <p:sp>
            <p:nvSpPr>
              <p:cNvPr id="574467" name="Rectangle 3"/>
              <p:cNvSpPr>
                <a:spLocks noGrp="1" noChangeArrowheads="1"/>
              </p:cNvSpPr>
              <p:nvPr>
                <p:ph idx="1"/>
              </p:nvPr>
            </p:nvSpPr>
            <p:spPr>
              <a:xfrm>
                <a:off x="2297515" y="1032936"/>
                <a:ext cx="8150352" cy="2243665"/>
              </a:xfrm>
            </p:spPr>
            <p:txBody>
              <a:bodyPr>
                <a:normAutofit/>
              </a:bodyPr>
              <a:lstStyle/>
              <a:p>
                <a:pPr>
                  <a:spcBef>
                    <a:spcPts val="1200"/>
                  </a:spcBef>
                </a:pPr>
                <a:r>
                  <a:rPr lang="en-US" altLang="zh-TW" sz="2800">
                    <a:latin typeface="Corbel" panose="020B0503020204020204" pitchFamily="34" charset="0"/>
                    <a:ea typeface="新細明體" pitchFamily="-106" charset="-120"/>
                    <a:cs typeface="Times"/>
                  </a:rPr>
                  <a:t>Given a random variable </a:t>
                </a:r>
                <a14:m>
                  <m:oMath xmlns:m="http://schemas.openxmlformats.org/officeDocument/2006/math">
                    <m:r>
                      <a:rPr lang="en-US" altLang="zh-TW" sz="2800" i="1">
                        <a:latin typeface="Cambria Math" panose="02040503050406030204" pitchFamily="18" charset="0"/>
                        <a:ea typeface="新細明體" pitchFamily="-106" charset="-120"/>
                        <a:cs typeface="Times"/>
                      </a:rPr>
                      <m:t>𝑋</m:t>
                    </m:r>
                  </m:oMath>
                </a14:m>
                <a:r>
                  <a:rPr lang="en-US" altLang="zh-TW" sz="2800">
                    <a:latin typeface="Corbel" panose="020B0503020204020204" pitchFamily="34" charset="0"/>
                    <a:ea typeface="新細明體" pitchFamily="-106" charset="-120"/>
                    <a:cs typeface="Times"/>
                  </a:rPr>
                  <a:t>, let </a:t>
                </a:r>
                <a14:m>
                  <m:oMath xmlns:m="http://schemas.openxmlformats.org/officeDocument/2006/math">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𝐷</m:t>
                        </m:r>
                      </m:e>
                      <m:sub>
                        <m:r>
                          <a:rPr lang="en-US" altLang="zh-TW" sz="2800" i="1">
                            <a:latin typeface="Cambria Math" panose="02040503050406030204" pitchFamily="18" charset="0"/>
                            <a:ea typeface="新細明體" pitchFamily="-106" charset="-120"/>
                            <a:cs typeface="Times"/>
                          </a:rPr>
                          <m:t>𝑋</m:t>
                        </m:r>
                      </m:sub>
                    </m:sSub>
                  </m:oMath>
                </a14:m>
                <a:r>
                  <a:rPr lang="en-US" altLang="zh-TW" sz="2800">
                    <a:latin typeface="Corbel" panose="020B0503020204020204" pitchFamily="34" charset="0"/>
                    <a:ea typeface="新細明體" pitchFamily="-106" charset="-120"/>
                    <a:cs typeface="Times"/>
                  </a:rPr>
                  <a:t> be its domain.</a:t>
                </a:r>
              </a:p>
              <a:p>
                <a:pPr>
                  <a:spcBef>
                    <a:spcPts val="1200"/>
                  </a:spcBef>
                </a:pPr>
                <a:r>
                  <a:rPr lang="en-US" altLang="zh-TW" sz="2800" b="1">
                    <a:latin typeface="Corbel" panose="020B0503020204020204" pitchFamily="34" charset="0"/>
                    <a:ea typeface="新細明體" pitchFamily="-106" charset="-120"/>
                    <a:cs typeface="Times"/>
                  </a:rPr>
                  <a:t>Atomic event (possible world): </a:t>
                </a:r>
                <a:r>
                  <a:rPr lang="en-US" altLang="zh-TW" sz="2800">
                    <a:latin typeface="Corbel" panose="020B0503020204020204" pitchFamily="34" charset="0"/>
                    <a:ea typeface="新細明體" pitchFamily="-106" charset="-120"/>
                    <a:cs typeface="Times"/>
                  </a:rPr>
                  <a:t>an assignment of a value to each random variable; a singleton event </a:t>
                </a:r>
              </a:p>
              <a:p>
                <a:pPr marL="679450" lvl="1" indent="-339725">
                  <a:spcBef>
                    <a:spcPts val="1200"/>
                  </a:spcBef>
                </a:pPr>
                <a:r>
                  <a:rPr lang="en-US" altLang="zh-TW" sz="2400">
                    <a:latin typeface="Corbel" panose="020B0503020204020204" pitchFamily="34" charset="0"/>
                    <a:ea typeface="新細明體" pitchFamily="-106" charset="-120"/>
                    <a:cs typeface="Times"/>
                  </a:rPr>
                  <a:t>We roll two different dice</a:t>
                </a:r>
              </a:p>
            </p:txBody>
          </p:sp>
        </mc:Choice>
        <mc:Fallback xmlns="">
          <p:sp>
            <p:nvSpPr>
              <p:cNvPr id="574467" name="Rectangle 3"/>
              <p:cNvSpPr>
                <a:spLocks noGrp="1" noRot="1" noChangeAspect="1" noMove="1" noResize="1" noEditPoints="1" noAdjustHandles="1" noChangeArrowheads="1" noChangeShapeType="1" noTextEdit="1"/>
              </p:cNvSpPr>
              <p:nvPr>
                <p:ph idx="1"/>
              </p:nvPr>
            </p:nvSpPr>
            <p:spPr>
              <a:xfrm>
                <a:off x="2297515" y="1032936"/>
                <a:ext cx="8150352" cy="2243665"/>
              </a:xfrm>
              <a:blipFill>
                <a:blip r:embed="rId3"/>
                <a:stretch>
                  <a:fillRect l="-311" t="-2809" r="-778"/>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5</a:t>
            </a:fld>
            <a:endParaRPr lang="en-US" altLang="zh-TW"/>
          </a:p>
        </p:txBody>
      </p:sp>
      <p:grpSp>
        <p:nvGrpSpPr>
          <p:cNvPr id="5" name="Group 4"/>
          <p:cNvGrpSpPr/>
          <p:nvPr/>
        </p:nvGrpSpPr>
        <p:grpSpPr>
          <a:xfrm>
            <a:off x="2311673" y="3374511"/>
            <a:ext cx="423557" cy="423557"/>
            <a:chOff x="1219200" y="3429000"/>
            <a:chExt cx="609600" cy="609600"/>
          </a:xfrm>
        </p:grpSpPr>
        <p:sp>
          <p:nvSpPr>
            <p:cNvPr id="2" name="Rounded Rectangle 1"/>
            <p:cNvSpPr/>
            <p:nvPr/>
          </p:nvSpPr>
          <p:spPr>
            <a:xfrm>
              <a:off x="1219200"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 name="Group 5"/>
          <p:cNvGrpSpPr/>
          <p:nvPr/>
        </p:nvGrpSpPr>
        <p:grpSpPr>
          <a:xfrm>
            <a:off x="3733806" y="3385477"/>
            <a:ext cx="423557" cy="423557"/>
            <a:chOff x="2038597" y="3429000"/>
            <a:chExt cx="609600" cy="609600"/>
          </a:xfrm>
        </p:grpSpPr>
        <p:sp>
          <p:nvSpPr>
            <p:cNvPr id="7" name="Rounded Rectangle 6"/>
            <p:cNvSpPr/>
            <p:nvPr/>
          </p:nvSpPr>
          <p:spPr>
            <a:xfrm>
              <a:off x="2038597"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 name="Group 32"/>
          <p:cNvGrpSpPr/>
          <p:nvPr/>
        </p:nvGrpSpPr>
        <p:grpSpPr>
          <a:xfrm>
            <a:off x="5181601" y="6086566"/>
            <a:ext cx="423557" cy="423557"/>
            <a:chOff x="2857994" y="3429000"/>
            <a:chExt cx="609600" cy="609600"/>
          </a:xfrm>
        </p:grpSpPr>
        <p:sp>
          <p:nvSpPr>
            <p:cNvPr id="11" name="Rounded Rectangle 10"/>
            <p:cNvSpPr/>
            <p:nvPr/>
          </p:nvSpPr>
          <p:spPr>
            <a:xfrm>
              <a:off x="2857994"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33"/>
          <p:cNvGrpSpPr/>
          <p:nvPr/>
        </p:nvGrpSpPr>
        <p:grpSpPr>
          <a:xfrm>
            <a:off x="6636495" y="3356598"/>
            <a:ext cx="423557" cy="423557"/>
            <a:chOff x="3697186" y="3428010"/>
            <a:chExt cx="609600" cy="609600"/>
          </a:xfrm>
        </p:grpSpPr>
        <p:sp>
          <p:nvSpPr>
            <p:cNvPr id="15" name="Rounded Rectangle 14"/>
            <p:cNvSpPr/>
            <p:nvPr/>
          </p:nvSpPr>
          <p:spPr>
            <a:xfrm>
              <a:off x="3697186"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 name="Group 34"/>
          <p:cNvGrpSpPr/>
          <p:nvPr/>
        </p:nvGrpSpPr>
        <p:grpSpPr>
          <a:xfrm>
            <a:off x="8001001" y="3352801"/>
            <a:ext cx="423557" cy="423557"/>
            <a:chOff x="4516583" y="3428010"/>
            <a:chExt cx="609600" cy="609600"/>
          </a:xfrm>
        </p:grpSpPr>
        <p:sp>
          <p:nvSpPr>
            <p:cNvPr id="20" name="Rounded Rectangle 19"/>
            <p:cNvSpPr/>
            <p:nvPr/>
          </p:nvSpPr>
          <p:spPr>
            <a:xfrm>
              <a:off x="4516583"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 name="Group 35"/>
          <p:cNvGrpSpPr/>
          <p:nvPr/>
        </p:nvGrpSpPr>
        <p:grpSpPr>
          <a:xfrm>
            <a:off x="9378521" y="3352801"/>
            <a:ext cx="423557" cy="423557"/>
            <a:chOff x="5359334" y="3425040"/>
            <a:chExt cx="609600" cy="609600"/>
          </a:xfrm>
        </p:grpSpPr>
        <p:sp>
          <p:nvSpPr>
            <p:cNvPr id="26" name="Rounded Rectangle 25"/>
            <p:cNvSpPr/>
            <p:nvPr/>
          </p:nvSpPr>
          <p:spPr>
            <a:xfrm>
              <a:off x="5359334" y="342504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9" name="Group 38"/>
          <p:cNvGrpSpPr/>
          <p:nvPr/>
        </p:nvGrpSpPr>
        <p:grpSpPr>
          <a:xfrm>
            <a:off x="2872200" y="3371592"/>
            <a:ext cx="423557" cy="423557"/>
            <a:chOff x="1219200" y="3429000"/>
            <a:chExt cx="609600" cy="609600"/>
          </a:xfrm>
        </p:grpSpPr>
        <p:sp>
          <p:nvSpPr>
            <p:cNvPr id="40" name="Rounded Rectangle 39"/>
            <p:cNvSpPr/>
            <p:nvPr/>
          </p:nvSpPr>
          <p:spPr>
            <a:xfrm>
              <a:off x="1219200"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p:cNvGrpSpPr/>
          <p:nvPr/>
        </p:nvGrpSpPr>
        <p:grpSpPr>
          <a:xfrm>
            <a:off x="2868245" y="3915045"/>
            <a:ext cx="423557" cy="423557"/>
            <a:chOff x="2038597" y="3429000"/>
            <a:chExt cx="609600" cy="609600"/>
          </a:xfrm>
        </p:grpSpPr>
        <p:sp>
          <p:nvSpPr>
            <p:cNvPr id="43" name="Rounded Rectangle 42"/>
            <p:cNvSpPr/>
            <p:nvPr/>
          </p:nvSpPr>
          <p:spPr>
            <a:xfrm>
              <a:off x="2038597"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 name="Group 45"/>
          <p:cNvGrpSpPr/>
          <p:nvPr/>
        </p:nvGrpSpPr>
        <p:grpSpPr>
          <a:xfrm>
            <a:off x="2872200" y="4458498"/>
            <a:ext cx="423557" cy="423557"/>
            <a:chOff x="2857994" y="3429000"/>
            <a:chExt cx="609600" cy="609600"/>
          </a:xfrm>
        </p:grpSpPr>
        <p:sp>
          <p:nvSpPr>
            <p:cNvPr id="47" name="Rounded Rectangle 46"/>
            <p:cNvSpPr/>
            <p:nvPr/>
          </p:nvSpPr>
          <p:spPr>
            <a:xfrm>
              <a:off x="2857994"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1" name="Group 50"/>
          <p:cNvGrpSpPr/>
          <p:nvPr/>
        </p:nvGrpSpPr>
        <p:grpSpPr>
          <a:xfrm>
            <a:off x="2857561" y="5001951"/>
            <a:ext cx="423557" cy="423557"/>
            <a:chOff x="3697186" y="3428010"/>
            <a:chExt cx="609600" cy="609600"/>
          </a:xfrm>
        </p:grpSpPr>
        <p:sp>
          <p:nvSpPr>
            <p:cNvPr id="52" name="Rounded Rectangle 51"/>
            <p:cNvSpPr/>
            <p:nvPr/>
          </p:nvSpPr>
          <p:spPr>
            <a:xfrm>
              <a:off x="3697186"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 name="Group 56"/>
          <p:cNvGrpSpPr/>
          <p:nvPr/>
        </p:nvGrpSpPr>
        <p:grpSpPr>
          <a:xfrm>
            <a:off x="2857561" y="5564819"/>
            <a:ext cx="423557" cy="423557"/>
            <a:chOff x="4516583" y="3428010"/>
            <a:chExt cx="609600" cy="609600"/>
          </a:xfrm>
        </p:grpSpPr>
        <p:sp>
          <p:nvSpPr>
            <p:cNvPr id="58" name="Rounded Rectangle 57"/>
            <p:cNvSpPr/>
            <p:nvPr/>
          </p:nvSpPr>
          <p:spPr>
            <a:xfrm>
              <a:off x="4516583"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4" name="Group 63"/>
          <p:cNvGrpSpPr/>
          <p:nvPr/>
        </p:nvGrpSpPr>
        <p:grpSpPr>
          <a:xfrm>
            <a:off x="2857561" y="6109477"/>
            <a:ext cx="423557" cy="423557"/>
            <a:chOff x="5359334" y="3425040"/>
            <a:chExt cx="609600" cy="609600"/>
          </a:xfrm>
        </p:grpSpPr>
        <p:sp>
          <p:nvSpPr>
            <p:cNvPr id="65" name="Rounded Rectangle 64"/>
            <p:cNvSpPr/>
            <p:nvPr/>
          </p:nvSpPr>
          <p:spPr>
            <a:xfrm>
              <a:off x="5359334" y="342504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2" name="Group 71"/>
          <p:cNvGrpSpPr/>
          <p:nvPr/>
        </p:nvGrpSpPr>
        <p:grpSpPr>
          <a:xfrm>
            <a:off x="2311673" y="3922088"/>
            <a:ext cx="423557" cy="423557"/>
            <a:chOff x="1219200" y="3429000"/>
            <a:chExt cx="609600" cy="609600"/>
          </a:xfrm>
        </p:grpSpPr>
        <p:sp>
          <p:nvSpPr>
            <p:cNvPr id="73" name="Rounded Rectangle 72"/>
            <p:cNvSpPr/>
            <p:nvPr/>
          </p:nvSpPr>
          <p:spPr>
            <a:xfrm>
              <a:off x="1219200"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8" name="Group 77"/>
          <p:cNvGrpSpPr/>
          <p:nvPr/>
        </p:nvGrpSpPr>
        <p:grpSpPr>
          <a:xfrm>
            <a:off x="2308754" y="4469665"/>
            <a:ext cx="423557" cy="423557"/>
            <a:chOff x="1219200" y="3429000"/>
            <a:chExt cx="609600" cy="609600"/>
          </a:xfrm>
        </p:grpSpPr>
        <p:sp>
          <p:nvSpPr>
            <p:cNvPr id="79" name="Rounded Rectangle 78"/>
            <p:cNvSpPr/>
            <p:nvPr/>
          </p:nvSpPr>
          <p:spPr>
            <a:xfrm>
              <a:off x="1219200"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1" name="Group 80"/>
          <p:cNvGrpSpPr/>
          <p:nvPr/>
        </p:nvGrpSpPr>
        <p:grpSpPr>
          <a:xfrm>
            <a:off x="2305835" y="5017242"/>
            <a:ext cx="423557" cy="423557"/>
            <a:chOff x="1219200" y="3429000"/>
            <a:chExt cx="609600" cy="609600"/>
          </a:xfrm>
        </p:grpSpPr>
        <p:sp>
          <p:nvSpPr>
            <p:cNvPr id="82" name="Rounded Rectangle 81"/>
            <p:cNvSpPr/>
            <p:nvPr/>
          </p:nvSpPr>
          <p:spPr>
            <a:xfrm>
              <a:off x="1219200"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4" name="Group 83"/>
          <p:cNvGrpSpPr/>
          <p:nvPr/>
        </p:nvGrpSpPr>
        <p:grpSpPr>
          <a:xfrm>
            <a:off x="2302916" y="5564819"/>
            <a:ext cx="423557" cy="423557"/>
            <a:chOff x="1219200" y="3429000"/>
            <a:chExt cx="609600" cy="609600"/>
          </a:xfrm>
        </p:grpSpPr>
        <p:sp>
          <p:nvSpPr>
            <p:cNvPr id="85" name="Rounded Rectangle 84"/>
            <p:cNvSpPr/>
            <p:nvPr/>
          </p:nvSpPr>
          <p:spPr>
            <a:xfrm>
              <a:off x="1219200"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7" name="Group 86"/>
          <p:cNvGrpSpPr/>
          <p:nvPr/>
        </p:nvGrpSpPr>
        <p:grpSpPr>
          <a:xfrm>
            <a:off x="2299997" y="6112396"/>
            <a:ext cx="423557" cy="423557"/>
            <a:chOff x="1219200" y="3429000"/>
            <a:chExt cx="609600" cy="609600"/>
          </a:xfrm>
        </p:grpSpPr>
        <p:sp>
          <p:nvSpPr>
            <p:cNvPr id="88" name="Rounded Rectangle 87"/>
            <p:cNvSpPr/>
            <p:nvPr/>
          </p:nvSpPr>
          <p:spPr>
            <a:xfrm>
              <a:off x="1219200"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3" name="Group 92"/>
          <p:cNvGrpSpPr/>
          <p:nvPr/>
        </p:nvGrpSpPr>
        <p:grpSpPr>
          <a:xfrm>
            <a:off x="4289724" y="3368664"/>
            <a:ext cx="423557" cy="423557"/>
            <a:chOff x="1219200" y="3429000"/>
            <a:chExt cx="609600" cy="609600"/>
          </a:xfrm>
        </p:grpSpPr>
        <p:sp>
          <p:nvSpPr>
            <p:cNvPr id="94" name="Rounded Rectangle 93"/>
            <p:cNvSpPr/>
            <p:nvPr/>
          </p:nvSpPr>
          <p:spPr>
            <a:xfrm>
              <a:off x="1219200"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6" name="Group 95"/>
          <p:cNvGrpSpPr/>
          <p:nvPr/>
        </p:nvGrpSpPr>
        <p:grpSpPr>
          <a:xfrm>
            <a:off x="4285769" y="3912117"/>
            <a:ext cx="423557" cy="423557"/>
            <a:chOff x="2038597" y="3429000"/>
            <a:chExt cx="609600" cy="609600"/>
          </a:xfrm>
        </p:grpSpPr>
        <p:sp>
          <p:nvSpPr>
            <p:cNvPr id="97" name="Rounded Rectangle 96"/>
            <p:cNvSpPr/>
            <p:nvPr/>
          </p:nvSpPr>
          <p:spPr>
            <a:xfrm>
              <a:off x="2038597"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0" name="Group 99"/>
          <p:cNvGrpSpPr/>
          <p:nvPr/>
        </p:nvGrpSpPr>
        <p:grpSpPr>
          <a:xfrm>
            <a:off x="4289724" y="4455570"/>
            <a:ext cx="423557" cy="423557"/>
            <a:chOff x="2857994" y="3429000"/>
            <a:chExt cx="609600" cy="609600"/>
          </a:xfrm>
        </p:grpSpPr>
        <p:sp>
          <p:nvSpPr>
            <p:cNvPr id="101" name="Rounded Rectangle 100"/>
            <p:cNvSpPr/>
            <p:nvPr/>
          </p:nvSpPr>
          <p:spPr>
            <a:xfrm>
              <a:off x="2857994"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5" name="Group 104"/>
          <p:cNvGrpSpPr/>
          <p:nvPr/>
        </p:nvGrpSpPr>
        <p:grpSpPr>
          <a:xfrm>
            <a:off x="4275085" y="4999023"/>
            <a:ext cx="423557" cy="423557"/>
            <a:chOff x="3697186" y="3428010"/>
            <a:chExt cx="609600" cy="609600"/>
          </a:xfrm>
        </p:grpSpPr>
        <p:sp>
          <p:nvSpPr>
            <p:cNvPr id="106" name="Rounded Rectangle 105"/>
            <p:cNvSpPr/>
            <p:nvPr/>
          </p:nvSpPr>
          <p:spPr>
            <a:xfrm>
              <a:off x="3697186"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1" name="Group 110"/>
          <p:cNvGrpSpPr/>
          <p:nvPr/>
        </p:nvGrpSpPr>
        <p:grpSpPr>
          <a:xfrm>
            <a:off x="4275085" y="5561891"/>
            <a:ext cx="423557" cy="423557"/>
            <a:chOff x="4516583" y="3428010"/>
            <a:chExt cx="609600" cy="609600"/>
          </a:xfrm>
        </p:grpSpPr>
        <p:sp>
          <p:nvSpPr>
            <p:cNvPr id="112" name="Rounded Rectangle 111"/>
            <p:cNvSpPr/>
            <p:nvPr/>
          </p:nvSpPr>
          <p:spPr>
            <a:xfrm>
              <a:off x="4516583"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 112"/>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Oval 114"/>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8" name="Group 117"/>
          <p:cNvGrpSpPr/>
          <p:nvPr/>
        </p:nvGrpSpPr>
        <p:grpSpPr>
          <a:xfrm>
            <a:off x="4275085" y="6106549"/>
            <a:ext cx="423557" cy="423557"/>
            <a:chOff x="5359334" y="3425040"/>
            <a:chExt cx="609600" cy="609600"/>
          </a:xfrm>
        </p:grpSpPr>
        <p:sp>
          <p:nvSpPr>
            <p:cNvPr id="119" name="Rounded Rectangle 118"/>
            <p:cNvSpPr/>
            <p:nvPr/>
          </p:nvSpPr>
          <p:spPr>
            <a:xfrm>
              <a:off x="5359334" y="342504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Oval 120"/>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Oval 122"/>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Oval 123"/>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Oval 124"/>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1" name="Group 140"/>
          <p:cNvGrpSpPr/>
          <p:nvPr/>
        </p:nvGrpSpPr>
        <p:grpSpPr>
          <a:xfrm>
            <a:off x="3733805" y="3922088"/>
            <a:ext cx="423557" cy="423557"/>
            <a:chOff x="2038597" y="3429000"/>
            <a:chExt cx="609600" cy="609600"/>
          </a:xfrm>
        </p:grpSpPr>
        <p:sp>
          <p:nvSpPr>
            <p:cNvPr id="142" name="Rounded Rectangle 141"/>
            <p:cNvSpPr/>
            <p:nvPr/>
          </p:nvSpPr>
          <p:spPr>
            <a:xfrm>
              <a:off x="2038597"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Oval 142"/>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5" name="Group 144"/>
          <p:cNvGrpSpPr/>
          <p:nvPr/>
        </p:nvGrpSpPr>
        <p:grpSpPr>
          <a:xfrm>
            <a:off x="3733804" y="4458699"/>
            <a:ext cx="423557" cy="423557"/>
            <a:chOff x="2038597" y="3429000"/>
            <a:chExt cx="609600" cy="609600"/>
          </a:xfrm>
        </p:grpSpPr>
        <p:sp>
          <p:nvSpPr>
            <p:cNvPr id="146" name="Rounded Rectangle 145"/>
            <p:cNvSpPr/>
            <p:nvPr/>
          </p:nvSpPr>
          <p:spPr>
            <a:xfrm>
              <a:off x="2038597"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Oval 146"/>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Oval 147"/>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9" name="Group 148"/>
          <p:cNvGrpSpPr/>
          <p:nvPr/>
        </p:nvGrpSpPr>
        <p:grpSpPr>
          <a:xfrm>
            <a:off x="3733803" y="4995310"/>
            <a:ext cx="423557" cy="423557"/>
            <a:chOff x="2038597" y="3429000"/>
            <a:chExt cx="609600" cy="609600"/>
          </a:xfrm>
        </p:grpSpPr>
        <p:sp>
          <p:nvSpPr>
            <p:cNvPr id="150" name="Rounded Rectangle 149"/>
            <p:cNvSpPr/>
            <p:nvPr/>
          </p:nvSpPr>
          <p:spPr>
            <a:xfrm>
              <a:off x="2038597"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Oval 150"/>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Oval 151"/>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3" name="Group 152"/>
          <p:cNvGrpSpPr/>
          <p:nvPr/>
        </p:nvGrpSpPr>
        <p:grpSpPr>
          <a:xfrm>
            <a:off x="3733802" y="5531921"/>
            <a:ext cx="423557" cy="423557"/>
            <a:chOff x="2038597" y="3429000"/>
            <a:chExt cx="609600" cy="609600"/>
          </a:xfrm>
        </p:grpSpPr>
        <p:sp>
          <p:nvSpPr>
            <p:cNvPr id="154" name="Rounded Rectangle 153"/>
            <p:cNvSpPr/>
            <p:nvPr/>
          </p:nvSpPr>
          <p:spPr>
            <a:xfrm>
              <a:off x="2038597"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Oval 154"/>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Oval 155"/>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7" name="Group 156"/>
          <p:cNvGrpSpPr/>
          <p:nvPr/>
        </p:nvGrpSpPr>
        <p:grpSpPr>
          <a:xfrm>
            <a:off x="3733801" y="6104157"/>
            <a:ext cx="423557" cy="423557"/>
            <a:chOff x="2038597" y="3429000"/>
            <a:chExt cx="609600" cy="609600"/>
          </a:xfrm>
        </p:grpSpPr>
        <p:sp>
          <p:nvSpPr>
            <p:cNvPr id="158" name="Rounded Rectangle 157"/>
            <p:cNvSpPr/>
            <p:nvPr/>
          </p:nvSpPr>
          <p:spPr>
            <a:xfrm>
              <a:off x="2038597"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Oval 158"/>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1" name="Slide Number Placeholder 3"/>
          <p:cNvSpPr txBox="1">
            <a:spLocks/>
          </p:cNvSpPr>
          <p:nvPr/>
        </p:nvSpPr>
        <p:spPr>
          <a:xfrm>
            <a:off x="5588811" y="6153304"/>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a:pPr/>
              <a:t>5</a:t>
            </a:fld>
            <a:endParaRPr lang="en-US" altLang="zh-TW"/>
          </a:p>
        </p:txBody>
      </p:sp>
      <p:grpSp>
        <p:nvGrpSpPr>
          <p:cNvPr id="166" name="Group 165"/>
          <p:cNvGrpSpPr/>
          <p:nvPr/>
        </p:nvGrpSpPr>
        <p:grpSpPr>
          <a:xfrm>
            <a:off x="5791071" y="3352801"/>
            <a:ext cx="423557" cy="423557"/>
            <a:chOff x="1219200" y="3429000"/>
            <a:chExt cx="609600" cy="609600"/>
          </a:xfrm>
        </p:grpSpPr>
        <p:sp>
          <p:nvSpPr>
            <p:cNvPr id="167" name="Rounded Rectangle 166"/>
            <p:cNvSpPr/>
            <p:nvPr/>
          </p:nvSpPr>
          <p:spPr>
            <a:xfrm>
              <a:off x="1219200"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Oval 167"/>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9" name="Group 168"/>
          <p:cNvGrpSpPr/>
          <p:nvPr/>
        </p:nvGrpSpPr>
        <p:grpSpPr>
          <a:xfrm>
            <a:off x="5787116" y="3896254"/>
            <a:ext cx="423557" cy="423557"/>
            <a:chOff x="2038597" y="3429000"/>
            <a:chExt cx="609600" cy="609600"/>
          </a:xfrm>
        </p:grpSpPr>
        <p:sp>
          <p:nvSpPr>
            <p:cNvPr id="170" name="Rounded Rectangle 169"/>
            <p:cNvSpPr/>
            <p:nvPr/>
          </p:nvSpPr>
          <p:spPr>
            <a:xfrm>
              <a:off x="2038597"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Oval 170"/>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Oval 171"/>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3" name="Group 172"/>
          <p:cNvGrpSpPr/>
          <p:nvPr/>
        </p:nvGrpSpPr>
        <p:grpSpPr>
          <a:xfrm>
            <a:off x="5791071" y="4439707"/>
            <a:ext cx="423557" cy="423557"/>
            <a:chOff x="2857994" y="3429000"/>
            <a:chExt cx="609600" cy="609600"/>
          </a:xfrm>
        </p:grpSpPr>
        <p:sp>
          <p:nvSpPr>
            <p:cNvPr id="174" name="Rounded Rectangle 173"/>
            <p:cNvSpPr/>
            <p:nvPr/>
          </p:nvSpPr>
          <p:spPr>
            <a:xfrm>
              <a:off x="2857994"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Oval 174"/>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Oval 175"/>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Oval 176"/>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8" name="Group 177"/>
          <p:cNvGrpSpPr/>
          <p:nvPr/>
        </p:nvGrpSpPr>
        <p:grpSpPr>
          <a:xfrm>
            <a:off x="5776432" y="4983160"/>
            <a:ext cx="423557" cy="423557"/>
            <a:chOff x="3697186" y="3428010"/>
            <a:chExt cx="609600" cy="609600"/>
          </a:xfrm>
        </p:grpSpPr>
        <p:sp>
          <p:nvSpPr>
            <p:cNvPr id="179" name="Rounded Rectangle 178"/>
            <p:cNvSpPr/>
            <p:nvPr/>
          </p:nvSpPr>
          <p:spPr>
            <a:xfrm>
              <a:off x="3697186"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Oval 179"/>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Oval 180"/>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Oval 181"/>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Oval 182"/>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4" name="Group 183"/>
          <p:cNvGrpSpPr/>
          <p:nvPr/>
        </p:nvGrpSpPr>
        <p:grpSpPr>
          <a:xfrm>
            <a:off x="5776432" y="5546028"/>
            <a:ext cx="423557" cy="423557"/>
            <a:chOff x="4516583" y="3428010"/>
            <a:chExt cx="609600" cy="609600"/>
          </a:xfrm>
        </p:grpSpPr>
        <p:sp>
          <p:nvSpPr>
            <p:cNvPr id="185" name="Rounded Rectangle 184"/>
            <p:cNvSpPr/>
            <p:nvPr/>
          </p:nvSpPr>
          <p:spPr>
            <a:xfrm>
              <a:off x="4516583"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Oval 185"/>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Oval 186"/>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Oval 187"/>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Oval 188"/>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Oval 189"/>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1" name="Group 190"/>
          <p:cNvGrpSpPr/>
          <p:nvPr/>
        </p:nvGrpSpPr>
        <p:grpSpPr>
          <a:xfrm>
            <a:off x="5776432" y="6090686"/>
            <a:ext cx="423557" cy="423557"/>
            <a:chOff x="5359334" y="3425040"/>
            <a:chExt cx="609600" cy="609600"/>
          </a:xfrm>
        </p:grpSpPr>
        <p:sp>
          <p:nvSpPr>
            <p:cNvPr id="192" name="Rounded Rectangle 191"/>
            <p:cNvSpPr/>
            <p:nvPr/>
          </p:nvSpPr>
          <p:spPr>
            <a:xfrm>
              <a:off x="5359334" y="342504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Oval 192"/>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Oval 193"/>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Oval 194"/>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Oval 195"/>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Oval 196"/>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Oval 197"/>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9" name="Group 218"/>
          <p:cNvGrpSpPr/>
          <p:nvPr/>
        </p:nvGrpSpPr>
        <p:grpSpPr>
          <a:xfrm>
            <a:off x="5181601" y="5543109"/>
            <a:ext cx="423557" cy="423557"/>
            <a:chOff x="2857994" y="3429000"/>
            <a:chExt cx="609600" cy="609600"/>
          </a:xfrm>
        </p:grpSpPr>
        <p:sp>
          <p:nvSpPr>
            <p:cNvPr id="220" name="Rounded Rectangle 219"/>
            <p:cNvSpPr/>
            <p:nvPr/>
          </p:nvSpPr>
          <p:spPr>
            <a:xfrm>
              <a:off x="2857994"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Oval 220"/>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Oval 221"/>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Oval 222"/>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4" name="Group 223"/>
          <p:cNvGrpSpPr/>
          <p:nvPr/>
        </p:nvGrpSpPr>
        <p:grpSpPr>
          <a:xfrm>
            <a:off x="5181601" y="4999652"/>
            <a:ext cx="423557" cy="423557"/>
            <a:chOff x="2857994" y="3429000"/>
            <a:chExt cx="609600" cy="609600"/>
          </a:xfrm>
        </p:grpSpPr>
        <p:sp>
          <p:nvSpPr>
            <p:cNvPr id="225" name="Rounded Rectangle 224"/>
            <p:cNvSpPr/>
            <p:nvPr/>
          </p:nvSpPr>
          <p:spPr>
            <a:xfrm>
              <a:off x="2857994"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Oval 225"/>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Oval 226"/>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Oval 227"/>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9" name="Group 228"/>
          <p:cNvGrpSpPr/>
          <p:nvPr/>
        </p:nvGrpSpPr>
        <p:grpSpPr>
          <a:xfrm>
            <a:off x="5181601" y="4456195"/>
            <a:ext cx="423557" cy="423557"/>
            <a:chOff x="2857994" y="3429000"/>
            <a:chExt cx="609600" cy="609600"/>
          </a:xfrm>
        </p:grpSpPr>
        <p:sp>
          <p:nvSpPr>
            <p:cNvPr id="230" name="Rounded Rectangle 229"/>
            <p:cNvSpPr/>
            <p:nvPr/>
          </p:nvSpPr>
          <p:spPr>
            <a:xfrm>
              <a:off x="2857994"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Oval 230"/>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Oval 231"/>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Oval 232"/>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4" name="Group 233"/>
          <p:cNvGrpSpPr/>
          <p:nvPr/>
        </p:nvGrpSpPr>
        <p:grpSpPr>
          <a:xfrm>
            <a:off x="5181601" y="3912738"/>
            <a:ext cx="423557" cy="423557"/>
            <a:chOff x="2857994" y="3429000"/>
            <a:chExt cx="609600" cy="609600"/>
          </a:xfrm>
        </p:grpSpPr>
        <p:sp>
          <p:nvSpPr>
            <p:cNvPr id="235" name="Rounded Rectangle 234"/>
            <p:cNvSpPr/>
            <p:nvPr/>
          </p:nvSpPr>
          <p:spPr>
            <a:xfrm>
              <a:off x="2857994"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Oval 235"/>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Oval 236"/>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Oval 237"/>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9" name="Group 238"/>
          <p:cNvGrpSpPr/>
          <p:nvPr/>
        </p:nvGrpSpPr>
        <p:grpSpPr>
          <a:xfrm>
            <a:off x="5181601" y="3369281"/>
            <a:ext cx="423557" cy="423557"/>
            <a:chOff x="2857994" y="3429000"/>
            <a:chExt cx="609600" cy="609600"/>
          </a:xfrm>
        </p:grpSpPr>
        <p:sp>
          <p:nvSpPr>
            <p:cNvPr id="240" name="Rounded Rectangle 239"/>
            <p:cNvSpPr/>
            <p:nvPr/>
          </p:nvSpPr>
          <p:spPr>
            <a:xfrm>
              <a:off x="2857994"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Oval 240"/>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Oval 241"/>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Oval 242"/>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9" name="Slide Number Placeholder 3"/>
          <p:cNvSpPr txBox="1">
            <a:spLocks/>
          </p:cNvSpPr>
          <p:nvPr/>
        </p:nvSpPr>
        <p:spPr>
          <a:xfrm>
            <a:off x="6994184" y="6151846"/>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a:pPr/>
              <a:t>5</a:t>
            </a:fld>
            <a:endParaRPr lang="en-US" altLang="zh-TW"/>
          </a:p>
        </p:txBody>
      </p:sp>
      <p:grpSp>
        <p:nvGrpSpPr>
          <p:cNvPr id="250" name="Group 249"/>
          <p:cNvGrpSpPr/>
          <p:nvPr/>
        </p:nvGrpSpPr>
        <p:grpSpPr>
          <a:xfrm>
            <a:off x="7196444" y="3351343"/>
            <a:ext cx="423557" cy="423557"/>
            <a:chOff x="1219200" y="3429000"/>
            <a:chExt cx="609600" cy="609600"/>
          </a:xfrm>
        </p:grpSpPr>
        <p:sp>
          <p:nvSpPr>
            <p:cNvPr id="251" name="Rounded Rectangle 250"/>
            <p:cNvSpPr/>
            <p:nvPr/>
          </p:nvSpPr>
          <p:spPr>
            <a:xfrm>
              <a:off x="1219200"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Oval 251"/>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3" name="Group 252"/>
          <p:cNvGrpSpPr/>
          <p:nvPr/>
        </p:nvGrpSpPr>
        <p:grpSpPr>
          <a:xfrm>
            <a:off x="7192489" y="3894796"/>
            <a:ext cx="423557" cy="423557"/>
            <a:chOff x="2038597" y="3429000"/>
            <a:chExt cx="609600" cy="609600"/>
          </a:xfrm>
        </p:grpSpPr>
        <p:sp>
          <p:nvSpPr>
            <p:cNvPr id="254" name="Rounded Rectangle 253"/>
            <p:cNvSpPr/>
            <p:nvPr/>
          </p:nvSpPr>
          <p:spPr>
            <a:xfrm>
              <a:off x="2038597"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Oval 254"/>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Oval 255"/>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7" name="Group 256"/>
          <p:cNvGrpSpPr/>
          <p:nvPr/>
        </p:nvGrpSpPr>
        <p:grpSpPr>
          <a:xfrm>
            <a:off x="7196444" y="4438249"/>
            <a:ext cx="423557" cy="423557"/>
            <a:chOff x="2857994" y="3429000"/>
            <a:chExt cx="609600" cy="609600"/>
          </a:xfrm>
        </p:grpSpPr>
        <p:sp>
          <p:nvSpPr>
            <p:cNvPr id="258" name="Rounded Rectangle 257"/>
            <p:cNvSpPr/>
            <p:nvPr/>
          </p:nvSpPr>
          <p:spPr>
            <a:xfrm>
              <a:off x="2857994"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Oval 258"/>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Oval 259"/>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Oval 260"/>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2" name="Group 261"/>
          <p:cNvGrpSpPr/>
          <p:nvPr/>
        </p:nvGrpSpPr>
        <p:grpSpPr>
          <a:xfrm>
            <a:off x="7181805" y="4981702"/>
            <a:ext cx="423557" cy="423557"/>
            <a:chOff x="3697186" y="3428010"/>
            <a:chExt cx="609600" cy="609600"/>
          </a:xfrm>
        </p:grpSpPr>
        <p:sp>
          <p:nvSpPr>
            <p:cNvPr id="263" name="Rounded Rectangle 262"/>
            <p:cNvSpPr/>
            <p:nvPr/>
          </p:nvSpPr>
          <p:spPr>
            <a:xfrm>
              <a:off x="3697186"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Oval 263"/>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Oval 264"/>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Oval 265"/>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Oval 266"/>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8" name="Group 267"/>
          <p:cNvGrpSpPr/>
          <p:nvPr/>
        </p:nvGrpSpPr>
        <p:grpSpPr>
          <a:xfrm>
            <a:off x="7181805" y="5544570"/>
            <a:ext cx="423557" cy="423557"/>
            <a:chOff x="4516583" y="3428010"/>
            <a:chExt cx="609600" cy="609600"/>
          </a:xfrm>
        </p:grpSpPr>
        <p:sp>
          <p:nvSpPr>
            <p:cNvPr id="269" name="Rounded Rectangle 268"/>
            <p:cNvSpPr/>
            <p:nvPr/>
          </p:nvSpPr>
          <p:spPr>
            <a:xfrm>
              <a:off x="4516583"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Oval 269"/>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Oval 270"/>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Oval 271"/>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Oval 272"/>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Oval 273"/>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5" name="Group 274"/>
          <p:cNvGrpSpPr/>
          <p:nvPr/>
        </p:nvGrpSpPr>
        <p:grpSpPr>
          <a:xfrm>
            <a:off x="7181805" y="6089228"/>
            <a:ext cx="423557" cy="423557"/>
            <a:chOff x="5359334" y="3425040"/>
            <a:chExt cx="609600" cy="609600"/>
          </a:xfrm>
        </p:grpSpPr>
        <p:sp>
          <p:nvSpPr>
            <p:cNvPr id="276" name="Rounded Rectangle 275"/>
            <p:cNvSpPr/>
            <p:nvPr/>
          </p:nvSpPr>
          <p:spPr>
            <a:xfrm>
              <a:off x="5359334" y="342504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 name="Oval 276"/>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Oval 277"/>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 name="Oval 278"/>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 name="Oval 279"/>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 name="Oval 280"/>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 name="Oval 281"/>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8" name="Group 307"/>
          <p:cNvGrpSpPr/>
          <p:nvPr/>
        </p:nvGrpSpPr>
        <p:grpSpPr>
          <a:xfrm>
            <a:off x="6636495" y="3906670"/>
            <a:ext cx="423557" cy="423557"/>
            <a:chOff x="3697186" y="3428010"/>
            <a:chExt cx="609600" cy="609600"/>
          </a:xfrm>
        </p:grpSpPr>
        <p:sp>
          <p:nvSpPr>
            <p:cNvPr id="309" name="Rounded Rectangle 308"/>
            <p:cNvSpPr/>
            <p:nvPr/>
          </p:nvSpPr>
          <p:spPr>
            <a:xfrm>
              <a:off x="3697186"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 name="Oval 309"/>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 name="Oval 310"/>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 name="Oval 311"/>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 name="Oval 312"/>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4" name="Group 313"/>
          <p:cNvGrpSpPr/>
          <p:nvPr/>
        </p:nvGrpSpPr>
        <p:grpSpPr>
          <a:xfrm>
            <a:off x="6636495" y="4444867"/>
            <a:ext cx="423557" cy="423557"/>
            <a:chOff x="3697186" y="3428010"/>
            <a:chExt cx="609600" cy="609600"/>
          </a:xfrm>
        </p:grpSpPr>
        <p:sp>
          <p:nvSpPr>
            <p:cNvPr id="315" name="Rounded Rectangle 314"/>
            <p:cNvSpPr/>
            <p:nvPr/>
          </p:nvSpPr>
          <p:spPr>
            <a:xfrm>
              <a:off x="3697186"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 name="Oval 315"/>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 name="Oval 316"/>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 name="Oval 317"/>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 name="Oval 318"/>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0" name="Group 319"/>
          <p:cNvGrpSpPr/>
          <p:nvPr/>
        </p:nvGrpSpPr>
        <p:grpSpPr>
          <a:xfrm>
            <a:off x="6636495" y="4983064"/>
            <a:ext cx="423557" cy="423557"/>
            <a:chOff x="3697186" y="3428010"/>
            <a:chExt cx="609600" cy="609600"/>
          </a:xfrm>
        </p:grpSpPr>
        <p:sp>
          <p:nvSpPr>
            <p:cNvPr id="321" name="Rounded Rectangle 320"/>
            <p:cNvSpPr/>
            <p:nvPr/>
          </p:nvSpPr>
          <p:spPr>
            <a:xfrm>
              <a:off x="3697186"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 name="Oval 321"/>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 name="Oval 322"/>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 name="Oval 323"/>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 name="Oval 324"/>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6" name="Group 325"/>
          <p:cNvGrpSpPr/>
          <p:nvPr/>
        </p:nvGrpSpPr>
        <p:grpSpPr>
          <a:xfrm>
            <a:off x="6636495" y="5545011"/>
            <a:ext cx="423557" cy="423557"/>
            <a:chOff x="3697186" y="3428010"/>
            <a:chExt cx="609600" cy="609600"/>
          </a:xfrm>
        </p:grpSpPr>
        <p:sp>
          <p:nvSpPr>
            <p:cNvPr id="327" name="Rounded Rectangle 326"/>
            <p:cNvSpPr/>
            <p:nvPr/>
          </p:nvSpPr>
          <p:spPr>
            <a:xfrm>
              <a:off x="3697186"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 name="Oval 327"/>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 name="Oval 328"/>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 name="Oval 329"/>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 name="Oval 330"/>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2" name="Group 331"/>
          <p:cNvGrpSpPr/>
          <p:nvPr/>
        </p:nvGrpSpPr>
        <p:grpSpPr>
          <a:xfrm>
            <a:off x="6636495" y="6083208"/>
            <a:ext cx="423557" cy="423557"/>
            <a:chOff x="3697186" y="3428010"/>
            <a:chExt cx="609600" cy="609600"/>
          </a:xfrm>
        </p:grpSpPr>
        <p:sp>
          <p:nvSpPr>
            <p:cNvPr id="333" name="Rounded Rectangle 332"/>
            <p:cNvSpPr/>
            <p:nvPr/>
          </p:nvSpPr>
          <p:spPr>
            <a:xfrm>
              <a:off x="3697186"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 name="Oval 333"/>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 name="Oval 334"/>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Oval 335"/>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 name="Oval 336"/>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4" name="Slide Number Placeholder 3"/>
          <p:cNvSpPr txBox="1">
            <a:spLocks/>
          </p:cNvSpPr>
          <p:nvPr/>
        </p:nvSpPr>
        <p:spPr>
          <a:xfrm>
            <a:off x="8386968" y="6161526"/>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a:pPr/>
              <a:t>5</a:t>
            </a:fld>
            <a:endParaRPr lang="en-US" altLang="zh-TW"/>
          </a:p>
        </p:txBody>
      </p:sp>
      <p:grpSp>
        <p:nvGrpSpPr>
          <p:cNvPr id="345" name="Group 344"/>
          <p:cNvGrpSpPr/>
          <p:nvPr/>
        </p:nvGrpSpPr>
        <p:grpSpPr>
          <a:xfrm>
            <a:off x="8589228" y="3361023"/>
            <a:ext cx="423557" cy="423557"/>
            <a:chOff x="1219200" y="3429000"/>
            <a:chExt cx="609600" cy="609600"/>
          </a:xfrm>
        </p:grpSpPr>
        <p:sp>
          <p:nvSpPr>
            <p:cNvPr id="346" name="Rounded Rectangle 345"/>
            <p:cNvSpPr/>
            <p:nvPr/>
          </p:nvSpPr>
          <p:spPr>
            <a:xfrm>
              <a:off x="1219200"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 name="Oval 346"/>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8" name="Group 347"/>
          <p:cNvGrpSpPr/>
          <p:nvPr/>
        </p:nvGrpSpPr>
        <p:grpSpPr>
          <a:xfrm>
            <a:off x="8585273" y="3904476"/>
            <a:ext cx="423557" cy="423557"/>
            <a:chOff x="2038597" y="3429000"/>
            <a:chExt cx="609600" cy="609600"/>
          </a:xfrm>
        </p:grpSpPr>
        <p:sp>
          <p:nvSpPr>
            <p:cNvPr id="349" name="Rounded Rectangle 348"/>
            <p:cNvSpPr/>
            <p:nvPr/>
          </p:nvSpPr>
          <p:spPr>
            <a:xfrm>
              <a:off x="2038597"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 name="Oval 349"/>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 name="Oval 350"/>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2" name="Group 351"/>
          <p:cNvGrpSpPr/>
          <p:nvPr/>
        </p:nvGrpSpPr>
        <p:grpSpPr>
          <a:xfrm>
            <a:off x="8589228" y="4447929"/>
            <a:ext cx="423557" cy="423557"/>
            <a:chOff x="2857994" y="3429000"/>
            <a:chExt cx="609600" cy="609600"/>
          </a:xfrm>
        </p:grpSpPr>
        <p:sp>
          <p:nvSpPr>
            <p:cNvPr id="353" name="Rounded Rectangle 352"/>
            <p:cNvSpPr/>
            <p:nvPr/>
          </p:nvSpPr>
          <p:spPr>
            <a:xfrm>
              <a:off x="2857994"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 name="Oval 353"/>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 name="Oval 354"/>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 name="Oval 355"/>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7" name="Group 356"/>
          <p:cNvGrpSpPr/>
          <p:nvPr/>
        </p:nvGrpSpPr>
        <p:grpSpPr>
          <a:xfrm>
            <a:off x="8574589" y="4991382"/>
            <a:ext cx="423557" cy="423557"/>
            <a:chOff x="3697186" y="3428010"/>
            <a:chExt cx="609600" cy="609600"/>
          </a:xfrm>
        </p:grpSpPr>
        <p:sp>
          <p:nvSpPr>
            <p:cNvPr id="358" name="Rounded Rectangle 357"/>
            <p:cNvSpPr/>
            <p:nvPr/>
          </p:nvSpPr>
          <p:spPr>
            <a:xfrm>
              <a:off x="3697186"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 name="Oval 358"/>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 name="Oval 359"/>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 name="Oval 360"/>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 name="Oval 361"/>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3" name="Group 362"/>
          <p:cNvGrpSpPr/>
          <p:nvPr/>
        </p:nvGrpSpPr>
        <p:grpSpPr>
          <a:xfrm>
            <a:off x="8574589" y="5554250"/>
            <a:ext cx="423557" cy="423557"/>
            <a:chOff x="4516583" y="3428010"/>
            <a:chExt cx="609600" cy="609600"/>
          </a:xfrm>
        </p:grpSpPr>
        <p:sp>
          <p:nvSpPr>
            <p:cNvPr id="364" name="Rounded Rectangle 363"/>
            <p:cNvSpPr/>
            <p:nvPr/>
          </p:nvSpPr>
          <p:spPr>
            <a:xfrm>
              <a:off x="4516583"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 name="Oval 364"/>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6" name="Oval 365"/>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 name="Oval 366"/>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 name="Oval 367"/>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 name="Oval 368"/>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0" name="Group 369"/>
          <p:cNvGrpSpPr/>
          <p:nvPr/>
        </p:nvGrpSpPr>
        <p:grpSpPr>
          <a:xfrm>
            <a:off x="8574589" y="6098908"/>
            <a:ext cx="423557" cy="423557"/>
            <a:chOff x="5359334" y="3425040"/>
            <a:chExt cx="609600" cy="609600"/>
          </a:xfrm>
        </p:grpSpPr>
        <p:sp>
          <p:nvSpPr>
            <p:cNvPr id="371" name="Rounded Rectangle 370"/>
            <p:cNvSpPr/>
            <p:nvPr/>
          </p:nvSpPr>
          <p:spPr>
            <a:xfrm>
              <a:off x="5359334" y="342504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 name="Oval 371"/>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 name="Oval 372"/>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 name="Oval 373"/>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5" name="Oval 374"/>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6" name="Oval 375"/>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7" name="Oval 376"/>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4" name="Slide Number Placeholder 3"/>
          <p:cNvSpPr txBox="1">
            <a:spLocks/>
          </p:cNvSpPr>
          <p:nvPr/>
        </p:nvSpPr>
        <p:spPr>
          <a:xfrm>
            <a:off x="9758544" y="6157331"/>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a:pPr/>
              <a:t>5</a:t>
            </a:fld>
            <a:endParaRPr lang="en-US" altLang="zh-TW"/>
          </a:p>
        </p:txBody>
      </p:sp>
      <p:grpSp>
        <p:nvGrpSpPr>
          <p:cNvPr id="415" name="Group 414"/>
          <p:cNvGrpSpPr/>
          <p:nvPr/>
        </p:nvGrpSpPr>
        <p:grpSpPr>
          <a:xfrm>
            <a:off x="9960804" y="3356828"/>
            <a:ext cx="423557" cy="423557"/>
            <a:chOff x="1219200" y="3429000"/>
            <a:chExt cx="609600" cy="609600"/>
          </a:xfrm>
        </p:grpSpPr>
        <p:sp>
          <p:nvSpPr>
            <p:cNvPr id="416" name="Rounded Rectangle 415"/>
            <p:cNvSpPr/>
            <p:nvPr/>
          </p:nvSpPr>
          <p:spPr>
            <a:xfrm>
              <a:off x="1219200"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 name="Oval 416"/>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8" name="Group 417"/>
          <p:cNvGrpSpPr/>
          <p:nvPr/>
        </p:nvGrpSpPr>
        <p:grpSpPr>
          <a:xfrm>
            <a:off x="9956849" y="3900281"/>
            <a:ext cx="423557" cy="423557"/>
            <a:chOff x="2038597" y="3429000"/>
            <a:chExt cx="609600" cy="609600"/>
          </a:xfrm>
        </p:grpSpPr>
        <p:sp>
          <p:nvSpPr>
            <p:cNvPr id="419" name="Rounded Rectangle 418"/>
            <p:cNvSpPr/>
            <p:nvPr/>
          </p:nvSpPr>
          <p:spPr>
            <a:xfrm>
              <a:off x="2038597"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 name="Oval 419"/>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 name="Oval 420"/>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2" name="Group 421"/>
          <p:cNvGrpSpPr/>
          <p:nvPr/>
        </p:nvGrpSpPr>
        <p:grpSpPr>
          <a:xfrm>
            <a:off x="9960804" y="4443734"/>
            <a:ext cx="423557" cy="423557"/>
            <a:chOff x="2857994" y="3429000"/>
            <a:chExt cx="609600" cy="609600"/>
          </a:xfrm>
        </p:grpSpPr>
        <p:sp>
          <p:nvSpPr>
            <p:cNvPr id="423" name="Rounded Rectangle 422"/>
            <p:cNvSpPr/>
            <p:nvPr/>
          </p:nvSpPr>
          <p:spPr>
            <a:xfrm>
              <a:off x="2857994"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 name="Oval 423"/>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 name="Oval 424"/>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 name="Oval 425"/>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7" name="Group 426"/>
          <p:cNvGrpSpPr/>
          <p:nvPr/>
        </p:nvGrpSpPr>
        <p:grpSpPr>
          <a:xfrm>
            <a:off x="9946165" y="4987187"/>
            <a:ext cx="423557" cy="423557"/>
            <a:chOff x="3697186" y="3428010"/>
            <a:chExt cx="609600" cy="609600"/>
          </a:xfrm>
        </p:grpSpPr>
        <p:sp>
          <p:nvSpPr>
            <p:cNvPr id="428" name="Rounded Rectangle 427"/>
            <p:cNvSpPr/>
            <p:nvPr/>
          </p:nvSpPr>
          <p:spPr>
            <a:xfrm>
              <a:off x="3697186"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9" name="Oval 428"/>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Oval 429"/>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1" name="Oval 430"/>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2" name="Oval 431"/>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33" name="Group 432"/>
          <p:cNvGrpSpPr/>
          <p:nvPr/>
        </p:nvGrpSpPr>
        <p:grpSpPr>
          <a:xfrm>
            <a:off x="9946165" y="5550055"/>
            <a:ext cx="423557" cy="423557"/>
            <a:chOff x="4516583" y="3428010"/>
            <a:chExt cx="609600" cy="609600"/>
          </a:xfrm>
        </p:grpSpPr>
        <p:sp>
          <p:nvSpPr>
            <p:cNvPr id="434" name="Rounded Rectangle 433"/>
            <p:cNvSpPr/>
            <p:nvPr/>
          </p:nvSpPr>
          <p:spPr>
            <a:xfrm>
              <a:off x="4516583"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5" name="Oval 434"/>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6" name="Oval 435"/>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7" name="Oval 436"/>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 name="Oval 437"/>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 name="Oval 438"/>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0" name="Group 439"/>
          <p:cNvGrpSpPr/>
          <p:nvPr/>
        </p:nvGrpSpPr>
        <p:grpSpPr>
          <a:xfrm>
            <a:off x="9946165" y="6094713"/>
            <a:ext cx="423557" cy="423557"/>
            <a:chOff x="5359334" y="3425040"/>
            <a:chExt cx="609600" cy="609600"/>
          </a:xfrm>
        </p:grpSpPr>
        <p:sp>
          <p:nvSpPr>
            <p:cNvPr id="441" name="Rounded Rectangle 440"/>
            <p:cNvSpPr/>
            <p:nvPr/>
          </p:nvSpPr>
          <p:spPr>
            <a:xfrm>
              <a:off x="5359334" y="342504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 name="Oval 441"/>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3" name="Oval 442"/>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4" name="Oval 443"/>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 name="Oval 444"/>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6" name="Oval 445"/>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 name="Oval 446"/>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8" name="Group 477"/>
          <p:cNvGrpSpPr/>
          <p:nvPr/>
        </p:nvGrpSpPr>
        <p:grpSpPr>
          <a:xfrm>
            <a:off x="8003325" y="3897754"/>
            <a:ext cx="423557" cy="423557"/>
            <a:chOff x="4516583" y="3428010"/>
            <a:chExt cx="609600" cy="609600"/>
          </a:xfrm>
        </p:grpSpPr>
        <p:sp>
          <p:nvSpPr>
            <p:cNvPr id="479" name="Rounded Rectangle 478"/>
            <p:cNvSpPr/>
            <p:nvPr/>
          </p:nvSpPr>
          <p:spPr>
            <a:xfrm>
              <a:off x="4516583"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0" name="Oval 479"/>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 name="Oval 480"/>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2" name="Oval 481"/>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 name="Oval 482"/>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 name="Oval 483"/>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5" name="Group 484"/>
          <p:cNvGrpSpPr/>
          <p:nvPr/>
        </p:nvGrpSpPr>
        <p:grpSpPr>
          <a:xfrm>
            <a:off x="8005649" y="4454582"/>
            <a:ext cx="423557" cy="423557"/>
            <a:chOff x="4516583" y="3428010"/>
            <a:chExt cx="609600" cy="609600"/>
          </a:xfrm>
        </p:grpSpPr>
        <p:sp>
          <p:nvSpPr>
            <p:cNvPr id="486" name="Rounded Rectangle 485"/>
            <p:cNvSpPr/>
            <p:nvPr/>
          </p:nvSpPr>
          <p:spPr>
            <a:xfrm>
              <a:off x="4516583"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 name="Oval 486"/>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 name="Oval 487"/>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9" name="Oval 488"/>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0" name="Oval 489"/>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1" name="Oval 490"/>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92" name="Group 491"/>
          <p:cNvGrpSpPr/>
          <p:nvPr/>
        </p:nvGrpSpPr>
        <p:grpSpPr>
          <a:xfrm>
            <a:off x="8007973" y="4987660"/>
            <a:ext cx="423557" cy="423557"/>
            <a:chOff x="4516583" y="3428010"/>
            <a:chExt cx="609600" cy="609600"/>
          </a:xfrm>
        </p:grpSpPr>
        <p:sp>
          <p:nvSpPr>
            <p:cNvPr id="493" name="Rounded Rectangle 492"/>
            <p:cNvSpPr/>
            <p:nvPr/>
          </p:nvSpPr>
          <p:spPr>
            <a:xfrm>
              <a:off x="4516583"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4" name="Oval 493"/>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5" name="Oval 494"/>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6" name="Oval 495"/>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7" name="Oval 496"/>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8" name="Oval 497"/>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99" name="Group 498"/>
          <p:cNvGrpSpPr/>
          <p:nvPr/>
        </p:nvGrpSpPr>
        <p:grpSpPr>
          <a:xfrm>
            <a:off x="8010297" y="5556363"/>
            <a:ext cx="423557" cy="423557"/>
            <a:chOff x="4516583" y="3428010"/>
            <a:chExt cx="609600" cy="609600"/>
          </a:xfrm>
        </p:grpSpPr>
        <p:sp>
          <p:nvSpPr>
            <p:cNvPr id="500" name="Rounded Rectangle 499"/>
            <p:cNvSpPr/>
            <p:nvPr/>
          </p:nvSpPr>
          <p:spPr>
            <a:xfrm>
              <a:off x="4516583"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1" name="Oval 500"/>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2" name="Oval 501"/>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3" name="Oval 502"/>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4" name="Oval 503"/>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5" name="Oval 504"/>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6" name="Group 505"/>
          <p:cNvGrpSpPr/>
          <p:nvPr/>
        </p:nvGrpSpPr>
        <p:grpSpPr>
          <a:xfrm>
            <a:off x="8012621" y="6101316"/>
            <a:ext cx="423557" cy="423557"/>
            <a:chOff x="4516583" y="3428010"/>
            <a:chExt cx="609600" cy="609600"/>
          </a:xfrm>
        </p:grpSpPr>
        <p:sp>
          <p:nvSpPr>
            <p:cNvPr id="507" name="Rounded Rectangle 506"/>
            <p:cNvSpPr/>
            <p:nvPr/>
          </p:nvSpPr>
          <p:spPr>
            <a:xfrm>
              <a:off x="4516583"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8" name="Oval 507"/>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9" name="Oval 508"/>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0" name="Oval 509"/>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1" name="Oval 510"/>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 name="Oval 511"/>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13" name="Group 512"/>
          <p:cNvGrpSpPr/>
          <p:nvPr/>
        </p:nvGrpSpPr>
        <p:grpSpPr>
          <a:xfrm>
            <a:off x="9377337" y="3898515"/>
            <a:ext cx="423557" cy="423557"/>
            <a:chOff x="5359334" y="3425040"/>
            <a:chExt cx="609600" cy="609600"/>
          </a:xfrm>
        </p:grpSpPr>
        <p:sp>
          <p:nvSpPr>
            <p:cNvPr id="514" name="Rounded Rectangle 513"/>
            <p:cNvSpPr/>
            <p:nvPr/>
          </p:nvSpPr>
          <p:spPr>
            <a:xfrm>
              <a:off x="5359334" y="342504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 name="Oval 514"/>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6" name="Oval 515"/>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7" name="Oval 516"/>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8" name="Oval 517"/>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9" name="Oval 518"/>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0" name="Oval 519"/>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21" name="Group 520"/>
          <p:cNvGrpSpPr/>
          <p:nvPr/>
        </p:nvGrpSpPr>
        <p:grpSpPr>
          <a:xfrm>
            <a:off x="9376153" y="4444229"/>
            <a:ext cx="423557" cy="423557"/>
            <a:chOff x="5359334" y="3425040"/>
            <a:chExt cx="609600" cy="609600"/>
          </a:xfrm>
        </p:grpSpPr>
        <p:sp>
          <p:nvSpPr>
            <p:cNvPr id="522" name="Rounded Rectangle 521"/>
            <p:cNvSpPr/>
            <p:nvPr/>
          </p:nvSpPr>
          <p:spPr>
            <a:xfrm>
              <a:off x="5359334" y="342504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3" name="Oval 522"/>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4" name="Oval 523"/>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5" name="Oval 524"/>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6" name="Oval 525"/>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7" name="Oval 526"/>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8" name="Oval 527"/>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29" name="Group 528"/>
          <p:cNvGrpSpPr/>
          <p:nvPr/>
        </p:nvGrpSpPr>
        <p:grpSpPr>
          <a:xfrm>
            <a:off x="9374969" y="4989943"/>
            <a:ext cx="423557" cy="423557"/>
            <a:chOff x="5359334" y="3425040"/>
            <a:chExt cx="609600" cy="609600"/>
          </a:xfrm>
        </p:grpSpPr>
        <p:sp>
          <p:nvSpPr>
            <p:cNvPr id="530" name="Rounded Rectangle 529"/>
            <p:cNvSpPr/>
            <p:nvPr/>
          </p:nvSpPr>
          <p:spPr>
            <a:xfrm>
              <a:off x="5359334" y="342504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1" name="Oval 530"/>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2" name="Oval 531"/>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3" name="Oval 532"/>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4" name="Oval 533"/>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5" name="Oval 534"/>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6" name="Oval 535"/>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37" name="Group 536"/>
          <p:cNvGrpSpPr/>
          <p:nvPr/>
        </p:nvGrpSpPr>
        <p:grpSpPr>
          <a:xfrm>
            <a:off x="9373785" y="5535657"/>
            <a:ext cx="423557" cy="423557"/>
            <a:chOff x="5359334" y="3425040"/>
            <a:chExt cx="609600" cy="609600"/>
          </a:xfrm>
        </p:grpSpPr>
        <p:sp>
          <p:nvSpPr>
            <p:cNvPr id="538" name="Rounded Rectangle 537"/>
            <p:cNvSpPr/>
            <p:nvPr/>
          </p:nvSpPr>
          <p:spPr>
            <a:xfrm>
              <a:off x="5359334" y="342504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9" name="Oval 538"/>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0" name="Oval 539"/>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1" name="Oval 540"/>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2" name="Oval 541"/>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3" name="Oval 542"/>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4" name="Oval 543"/>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5" name="Group 544"/>
          <p:cNvGrpSpPr/>
          <p:nvPr/>
        </p:nvGrpSpPr>
        <p:grpSpPr>
          <a:xfrm>
            <a:off x="9372601" y="6081371"/>
            <a:ext cx="423557" cy="423557"/>
            <a:chOff x="5359334" y="3425040"/>
            <a:chExt cx="609600" cy="609600"/>
          </a:xfrm>
        </p:grpSpPr>
        <p:sp>
          <p:nvSpPr>
            <p:cNvPr id="546" name="Rounded Rectangle 545"/>
            <p:cNvSpPr/>
            <p:nvPr/>
          </p:nvSpPr>
          <p:spPr>
            <a:xfrm>
              <a:off x="5359334" y="342504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7" name="Oval 546"/>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8" name="Oval 547"/>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9" name="Oval 548"/>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0" name="Oval 549"/>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1" name="Oval 550"/>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2" name="Oval 551"/>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466" name="Rectangle 2"/>
          <p:cNvSpPr>
            <a:spLocks noGrp="1" noChangeArrowheads="1"/>
          </p:cNvSpPr>
          <p:nvPr>
            <p:ph type="title"/>
          </p:nvPr>
        </p:nvSpPr>
        <p:spPr>
          <a:xfrm>
            <a:off x="2743201" y="228601"/>
            <a:ext cx="7704667" cy="758297"/>
          </a:xfrm>
        </p:spPr>
        <p:txBody>
          <a:bodyPr/>
          <a:lstStyle/>
          <a:p>
            <a:r>
              <a:rPr lang="en-US" altLang="zh-TW">
                <a:ea typeface="新細明體" pitchFamily="-106" charset="-120"/>
                <a:cs typeface="新細明體" pitchFamily="-106" charset="-120"/>
              </a:rPr>
              <a:t>Events</a:t>
            </a:r>
          </a:p>
        </p:txBody>
      </p:sp>
      <mc:AlternateContent xmlns:mc="http://schemas.openxmlformats.org/markup-compatibility/2006" xmlns:a14="http://schemas.microsoft.com/office/drawing/2010/main">
        <mc:Choice Requires="a14">
          <p:sp>
            <p:nvSpPr>
              <p:cNvPr id="574467" name="Rectangle 3"/>
              <p:cNvSpPr>
                <a:spLocks noGrp="1" noChangeArrowheads="1"/>
              </p:cNvSpPr>
              <p:nvPr>
                <p:ph idx="1"/>
              </p:nvPr>
            </p:nvSpPr>
            <p:spPr>
              <a:xfrm>
                <a:off x="2297515" y="1032936"/>
                <a:ext cx="8150352" cy="2243665"/>
              </a:xfrm>
            </p:spPr>
            <p:txBody>
              <a:bodyPr>
                <a:normAutofit/>
              </a:bodyPr>
              <a:lstStyle/>
              <a:p>
                <a:pPr>
                  <a:spcBef>
                    <a:spcPts val="1200"/>
                  </a:spcBef>
                </a:pPr>
                <a:r>
                  <a:rPr lang="en-US" altLang="zh-TW" sz="3600" dirty="0">
                    <a:latin typeface="Corbel" panose="020B0503020204020204" pitchFamily="34" charset="0"/>
                    <a:ea typeface="新細明體" pitchFamily="-106" charset="-120"/>
                    <a:cs typeface="Times"/>
                  </a:rPr>
                  <a:t>Red die = </a:t>
                </a:r>
                <a14:m>
                  <m:oMath xmlns:m="http://schemas.openxmlformats.org/officeDocument/2006/math">
                    <m:sSub>
                      <m:sSubPr>
                        <m:ctrlPr>
                          <a:rPr lang="en-US" altLang="zh-TW" sz="3600" i="1">
                            <a:latin typeface="Cambria Math" panose="02040503050406030204" pitchFamily="18" charset="0"/>
                            <a:ea typeface="新細明體" pitchFamily="-106" charset="-120"/>
                            <a:cs typeface="Times"/>
                          </a:rPr>
                        </m:ctrlPr>
                      </m:sSubPr>
                      <m:e>
                        <m:r>
                          <a:rPr lang="en-US" altLang="zh-TW" sz="3600" i="1">
                            <a:latin typeface="Cambria Math" panose="02040503050406030204" pitchFamily="18" charset="0"/>
                            <a:ea typeface="新細明體" pitchFamily="-106" charset="-120"/>
                            <a:cs typeface="Times"/>
                          </a:rPr>
                          <m:t>𝑋</m:t>
                        </m:r>
                      </m:e>
                      <m:sub>
                        <m:r>
                          <a:rPr lang="en-US" altLang="zh-TW" sz="3600" i="1">
                            <a:latin typeface="Cambria Math" panose="02040503050406030204" pitchFamily="18" charset="0"/>
                            <a:ea typeface="新細明體" pitchFamily="-106" charset="-120"/>
                            <a:cs typeface="Times"/>
                          </a:rPr>
                          <m:t>1</m:t>
                        </m:r>
                      </m:sub>
                    </m:sSub>
                  </m:oMath>
                </a14:m>
                <a:r>
                  <a:rPr lang="en-US" altLang="zh-TW" sz="3600" dirty="0">
                    <a:latin typeface="Corbel" panose="020B0503020204020204" pitchFamily="34" charset="0"/>
                    <a:ea typeface="新細明體" pitchFamily="-106" charset="-120"/>
                    <a:cs typeface="Times"/>
                  </a:rPr>
                  <a:t>, blue die = </a:t>
                </a:r>
                <a14:m>
                  <m:oMath xmlns:m="http://schemas.openxmlformats.org/officeDocument/2006/math">
                    <m:sSub>
                      <m:sSubPr>
                        <m:ctrlPr>
                          <a:rPr lang="en-US" altLang="zh-TW" sz="3600" i="1">
                            <a:latin typeface="Cambria Math" panose="02040503050406030204" pitchFamily="18" charset="0"/>
                            <a:ea typeface="新細明體" pitchFamily="-106" charset="-120"/>
                            <a:cs typeface="Times"/>
                          </a:rPr>
                        </m:ctrlPr>
                      </m:sSubPr>
                      <m:e>
                        <m:r>
                          <a:rPr lang="en-US" altLang="zh-TW" sz="3600" i="1">
                            <a:latin typeface="Cambria Math" panose="02040503050406030204" pitchFamily="18" charset="0"/>
                            <a:ea typeface="新細明體" pitchFamily="-106" charset="-120"/>
                            <a:cs typeface="Times"/>
                          </a:rPr>
                          <m:t>𝑋</m:t>
                        </m:r>
                      </m:e>
                      <m:sub>
                        <m:r>
                          <a:rPr lang="en-US" altLang="zh-TW" sz="3600" i="1">
                            <a:latin typeface="Cambria Math" panose="02040503050406030204" pitchFamily="18" charset="0"/>
                            <a:ea typeface="新細明體" pitchFamily="-106" charset="-120"/>
                            <a:cs typeface="Times"/>
                          </a:rPr>
                          <m:t>2</m:t>
                        </m:r>
                      </m:sub>
                    </m:sSub>
                  </m:oMath>
                </a14:m>
                <a:endParaRPr lang="en-US" altLang="zh-TW" sz="3600" dirty="0">
                  <a:latin typeface="Corbel" panose="020B0503020204020204" pitchFamily="34" charset="0"/>
                  <a:ea typeface="新細明體" pitchFamily="-106" charset="-120"/>
                  <a:cs typeface="Times"/>
                </a:endParaRPr>
              </a:p>
              <a:p>
                <a:pPr>
                  <a:spcBef>
                    <a:spcPts val="1200"/>
                  </a:spcBef>
                </a:pPr>
                <a:r>
                  <a:rPr lang="en-US" altLang="zh-TW" sz="3600" dirty="0">
                    <a:latin typeface="Corbel" panose="020B0503020204020204" pitchFamily="34" charset="0"/>
                    <a:ea typeface="新細明體" pitchFamily="-106" charset="-120"/>
                    <a:cs typeface="Times"/>
                  </a:rPr>
                  <a:t>Event: </a:t>
                </a:r>
                <a14:m>
                  <m:oMath xmlns:m="http://schemas.openxmlformats.org/officeDocument/2006/math">
                    <m:sSub>
                      <m:sSubPr>
                        <m:ctrlPr>
                          <a:rPr lang="en-US" altLang="zh-TW" sz="3600" i="1">
                            <a:latin typeface="Cambria Math" panose="02040503050406030204" pitchFamily="18" charset="0"/>
                            <a:ea typeface="新細明體" pitchFamily="-106" charset="-120"/>
                            <a:cs typeface="Times"/>
                          </a:rPr>
                        </m:ctrlPr>
                      </m:sSubPr>
                      <m:e>
                        <m:r>
                          <a:rPr lang="en-US" altLang="zh-TW" sz="3600" i="1">
                            <a:latin typeface="Cambria Math" panose="02040503050406030204" pitchFamily="18" charset="0"/>
                            <a:ea typeface="新細明體" pitchFamily="-106" charset="-120"/>
                            <a:cs typeface="Times"/>
                          </a:rPr>
                          <m:t>𝑋</m:t>
                        </m:r>
                      </m:e>
                      <m:sub>
                        <m:r>
                          <a:rPr lang="en-US" altLang="zh-TW" sz="3600" i="1">
                            <a:latin typeface="Cambria Math" panose="02040503050406030204" pitchFamily="18" charset="0"/>
                            <a:ea typeface="新細明體" pitchFamily="-106" charset="-120"/>
                            <a:cs typeface="Times"/>
                          </a:rPr>
                          <m:t>1</m:t>
                        </m:r>
                      </m:sub>
                    </m:sSub>
                    <m:r>
                      <a:rPr lang="en-US" altLang="zh-TW" sz="3600" i="1">
                        <a:latin typeface="Cambria Math" panose="02040503050406030204" pitchFamily="18" charset="0"/>
                        <a:ea typeface="新細明體" pitchFamily="-106" charset="-120"/>
                        <a:cs typeface="Times"/>
                      </a:rPr>
                      <m:t>+</m:t>
                    </m:r>
                    <m:sSub>
                      <m:sSubPr>
                        <m:ctrlPr>
                          <a:rPr lang="en-US" altLang="zh-TW" sz="3600" i="1">
                            <a:latin typeface="Cambria Math" panose="02040503050406030204" pitchFamily="18" charset="0"/>
                            <a:ea typeface="新細明體" pitchFamily="-106" charset="-120"/>
                            <a:cs typeface="Times"/>
                          </a:rPr>
                        </m:ctrlPr>
                      </m:sSubPr>
                      <m:e>
                        <m:r>
                          <a:rPr lang="en-US" altLang="zh-TW" sz="3600" i="1">
                            <a:latin typeface="Cambria Math" panose="02040503050406030204" pitchFamily="18" charset="0"/>
                            <a:ea typeface="新細明體" pitchFamily="-106" charset="-120"/>
                            <a:cs typeface="Times"/>
                          </a:rPr>
                          <m:t>𝑋</m:t>
                        </m:r>
                      </m:e>
                      <m:sub>
                        <m:r>
                          <a:rPr lang="en-US" altLang="zh-TW" sz="3600" i="1">
                            <a:latin typeface="Cambria Math" panose="02040503050406030204" pitchFamily="18" charset="0"/>
                            <a:ea typeface="新細明體" pitchFamily="-106" charset="-120"/>
                            <a:cs typeface="Times"/>
                          </a:rPr>
                          <m:t>2</m:t>
                        </m:r>
                      </m:sub>
                    </m:sSub>
                    <m:r>
                      <a:rPr lang="en-US" altLang="zh-TW" sz="3600" i="1">
                        <a:latin typeface="Cambria Math" panose="02040503050406030204" pitchFamily="18" charset="0"/>
                        <a:ea typeface="新細明體" pitchFamily="-106" charset="-120"/>
                        <a:cs typeface="Times"/>
                      </a:rPr>
                      <m:t>=8</m:t>
                    </m:r>
                  </m:oMath>
                </a14:m>
                <a:endParaRPr lang="en-US" altLang="zh-TW" sz="3200" dirty="0">
                  <a:latin typeface="Corbel" panose="020B0503020204020204" pitchFamily="34" charset="0"/>
                  <a:ea typeface="新細明體" pitchFamily="-106" charset="-120"/>
                  <a:cs typeface="Times"/>
                </a:endParaRPr>
              </a:p>
            </p:txBody>
          </p:sp>
        </mc:Choice>
        <mc:Fallback xmlns="">
          <p:sp>
            <p:nvSpPr>
              <p:cNvPr id="574467" name="Rectangle 3"/>
              <p:cNvSpPr>
                <a:spLocks noGrp="1" noRot="1" noChangeAspect="1" noMove="1" noResize="1" noEditPoints="1" noAdjustHandles="1" noChangeArrowheads="1" noChangeShapeType="1" noTextEdit="1"/>
              </p:cNvSpPr>
              <p:nvPr>
                <p:ph idx="1"/>
              </p:nvPr>
            </p:nvSpPr>
            <p:spPr>
              <a:xfrm>
                <a:off x="2297515" y="1032936"/>
                <a:ext cx="8150352" cy="2243665"/>
              </a:xfrm>
              <a:blipFill>
                <a:blip r:embed="rId3"/>
                <a:stretch>
                  <a:fillRect l="-933" t="-4494"/>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6</a:t>
            </a:fld>
            <a:endParaRPr lang="en-US" altLang="zh-TW"/>
          </a:p>
        </p:txBody>
      </p:sp>
      <p:grpSp>
        <p:nvGrpSpPr>
          <p:cNvPr id="5" name="Group 4"/>
          <p:cNvGrpSpPr/>
          <p:nvPr/>
        </p:nvGrpSpPr>
        <p:grpSpPr>
          <a:xfrm>
            <a:off x="2311673" y="3374511"/>
            <a:ext cx="423557" cy="423557"/>
            <a:chOff x="1219200" y="3429000"/>
            <a:chExt cx="609600" cy="609600"/>
          </a:xfrm>
        </p:grpSpPr>
        <p:sp>
          <p:nvSpPr>
            <p:cNvPr id="2" name="Rounded Rectangle 1"/>
            <p:cNvSpPr/>
            <p:nvPr/>
          </p:nvSpPr>
          <p:spPr>
            <a:xfrm>
              <a:off x="1219200"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 name="Group 5"/>
          <p:cNvGrpSpPr/>
          <p:nvPr/>
        </p:nvGrpSpPr>
        <p:grpSpPr>
          <a:xfrm>
            <a:off x="3733806" y="3385477"/>
            <a:ext cx="423557" cy="423557"/>
            <a:chOff x="2038597" y="3429000"/>
            <a:chExt cx="609600" cy="609600"/>
          </a:xfrm>
        </p:grpSpPr>
        <p:sp>
          <p:nvSpPr>
            <p:cNvPr id="7" name="Rounded Rectangle 6"/>
            <p:cNvSpPr/>
            <p:nvPr/>
          </p:nvSpPr>
          <p:spPr>
            <a:xfrm>
              <a:off x="2038597"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 name="Group 32"/>
          <p:cNvGrpSpPr/>
          <p:nvPr/>
        </p:nvGrpSpPr>
        <p:grpSpPr>
          <a:xfrm>
            <a:off x="5181601" y="6086566"/>
            <a:ext cx="423557" cy="423557"/>
            <a:chOff x="2857994" y="3429000"/>
            <a:chExt cx="609600" cy="609600"/>
          </a:xfrm>
        </p:grpSpPr>
        <p:sp>
          <p:nvSpPr>
            <p:cNvPr id="11" name="Rounded Rectangle 10"/>
            <p:cNvSpPr/>
            <p:nvPr/>
          </p:nvSpPr>
          <p:spPr>
            <a:xfrm>
              <a:off x="2857994"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33"/>
          <p:cNvGrpSpPr/>
          <p:nvPr/>
        </p:nvGrpSpPr>
        <p:grpSpPr>
          <a:xfrm>
            <a:off x="6636495" y="3356598"/>
            <a:ext cx="423557" cy="423557"/>
            <a:chOff x="3697186" y="3428010"/>
            <a:chExt cx="609600" cy="609600"/>
          </a:xfrm>
        </p:grpSpPr>
        <p:sp>
          <p:nvSpPr>
            <p:cNvPr id="15" name="Rounded Rectangle 14"/>
            <p:cNvSpPr/>
            <p:nvPr/>
          </p:nvSpPr>
          <p:spPr>
            <a:xfrm>
              <a:off x="3697186"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 name="Group 34"/>
          <p:cNvGrpSpPr/>
          <p:nvPr/>
        </p:nvGrpSpPr>
        <p:grpSpPr>
          <a:xfrm>
            <a:off x="8001001" y="3352801"/>
            <a:ext cx="423557" cy="423557"/>
            <a:chOff x="4516583" y="3428010"/>
            <a:chExt cx="609600" cy="609600"/>
          </a:xfrm>
        </p:grpSpPr>
        <p:sp>
          <p:nvSpPr>
            <p:cNvPr id="20" name="Rounded Rectangle 19"/>
            <p:cNvSpPr/>
            <p:nvPr/>
          </p:nvSpPr>
          <p:spPr>
            <a:xfrm>
              <a:off x="4516583"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 name="Group 35"/>
          <p:cNvGrpSpPr/>
          <p:nvPr/>
        </p:nvGrpSpPr>
        <p:grpSpPr>
          <a:xfrm>
            <a:off x="9378521" y="3352801"/>
            <a:ext cx="423557" cy="423557"/>
            <a:chOff x="5359334" y="3425040"/>
            <a:chExt cx="609600" cy="609600"/>
          </a:xfrm>
        </p:grpSpPr>
        <p:sp>
          <p:nvSpPr>
            <p:cNvPr id="26" name="Rounded Rectangle 25"/>
            <p:cNvSpPr/>
            <p:nvPr/>
          </p:nvSpPr>
          <p:spPr>
            <a:xfrm>
              <a:off x="5359334" y="342504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9" name="Group 38"/>
          <p:cNvGrpSpPr/>
          <p:nvPr/>
        </p:nvGrpSpPr>
        <p:grpSpPr>
          <a:xfrm>
            <a:off x="2872200" y="3371592"/>
            <a:ext cx="423557" cy="423557"/>
            <a:chOff x="1219200" y="3429000"/>
            <a:chExt cx="609600" cy="609600"/>
          </a:xfrm>
        </p:grpSpPr>
        <p:sp>
          <p:nvSpPr>
            <p:cNvPr id="40" name="Rounded Rectangle 39"/>
            <p:cNvSpPr/>
            <p:nvPr/>
          </p:nvSpPr>
          <p:spPr>
            <a:xfrm>
              <a:off x="1219200"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p:cNvGrpSpPr/>
          <p:nvPr/>
        </p:nvGrpSpPr>
        <p:grpSpPr>
          <a:xfrm>
            <a:off x="2868245" y="3915045"/>
            <a:ext cx="423557" cy="423557"/>
            <a:chOff x="2038597" y="3429000"/>
            <a:chExt cx="609600" cy="609600"/>
          </a:xfrm>
        </p:grpSpPr>
        <p:sp>
          <p:nvSpPr>
            <p:cNvPr id="43" name="Rounded Rectangle 42"/>
            <p:cNvSpPr/>
            <p:nvPr/>
          </p:nvSpPr>
          <p:spPr>
            <a:xfrm>
              <a:off x="2038597"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 name="Group 45"/>
          <p:cNvGrpSpPr/>
          <p:nvPr/>
        </p:nvGrpSpPr>
        <p:grpSpPr>
          <a:xfrm>
            <a:off x="2872200" y="4458498"/>
            <a:ext cx="423557" cy="423557"/>
            <a:chOff x="2857994" y="3429000"/>
            <a:chExt cx="609600" cy="609600"/>
          </a:xfrm>
        </p:grpSpPr>
        <p:sp>
          <p:nvSpPr>
            <p:cNvPr id="47" name="Rounded Rectangle 46"/>
            <p:cNvSpPr/>
            <p:nvPr/>
          </p:nvSpPr>
          <p:spPr>
            <a:xfrm>
              <a:off x="2857994"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1" name="Group 50"/>
          <p:cNvGrpSpPr/>
          <p:nvPr/>
        </p:nvGrpSpPr>
        <p:grpSpPr>
          <a:xfrm>
            <a:off x="2857561" y="5001951"/>
            <a:ext cx="423557" cy="423557"/>
            <a:chOff x="3697186" y="3428010"/>
            <a:chExt cx="609600" cy="609600"/>
          </a:xfrm>
        </p:grpSpPr>
        <p:sp>
          <p:nvSpPr>
            <p:cNvPr id="52" name="Rounded Rectangle 51"/>
            <p:cNvSpPr/>
            <p:nvPr/>
          </p:nvSpPr>
          <p:spPr>
            <a:xfrm>
              <a:off x="3697186"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 name="Group 56"/>
          <p:cNvGrpSpPr/>
          <p:nvPr/>
        </p:nvGrpSpPr>
        <p:grpSpPr>
          <a:xfrm>
            <a:off x="2857561" y="5564819"/>
            <a:ext cx="423557" cy="423557"/>
            <a:chOff x="4516583" y="3428010"/>
            <a:chExt cx="609600" cy="609600"/>
          </a:xfrm>
        </p:grpSpPr>
        <p:sp>
          <p:nvSpPr>
            <p:cNvPr id="58" name="Rounded Rectangle 57"/>
            <p:cNvSpPr/>
            <p:nvPr/>
          </p:nvSpPr>
          <p:spPr>
            <a:xfrm>
              <a:off x="4516583"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4" name="Group 63"/>
          <p:cNvGrpSpPr/>
          <p:nvPr/>
        </p:nvGrpSpPr>
        <p:grpSpPr>
          <a:xfrm>
            <a:off x="2857561" y="6109477"/>
            <a:ext cx="423557" cy="423557"/>
            <a:chOff x="5359334" y="3425040"/>
            <a:chExt cx="609600" cy="609600"/>
          </a:xfrm>
        </p:grpSpPr>
        <p:sp>
          <p:nvSpPr>
            <p:cNvPr id="65" name="Rounded Rectangle 64"/>
            <p:cNvSpPr/>
            <p:nvPr/>
          </p:nvSpPr>
          <p:spPr>
            <a:xfrm>
              <a:off x="5359334" y="342504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2" name="Group 71"/>
          <p:cNvGrpSpPr/>
          <p:nvPr/>
        </p:nvGrpSpPr>
        <p:grpSpPr>
          <a:xfrm>
            <a:off x="2311673" y="3922088"/>
            <a:ext cx="423557" cy="423557"/>
            <a:chOff x="1219200" y="3429000"/>
            <a:chExt cx="609600" cy="609600"/>
          </a:xfrm>
        </p:grpSpPr>
        <p:sp>
          <p:nvSpPr>
            <p:cNvPr id="73" name="Rounded Rectangle 72"/>
            <p:cNvSpPr/>
            <p:nvPr/>
          </p:nvSpPr>
          <p:spPr>
            <a:xfrm>
              <a:off x="1219200"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8" name="Group 77"/>
          <p:cNvGrpSpPr/>
          <p:nvPr/>
        </p:nvGrpSpPr>
        <p:grpSpPr>
          <a:xfrm>
            <a:off x="2308754" y="4469665"/>
            <a:ext cx="423557" cy="423557"/>
            <a:chOff x="1219200" y="3429000"/>
            <a:chExt cx="609600" cy="609600"/>
          </a:xfrm>
        </p:grpSpPr>
        <p:sp>
          <p:nvSpPr>
            <p:cNvPr id="79" name="Rounded Rectangle 78"/>
            <p:cNvSpPr/>
            <p:nvPr/>
          </p:nvSpPr>
          <p:spPr>
            <a:xfrm>
              <a:off x="1219200"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1" name="Group 80"/>
          <p:cNvGrpSpPr/>
          <p:nvPr/>
        </p:nvGrpSpPr>
        <p:grpSpPr>
          <a:xfrm>
            <a:off x="2305835" y="5017242"/>
            <a:ext cx="423557" cy="423557"/>
            <a:chOff x="1219200" y="3429000"/>
            <a:chExt cx="609600" cy="609600"/>
          </a:xfrm>
        </p:grpSpPr>
        <p:sp>
          <p:nvSpPr>
            <p:cNvPr id="82" name="Rounded Rectangle 81"/>
            <p:cNvSpPr/>
            <p:nvPr/>
          </p:nvSpPr>
          <p:spPr>
            <a:xfrm>
              <a:off x="1219200"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4" name="Group 83"/>
          <p:cNvGrpSpPr/>
          <p:nvPr/>
        </p:nvGrpSpPr>
        <p:grpSpPr>
          <a:xfrm>
            <a:off x="2302916" y="5564819"/>
            <a:ext cx="423557" cy="423557"/>
            <a:chOff x="1219200" y="3429000"/>
            <a:chExt cx="609600" cy="609600"/>
          </a:xfrm>
        </p:grpSpPr>
        <p:sp>
          <p:nvSpPr>
            <p:cNvPr id="85" name="Rounded Rectangle 84"/>
            <p:cNvSpPr/>
            <p:nvPr/>
          </p:nvSpPr>
          <p:spPr>
            <a:xfrm>
              <a:off x="1219200"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7" name="Group 86"/>
          <p:cNvGrpSpPr/>
          <p:nvPr/>
        </p:nvGrpSpPr>
        <p:grpSpPr>
          <a:xfrm>
            <a:off x="2299997" y="6112396"/>
            <a:ext cx="423557" cy="423557"/>
            <a:chOff x="1219200" y="3429000"/>
            <a:chExt cx="609600" cy="609600"/>
          </a:xfrm>
        </p:grpSpPr>
        <p:sp>
          <p:nvSpPr>
            <p:cNvPr id="88" name="Rounded Rectangle 87"/>
            <p:cNvSpPr/>
            <p:nvPr/>
          </p:nvSpPr>
          <p:spPr>
            <a:xfrm>
              <a:off x="1219200"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3" name="Group 92"/>
          <p:cNvGrpSpPr/>
          <p:nvPr/>
        </p:nvGrpSpPr>
        <p:grpSpPr>
          <a:xfrm>
            <a:off x="4289724" y="3368664"/>
            <a:ext cx="423557" cy="423557"/>
            <a:chOff x="1219200" y="3429000"/>
            <a:chExt cx="609600" cy="609600"/>
          </a:xfrm>
        </p:grpSpPr>
        <p:sp>
          <p:nvSpPr>
            <p:cNvPr id="94" name="Rounded Rectangle 93"/>
            <p:cNvSpPr/>
            <p:nvPr/>
          </p:nvSpPr>
          <p:spPr>
            <a:xfrm>
              <a:off x="1219200"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6" name="Group 95"/>
          <p:cNvGrpSpPr/>
          <p:nvPr/>
        </p:nvGrpSpPr>
        <p:grpSpPr>
          <a:xfrm>
            <a:off x="4285769" y="3912117"/>
            <a:ext cx="423557" cy="423557"/>
            <a:chOff x="2038597" y="3429000"/>
            <a:chExt cx="609600" cy="609600"/>
          </a:xfrm>
        </p:grpSpPr>
        <p:sp>
          <p:nvSpPr>
            <p:cNvPr id="97" name="Rounded Rectangle 96"/>
            <p:cNvSpPr/>
            <p:nvPr/>
          </p:nvSpPr>
          <p:spPr>
            <a:xfrm>
              <a:off x="2038597"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0" name="Group 99"/>
          <p:cNvGrpSpPr/>
          <p:nvPr/>
        </p:nvGrpSpPr>
        <p:grpSpPr>
          <a:xfrm>
            <a:off x="4289724" y="4455570"/>
            <a:ext cx="423557" cy="423557"/>
            <a:chOff x="2857994" y="3429000"/>
            <a:chExt cx="609600" cy="609600"/>
          </a:xfrm>
        </p:grpSpPr>
        <p:sp>
          <p:nvSpPr>
            <p:cNvPr id="101" name="Rounded Rectangle 100"/>
            <p:cNvSpPr/>
            <p:nvPr/>
          </p:nvSpPr>
          <p:spPr>
            <a:xfrm>
              <a:off x="2857994"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5" name="Group 104"/>
          <p:cNvGrpSpPr/>
          <p:nvPr/>
        </p:nvGrpSpPr>
        <p:grpSpPr>
          <a:xfrm>
            <a:off x="4275085" y="4999023"/>
            <a:ext cx="423557" cy="423557"/>
            <a:chOff x="3697186" y="3428010"/>
            <a:chExt cx="609600" cy="609600"/>
          </a:xfrm>
        </p:grpSpPr>
        <p:sp>
          <p:nvSpPr>
            <p:cNvPr id="106" name="Rounded Rectangle 105"/>
            <p:cNvSpPr/>
            <p:nvPr/>
          </p:nvSpPr>
          <p:spPr>
            <a:xfrm>
              <a:off x="3697186"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1" name="Group 110"/>
          <p:cNvGrpSpPr/>
          <p:nvPr/>
        </p:nvGrpSpPr>
        <p:grpSpPr>
          <a:xfrm>
            <a:off x="4275085" y="5561891"/>
            <a:ext cx="423557" cy="423557"/>
            <a:chOff x="4516583" y="3428010"/>
            <a:chExt cx="609600" cy="609600"/>
          </a:xfrm>
        </p:grpSpPr>
        <p:sp>
          <p:nvSpPr>
            <p:cNvPr id="112" name="Rounded Rectangle 111"/>
            <p:cNvSpPr/>
            <p:nvPr/>
          </p:nvSpPr>
          <p:spPr>
            <a:xfrm>
              <a:off x="4516583"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 112"/>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Oval 114"/>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8" name="Group 117"/>
          <p:cNvGrpSpPr/>
          <p:nvPr/>
        </p:nvGrpSpPr>
        <p:grpSpPr>
          <a:xfrm>
            <a:off x="4275085" y="6106549"/>
            <a:ext cx="423557" cy="423557"/>
            <a:chOff x="5359334" y="3425040"/>
            <a:chExt cx="609600" cy="609600"/>
          </a:xfrm>
        </p:grpSpPr>
        <p:sp>
          <p:nvSpPr>
            <p:cNvPr id="119" name="Rounded Rectangle 118"/>
            <p:cNvSpPr/>
            <p:nvPr/>
          </p:nvSpPr>
          <p:spPr>
            <a:xfrm>
              <a:off x="5359334" y="342504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Oval 120"/>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Oval 122"/>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Oval 123"/>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Oval 124"/>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1" name="Group 140"/>
          <p:cNvGrpSpPr/>
          <p:nvPr/>
        </p:nvGrpSpPr>
        <p:grpSpPr>
          <a:xfrm>
            <a:off x="3733805" y="3922088"/>
            <a:ext cx="423557" cy="423557"/>
            <a:chOff x="2038597" y="3429000"/>
            <a:chExt cx="609600" cy="609600"/>
          </a:xfrm>
        </p:grpSpPr>
        <p:sp>
          <p:nvSpPr>
            <p:cNvPr id="142" name="Rounded Rectangle 141"/>
            <p:cNvSpPr/>
            <p:nvPr/>
          </p:nvSpPr>
          <p:spPr>
            <a:xfrm>
              <a:off x="2038597"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Oval 142"/>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5" name="Group 144"/>
          <p:cNvGrpSpPr/>
          <p:nvPr/>
        </p:nvGrpSpPr>
        <p:grpSpPr>
          <a:xfrm>
            <a:off x="3733804" y="4458699"/>
            <a:ext cx="423557" cy="423557"/>
            <a:chOff x="2038597" y="3429000"/>
            <a:chExt cx="609600" cy="609600"/>
          </a:xfrm>
        </p:grpSpPr>
        <p:sp>
          <p:nvSpPr>
            <p:cNvPr id="146" name="Rounded Rectangle 145"/>
            <p:cNvSpPr/>
            <p:nvPr/>
          </p:nvSpPr>
          <p:spPr>
            <a:xfrm>
              <a:off x="2038597"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Oval 146"/>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Oval 147"/>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9" name="Group 148"/>
          <p:cNvGrpSpPr/>
          <p:nvPr/>
        </p:nvGrpSpPr>
        <p:grpSpPr>
          <a:xfrm>
            <a:off x="3733803" y="4995310"/>
            <a:ext cx="423557" cy="423557"/>
            <a:chOff x="2038597" y="3429000"/>
            <a:chExt cx="609600" cy="609600"/>
          </a:xfrm>
        </p:grpSpPr>
        <p:sp>
          <p:nvSpPr>
            <p:cNvPr id="150" name="Rounded Rectangle 149"/>
            <p:cNvSpPr/>
            <p:nvPr/>
          </p:nvSpPr>
          <p:spPr>
            <a:xfrm>
              <a:off x="2038597"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Oval 150"/>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Oval 151"/>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3" name="Group 152"/>
          <p:cNvGrpSpPr/>
          <p:nvPr/>
        </p:nvGrpSpPr>
        <p:grpSpPr>
          <a:xfrm>
            <a:off x="3733802" y="5531921"/>
            <a:ext cx="423557" cy="423557"/>
            <a:chOff x="2038597" y="3429000"/>
            <a:chExt cx="609600" cy="609600"/>
          </a:xfrm>
        </p:grpSpPr>
        <p:sp>
          <p:nvSpPr>
            <p:cNvPr id="154" name="Rounded Rectangle 153"/>
            <p:cNvSpPr/>
            <p:nvPr/>
          </p:nvSpPr>
          <p:spPr>
            <a:xfrm>
              <a:off x="2038597"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Oval 154"/>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Oval 155"/>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7" name="Group 156"/>
          <p:cNvGrpSpPr/>
          <p:nvPr/>
        </p:nvGrpSpPr>
        <p:grpSpPr>
          <a:xfrm>
            <a:off x="3733801" y="6104157"/>
            <a:ext cx="423557" cy="423557"/>
            <a:chOff x="2038597" y="3429000"/>
            <a:chExt cx="609600" cy="609600"/>
          </a:xfrm>
        </p:grpSpPr>
        <p:sp>
          <p:nvSpPr>
            <p:cNvPr id="158" name="Rounded Rectangle 157"/>
            <p:cNvSpPr/>
            <p:nvPr/>
          </p:nvSpPr>
          <p:spPr>
            <a:xfrm>
              <a:off x="2038597"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Oval 158"/>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1" name="Slide Number Placeholder 3"/>
          <p:cNvSpPr txBox="1">
            <a:spLocks/>
          </p:cNvSpPr>
          <p:nvPr/>
        </p:nvSpPr>
        <p:spPr>
          <a:xfrm>
            <a:off x="5588811" y="6153304"/>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a:pPr/>
              <a:t>6</a:t>
            </a:fld>
            <a:endParaRPr lang="en-US" altLang="zh-TW"/>
          </a:p>
        </p:txBody>
      </p:sp>
      <p:grpSp>
        <p:nvGrpSpPr>
          <p:cNvPr id="166" name="Group 165"/>
          <p:cNvGrpSpPr/>
          <p:nvPr/>
        </p:nvGrpSpPr>
        <p:grpSpPr>
          <a:xfrm>
            <a:off x="5791071" y="3352801"/>
            <a:ext cx="423557" cy="423557"/>
            <a:chOff x="1219200" y="3429000"/>
            <a:chExt cx="609600" cy="609600"/>
          </a:xfrm>
        </p:grpSpPr>
        <p:sp>
          <p:nvSpPr>
            <p:cNvPr id="167" name="Rounded Rectangle 166"/>
            <p:cNvSpPr/>
            <p:nvPr/>
          </p:nvSpPr>
          <p:spPr>
            <a:xfrm>
              <a:off x="1219200"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Oval 167"/>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9" name="Group 168"/>
          <p:cNvGrpSpPr/>
          <p:nvPr/>
        </p:nvGrpSpPr>
        <p:grpSpPr>
          <a:xfrm>
            <a:off x="5787116" y="3896254"/>
            <a:ext cx="423557" cy="423557"/>
            <a:chOff x="2038597" y="3429000"/>
            <a:chExt cx="609600" cy="609600"/>
          </a:xfrm>
        </p:grpSpPr>
        <p:sp>
          <p:nvSpPr>
            <p:cNvPr id="170" name="Rounded Rectangle 169"/>
            <p:cNvSpPr/>
            <p:nvPr/>
          </p:nvSpPr>
          <p:spPr>
            <a:xfrm>
              <a:off x="2038597"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Oval 170"/>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Oval 171"/>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3" name="Group 172"/>
          <p:cNvGrpSpPr/>
          <p:nvPr/>
        </p:nvGrpSpPr>
        <p:grpSpPr>
          <a:xfrm>
            <a:off x="5791071" y="4439707"/>
            <a:ext cx="423557" cy="423557"/>
            <a:chOff x="2857994" y="3429000"/>
            <a:chExt cx="609600" cy="609600"/>
          </a:xfrm>
        </p:grpSpPr>
        <p:sp>
          <p:nvSpPr>
            <p:cNvPr id="174" name="Rounded Rectangle 173"/>
            <p:cNvSpPr/>
            <p:nvPr/>
          </p:nvSpPr>
          <p:spPr>
            <a:xfrm>
              <a:off x="2857994"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Oval 174"/>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Oval 175"/>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Oval 176"/>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8" name="Group 177"/>
          <p:cNvGrpSpPr/>
          <p:nvPr/>
        </p:nvGrpSpPr>
        <p:grpSpPr>
          <a:xfrm>
            <a:off x="5776432" y="4983160"/>
            <a:ext cx="423557" cy="423557"/>
            <a:chOff x="3697186" y="3428010"/>
            <a:chExt cx="609600" cy="609600"/>
          </a:xfrm>
        </p:grpSpPr>
        <p:sp>
          <p:nvSpPr>
            <p:cNvPr id="179" name="Rounded Rectangle 178"/>
            <p:cNvSpPr/>
            <p:nvPr/>
          </p:nvSpPr>
          <p:spPr>
            <a:xfrm>
              <a:off x="3697186"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Oval 179"/>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Oval 180"/>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Oval 181"/>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Oval 182"/>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4" name="Group 183"/>
          <p:cNvGrpSpPr/>
          <p:nvPr/>
        </p:nvGrpSpPr>
        <p:grpSpPr>
          <a:xfrm>
            <a:off x="5776432" y="5546028"/>
            <a:ext cx="423557" cy="423557"/>
            <a:chOff x="4516583" y="3428010"/>
            <a:chExt cx="609600" cy="609600"/>
          </a:xfrm>
        </p:grpSpPr>
        <p:sp>
          <p:nvSpPr>
            <p:cNvPr id="185" name="Rounded Rectangle 184"/>
            <p:cNvSpPr/>
            <p:nvPr/>
          </p:nvSpPr>
          <p:spPr>
            <a:xfrm>
              <a:off x="4516583"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Oval 185"/>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Oval 186"/>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Oval 187"/>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Oval 188"/>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Oval 189"/>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1" name="Group 190"/>
          <p:cNvGrpSpPr/>
          <p:nvPr/>
        </p:nvGrpSpPr>
        <p:grpSpPr>
          <a:xfrm>
            <a:off x="5776432" y="6090686"/>
            <a:ext cx="423557" cy="423557"/>
            <a:chOff x="5359334" y="3425040"/>
            <a:chExt cx="609600" cy="609600"/>
          </a:xfrm>
        </p:grpSpPr>
        <p:sp>
          <p:nvSpPr>
            <p:cNvPr id="192" name="Rounded Rectangle 191"/>
            <p:cNvSpPr/>
            <p:nvPr/>
          </p:nvSpPr>
          <p:spPr>
            <a:xfrm>
              <a:off x="5359334" y="342504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Oval 192"/>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Oval 193"/>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Oval 194"/>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Oval 195"/>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Oval 196"/>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Oval 197"/>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9" name="Group 218"/>
          <p:cNvGrpSpPr/>
          <p:nvPr/>
        </p:nvGrpSpPr>
        <p:grpSpPr>
          <a:xfrm>
            <a:off x="5181601" y="5543109"/>
            <a:ext cx="423557" cy="423557"/>
            <a:chOff x="2857994" y="3429000"/>
            <a:chExt cx="609600" cy="609600"/>
          </a:xfrm>
        </p:grpSpPr>
        <p:sp>
          <p:nvSpPr>
            <p:cNvPr id="220" name="Rounded Rectangle 219"/>
            <p:cNvSpPr/>
            <p:nvPr/>
          </p:nvSpPr>
          <p:spPr>
            <a:xfrm>
              <a:off x="2857994"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Oval 220"/>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Oval 221"/>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Oval 222"/>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4" name="Group 223"/>
          <p:cNvGrpSpPr/>
          <p:nvPr/>
        </p:nvGrpSpPr>
        <p:grpSpPr>
          <a:xfrm>
            <a:off x="5181601" y="4999652"/>
            <a:ext cx="423557" cy="423557"/>
            <a:chOff x="2857994" y="3429000"/>
            <a:chExt cx="609600" cy="609600"/>
          </a:xfrm>
        </p:grpSpPr>
        <p:sp>
          <p:nvSpPr>
            <p:cNvPr id="225" name="Rounded Rectangle 224"/>
            <p:cNvSpPr/>
            <p:nvPr/>
          </p:nvSpPr>
          <p:spPr>
            <a:xfrm>
              <a:off x="2857994"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Oval 225"/>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Oval 226"/>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Oval 227"/>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9" name="Group 228"/>
          <p:cNvGrpSpPr/>
          <p:nvPr/>
        </p:nvGrpSpPr>
        <p:grpSpPr>
          <a:xfrm>
            <a:off x="5181601" y="4456195"/>
            <a:ext cx="423557" cy="423557"/>
            <a:chOff x="2857994" y="3429000"/>
            <a:chExt cx="609600" cy="609600"/>
          </a:xfrm>
        </p:grpSpPr>
        <p:sp>
          <p:nvSpPr>
            <p:cNvPr id="230" name="Rounded Rectangle 229"/>
            <p:cNvSpPr/>
            <p:nvPr/>
          </p:nvSpPr>
          <p:spPr>
            <a:xfrm>
              <a:off x="2857994"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Oval 230"/>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Oval 231"/>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Oval 232"/>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4" name="Group 233"/>
          <p:cNvGrpSpPr/>
          <p:nvPr/>
        </p:nvGrpSpPr>
        <p:grpSpPr>
          <a:xfrm>
            <a:off x="5181601" y="3912738"/>
            <a:ext cx="423557" cy="423557"/>
            <a:chOff x="2857994" y="3429000"/>
            <a:chExt cx="609600" cy="609600"/>
          </a:xfrm>
        </p:grpSpPr>
        <p:sp>
          <p:nvSpPr>
            <p:cNvPr id="235" name="Rounded Rectangle 234"/>
            <p:cNvSpPr/>
            <p:nvPr/>
          </p:nvSpPr>
          <p:spPr>
            <a:xfrm>
              <a:off x="2857994"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Oval 235"/>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Oval 236"/>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Oval 237"/>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9" name="Group 238"/>
          <p:cNvGrpSpPr/>
          <p:nvPr/>
        </p:nvGrpSpPr>
        <p:grpSpPr>
          <a:xfrm>
            <a:off x="5181601" y="3369281"/>
            <a:ext cx="423557" cy="423557"/>
            <a:chOff x="2857994" y="3429000"/>
            <a:chExt cx="609600" cy="609600"/>
          </a:xfrm>
        </p:grpSpPr>
        <p:sp>
          <p:nvSpPr>
            <p:cNvPr id="240" name="Rounded Rectangle 239"/>
            <p:cNvSpPr/>
            <p:nvPr/>
          </p:nvSpPr>
          <p:spPr>
            <a:xfrm>
              <a:off x="2857994"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Oval 240"/>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Oval 241"/>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Oval 242"/>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9" name="Slide Number Placeholder 3"/>
          <p:cNvSpPr txBox="1">
            <a:spLocks/>
          </p:cNvSpPr>
          <p:nvPr/>
        </p:nvSpPr>
        <p:spPr>
          <a:xfrm>
            <a:off x="6994184" y="6151846"/>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a:pPr/>
              <a:t>6</a:t>
            </a:fld>
            <a:endParaRPr lang="en-US" altLang="zh-TW"/>
          </a:p>
        </p:txBody>
      </p:sp>
      <p:grpSp>
        <p:nvGrpSpPr>
          <p:cNvPr id="250" name="Group 249"/>
          <p:cNvGrpSpPr/>
          <p:nvPr/>
        </p:nvGrpSpPr>
        <p:grpSpPr>
          <a:xfrm>
            <a:off x="7196444" y="3351343"/>
            <a:ext cx="423557" cy="423557"/>
            <a:chOff x="1219200" y="3429000"/>
            <a:chExt cx="609600" cy="609600"/>
          </a:xfrm>
        </p:grpSpPr>
        <p:sp>
          <p:nvSpPr>
            <p:cNvPr id="251" name="Rounded Rectangle 250"/>
            <p:cNvSpPr/>
            <p:nvPr/>
          </p:nvSpPr>
          <p:spPr>
            <a:xfrm>
              <a:off x="1219200"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Oval 251"/>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3" name="Group 252"/>
          <p:cNvGrpSpPr/>
          <p:nvPr/>
        </p:nvGrpSpPr>
        <p:grpSpPr>
          <a:xfrm>
            <a:off x="7192489" y="3894796"/>
            <a:ext cx="423557" cy="423557"/>
            <a:chOff x="2038597" y="3429000"/>
            <a:chExt cx="609600" cy="609600"/>
          </a:xfrm>
        </p:grpSpPr>
        <p:sp>
          <p:nvSpPr>
            <p:cNvPr id="254" name="Rounded Rectangle 253"/>
            <p:cNvSpPr/>
            <p:nvPr/>
          </p:nvSpPr>
          <p:spPr>
            <a:xfrm>
              <a:off x="2038597"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Oval 254"/>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Oval 255"/>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7" name="Group 256"/>
          <p:cNvGrpSpPr/>
          <p:nvPr/>
        </p:nvGrpSpPr>
        <p:grpSpPr>
          <a:xfrm>
            <a:off x="7196444" y="4438249"/>
            <a:ext cx="423557" cy="423557"/>
            <a:chOff x="2857994" y="3429000"/>
            <a:chExt cx="609600" cy="609600"/>
          </a:xfrm>
        </p:grpSpPr>
        <p:sp>
          <p:nvSpPr>
            <p:cNvPr id="258" name="Rounded Rectangle 257"/>
            <p:cNvSpPr/>
            <p:nvPr/>
          </p:nvSpPr>
          <p:spPr>
            <a:xfrm>
              <a:off x="2857994"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Oval 258"/>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Oval 259"/>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Oval 260"/>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2" name="Group 261"/>
          <p:cNvGrpSpPr/>
          <p:nvPr/>
        </p:nvGrpSpPr>
        <p:grpSpPr>
          <a:xfrm>
            <a:off x="7181805" y="4981702"/>
            <a:ext cx="423557" cy="423557"/>
            <a:chOff x="3697186" y="3428010"/>
            <a:chExt cx="609600" cy="609600"/>
          </a:xfrm>
        </p:grpSpPr>
        <p:sp>
          <p:nvSpPr>
            <p:cNvPr id="263" name="Rounded Rectangle 262"/>
            <p:cNvSpPr/>
            <p:nvPr/>
          </p:nvSpPr>
          <p:spPr>
            <a:xfrm>
              <a:off x="3697186"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Oval 263"/>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Oval 264"/>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Oval 265"/>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Oval 266"/>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8" name="Group 267"/>
          <p:cNvGrpSpPr/>
          <p:nvPr/>
        </p:nvGrpSpPr>
        <p:grpSpPr>
          <a:xfrm>
            <a:off x="7181805" y="5544570"/>
            <a:ext cx="423557" cy="423557"/>
            <a:chOff x="4516583" y="3428010"/>
            <a:chExt cx="609600" cy="609600"/>
          </a:xfrm>
        </p:grpSpPr>
        <p:sp>
          <p:nvSpPr>
            <p:cNvPr id="269" name="Rounded Rectangle 268"/>
            <p:cNvSpPr/>
            <p:nvPr/>
          </p:nvSpPr>
          <p:spPr>
            <a:xfrm>
              <a:off x="4516583"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Oval 269"/>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Oval 270"/>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Oval 271"/>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Oval 272"/>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Oval 273"/>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5" name="Group 274"/>
          <p:cNvGrpSpPr/>
          <p:nvPr/>
        </p:nvGrpSpPr>
        <p:grpSpPr>
          <a:xfrm>
            <a:off x="7181805" y="6089228"/>
            <a:ext cx="423557" cy="423557"/>
            <a:chOff x="5359334" y="3425040"/>
            <a:chExt cx="609600" cy="609600"/>
          </a:xfrm>
        </p:grpSpPr>
        <p:sp>
          <p:nvSpPr>
            <p:cNvPr id="276" name="Rounded Rectangle 275"/>
            <p:cNvSpPr/>
            <p:nvPr/>
          </p:nvSpPr>
          <p:spPr>
            <a:xfrm>
              <a:off x="5359334" y="342504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 name="Oval 276"/>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Oval 277"/>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 name="Oval 278"/>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 name="Oval 279"/>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 name="Oval 280"/>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 name="Oval 281"/>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8" name="Group 307"/>
          <p:cNvGrpSpPr/>
          <p:nvPr/>
        </p:nvGrpSpPr>
        <p:grpSpPr>
          <a:xfrm>
            <a:off x="6636495" y="3906670"/>
            <a:ext cx="423557" cy="423557"/>
            <a:chOff x="3697186" y="3428010"/>
            <a:chExt cx="609600" cy="609600"/>
          </a:xfrm>
        </p:grpSpPr>
        <p:sp>
          <p:nvSpPr>
            <p:cNvPr id="309" name="Rounded Rectangle 308"/>
            <p:cNvSpPr/>
            <p:nvPr/>
          </p:nvSpPr>
          <p:spPr>
            <a:xfrm>
              <a:off x="3697186"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 name="Oval 309"/>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 name="Oval 310"/>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 name="Oval 311"/>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 name="Oval 312"/>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4" name="Group 313"/>
          <p:cNvGrpSpPr/>
          <p:nvPr/>
        </p:nvGrpSpPr>
        <p:grpSpPr>
          <a:xfrm>
            <a:off x="6636495" y="4444867"/>
            <a:ext cx="423557" cy="423557"/>
            <a:chOff x="3697186" y="3428010"/>
            <a:chExt cx="609600" cy="609600"/>
          </a:xfrm>
        </p:grpSpPr>
        <p:sp>
          <p:nvSpPr>
            <p:cNvPr id="315" name="Rounded Rectangle 314"/>
            <p:cNvSpPr/>
            <p:nvPr/>
          </p:nvSpPr>
          <p:spPr>
            <a:xfrm>
              <a:off x="3697186"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 name="Oval 315"/>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 name="Oval 316"/>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 name="Oval 317"/>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 name="Oval 318"/>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0" name="Group 319"/>
          <p:cNvGrpSpPr/>
          <p:nvPr/>
        </p:nvGrpSpPr>
        <p:grpSpPr>
          <a:xfrm>
            <a:off x="6636495" y="4983064"/>
            <a:ext cx="423557" cy="423557"/>
            <a:chOff x="3697186" y="3428010"/>
            <a:chExt cx="609600" cy="609600"/>
          </a:xfrm>
        </p:grpSpPr>
        <p:sp>
          <p:nvSpPr>
            <p:cNvPr id="321" name="Rounded Rectangle 320"/>
            <p:cNvSpPr/>
            <p:nvPr/>
          </p:nvSpPr>
          <p:spPr>
            <a:xfrm>
              <a:off x="3697186"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 name="Oval 321"/>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 name="Oval 322"/>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 name="Oval 323"/>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 name="Oval 324"/>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6" name="Group 325"/>
          <p:cNvGrpSpPr/>
          <p:nvPr/>
        </p:nvGrpSpPr>
        <p:grpSpPr>
          <a:xfrm>
            <a:off x="6636495" y="5545011"/>
            <a:ext cx="423557" cy="423557"/>
            <a:chOff x="3697186" y="3428010"/>
            <a:chExt cx="609600" cy="609600"/>
          </a:xfrm>
        </p:grpSpPr>
        <p:sp>
          <p:nvSpPr>
            <p:cNvPr id="327" name="Rounded Rectangle 326"/>
            <p:cNvSpPr/>
            <p:nvPr/>
          </p:nvSpPr>
          <p:spPr>
            <a:xfrm>
              <a:off x="3697186"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 name="Oval 327"/>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 name="Oval 328"/>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 name="Oval 329"/>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 name="Oval 330"/>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2" name="Group 331"/>
          <p:cNvGrpSpPr/>
          <p:nvPr/>
        </p:nvGrpSpPr>
        <p:grpSpPr>
          <a:xfrm>
            <a:off x="6636495" y="6083208"/>
            <a:ext cx="423557" cy="423557"/>
            <a:chOff x="3697186" y="3428010"/>
            <a:chExt cx="609600" cy="609600"/>
          </a:xfrm>
        </p:grpSpPr>
        <p:sp>
          <p:nvSpPr>
            <p:cNvPr id="333" name="Rounded Rectangle 332"/>
            <p:cNvSpPr/>
            <p:nvPr/>
          </p:nvSpPr>
          <p:spPr>
            <a:xfrm>
              <a:off x="3697186"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 name="Oval 333"/>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 name="Oval 334"/>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Oval 335"/>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 name="Oval 336"/>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4" name="Slide Number Placeholder 3"/>
          <p:cNvSpPr txBox="1">
            <a:spLocks/>
          </p:cNvSpPr>
          <p:nvPr/>
        </p:nvSpPr>
        <p:spPr>
          <a:xfrm>
            <a:off x="8386968" y="6161526"/>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a:pPr/>
              <a:t>6</a:t>
            </a:fld>
            <a:endParaRPr lang="en-US" altLang="zh-TW"/>
          </a:p>
        </p:txBody>
      </p:sp>
      <p:grpSp>
        <p:nvGrpSpPr>
          <p:cNvPr id="345" name="Group 344"/>
          <p:cNvGrpSpPr/>
          <p:nvPr/>
        </p:nvGrpSpPr>
        <p:grpSpPr>
          <a:xfrm>
            <a:off x="8589228" y="3361023"/>
            <a:ext cx="423557" cy="423557"/>
            <a:chOff x="1219200" y="3429000"/>
            <a:chExt cx="609600" cy="609600"/>
          </a:xfrm>
        </p:grpSpPr>
        <p:sp>
          <p:nvSpPr>
            <p:cNvPr id="346" name="Rounded Rectangle 345"/>
            <p:cNvSpPr/>
            <p:nvPr/>
          </p:nvSpPr>
          <p:spPr>
            <a:xfrm>
              <a:off x="1219200"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 name="Oval 346"/>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8" name="Group 347"/>
          <p:cNvGrpSpPr/>
          <p:nvPr/>
        </p:nvGrpSpPr>
        <p:grpSpPr>
          <a:xfrm>
            <a:off x="8585273" y="3904476"/>
            <a:ext cx="423557" cy="423557"/>
            <a:chOff x="2038597" y="3429000"/>
            <a:chExt cx="609600" cy="609600"/>
          </a:xfrm>
        </p:grpSpPr>
        <p:sp>
          <p:nvSpPr>
            <p:cNvPr id="349" name="Rounded Rectangle 348"/>
            <p:cNvSpPr/>
            <p:nvPr/>
          </p:nvSpPr>
          <p:spPr>
            <a:xfrm>
              <a:off x="2038597"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 name="Oval 349"/>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 name="Oval 350"/>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2" name="Group 351"/>
          <p:cNvGrpSpPr/>
          <p:nvPr/>
        </p:nvGrpSpPr>
        <p:grpSpPr>
          <a:xfrm>
            <a:off x="8589228" y="4447929"/>
            <a:ext cx="423557" cy="423557"/>
            <a:chOff x="2857994" y="3429000"/>
            <a:chExt cx="609600" cy="609600"/>
          </a:xfrm>
        </p:grpSpPr>
        <p:sp>
          <p:nvSpPr>
            <p:cNvPr id="353" name="Rounded Rectangle 352"/>
            <p:cNvSpPr/>
            <p:nvPr/>
          </p:nvSpPr>
          <p:spPr>
            <a:xfrm>
              <a:off x="2857994"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 name="Oval 353"/>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 name="Oval 354"/>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 name="Oval 355"/>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7" name="Group 356"/>
          <p:cNvGrpSpPr/>
          <p:nvPr/>
        </p:nvGrpSpPr>
        <p:grpSpPr>
          <a:xfrm>
            <a:off x="8574589" y="4991382"/>
            <a:ext cx="423557" cy="423557"/>
            <a:chOff x="3697186" y="3428010"/>
            <a:chExt cx="609600" cy="609600"/>
          </a:xfrm>
        </p:grpSpPr>
        <p:sp>
          <p:nvSpPr>
            <p:cNvPr id="358" name="Rounded Rectangle 357"/>
            <p:cNvSpPr/>
            <p:nvPr/>
          </p:nvSpPr>
          <p:spPr>
            <a:xfrm>
              <a:off x="3697186"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 name="Oval 358"/>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 name="Oval 359"/>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 name="Oval 360"/>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 name="Oval 361"/>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3" name="Group 362"/>
          <p:cNvGrpSpPr/>
          <p:nvPr/>
        </p:nvGrpSpPr>
        <p:grpSpPr>
          <a:xfrm>
            <a:off x="8574589" y="5554250"/>
            <a:ext cx="423557" cy="423557"/>
            <a:chOff x="4516583" y="3428010"/>
            <a:chExt cx="609600" cy="609600"/>
          </a:xfrm>
        </p:grpSpPr>
        <p:sp>
          <p:nvSpPr>
            <p:cNvPr id="364" name="Rounded Rectangle 363"/>
            <p:cNvSpPr/>
            <p:nvPr/>
          </p:nvSpPr>
          <p:spPr>
            <a:xfrm>
              <a:off x="4516583"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 name="Oval 364"/>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6" name="Oval 365"/>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 name="Oval 366"/>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 name="Oval 367"/>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 name="Oval 368"/>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0" name="Group 369"/>
          <p:cNvGrpSpPr/>
          <p:nvPr/>
        </p:nvGrpSpPr>
        <p:grpSpPr>
          <a:xfrm>
            <a:off x="8574589" y="6098908"/>
            <a:ext cx="423557" cy="423557"/>
            <a:chOff x="5359334" y="3425040"/>
            <a:chExt cx="609600" cy="609600"/>
          </a:xfrm>
        </p:grpSpPr>
        <p:sp>
          <p:nvSpPr>
            <p:cNvPr id="371" name="Rounded Rectangle 370"/>
            <p:cNvSpPr/>
            <p:nvPr/>
          </p:nvSpPr>
          <p:spPr>
            <a:xfrm>
              <a:off x="5359334" y="342504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 name="Oval 371"/>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 name="Oval 372"/>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 name="Oval 373"/>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5" name="Oval 374"/>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6" name="Oval 375"/>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7" name="Oval 376"/>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4" name="Slide Number Placeholder 3"/>
          <p:cNvSpPr txBox="1">
            <a:spLocks/>
          </p:cNvSpPr>
          <p:nvPr/>
        </p:nvSpPr>
        <p:spPr>
          <a:xfrm>
            <a:off x="9758544" y="6157331"/>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a:pPr/>
              <a:t>6</a:t>
            </a:fld>
            <a:endParaRPr lang="en-US" altLang="zh-TW"/>
          </a:p>
        </p:txBody>
      </p:sp>
      <p:grpSp>
        <p:nvGrpSpPr>
          <p:cNvPr id="415" name="Group 414"/>
          <p:cNvGrpSpPr/>
          <p:nvPr/>
        </p:nvGrpSpPr>
        <p:grpSpPr>
          <a:xfrm>
            <a:off x="9960804" y="3356828"/>
            <a:ext cx="423557" cy="423557"/>
            <a:chOff x="1219200" y="3429000"/>
            <a:chExt cx="609600" cy="609600"/>
          </a:xfrm>
        </p:grpSpPr>
        <p:sp>
          <p:nvSpPr>
            <p:cNvPr id="416" name="Rounded Rectangle 415"/>
            <p:cNvSpPr/>
            <p:nvPr/>
          </p:nvSpPr>
          <p:spPr>
            <a:xfrm>
              <a:off x="1219200"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 name="Oval 416"/>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8" name="Group 417"/>
          <p:cNvGrpSpPr/>
          <p:nvPr/>
        </p:nvGrpSpPr>
        <p:grpSpPr>
          <a:xfrm>
            <a:off x="9956849" y="3900281"/>
            <a:ext cx="423557" cy="423557"/>
            <a:chOff x="2038597" y="3429000"/>
            <a:chExt cx="609600" cy="609600"/>
          </a:xfrm>
        </p:grpSpPr>
        <p:sp>
          <p:nvSpPr>
            <p:cNvPr id="419" name="Rounded Rectangle 418"/>
            <p:cNvSpPr/>
            <p:nvPr/>
          </p:nvSpPr>
          <p:spPr>
            <a:xfrm>
              <a:off x="2038597"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 name="Oval 419"/>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 name="Oval 420"/>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2" name="Group 421"/>
          <p:cNvGrpSpPr/>
          <p:nvPr/>
        </p:nvGrpSpPr>
        <p:grpSpPr>
          <a:xfrm>
            <a:off x="9960804" y="4443734"/>
            <a:ext cx="423557" cy="423557"/>
            <a:chOff x="2857994" y="3429000"/>
            <a:chExt cx="609600" cy="609600"/>
          </a:xfrm>
        </p:grpSpPr>
        <p:sp>
          <p:nvSpPr>
            <p:cNvPr id="423" name="Rounded Rectangle 422"/>
            <p:cNvSpPr/>
            <p:nvPr/>
          </p:nvSpPr>
          <p:spPr>
            <a:xfrm>
              <a:off x="2857994"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 name="Oval 423"/>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 name="Oval 424"/>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 name="Oval 425"/>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7" name="Group 426"/>
          <p:cNvGrpSpPr/>
          <p:nvPr/>
        </p:nvGrpSpPr>
        <p:grpSpPr>
          <a:xfrm>
            <a:off x="9946165" y="4987187"/>
            <a:ext cx="423557" cy="423557"/>
            <a:chOff x="3697186" y="3428010"/>
            <a:chExt cx="609600" cy="609600"/>
          </a:xfrm>
        </p:grpSpPr>
        <p:sp>
          <p:nvSpPr>
            <p:cNvPr id="428" name="Rounded Rectangle 427"/>
            <p:cNvSpPr/>
            <p:nvPr/>
          </p:nvSpPr>
          <p:spPr>
            <a:xfrm>
              <a:off x="3697186"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9" name="Oval 428"/>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Oval 429"/>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1" name="Oval 430"/>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2" name="Oval 431"/>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33" name="Group 432"/>
          <p:cNvGrpSpPr/>
          <p:nvPr/>
        </p:nvGrpSpPr>
        <p:grpSpPr>
          <a:xfrm>
            <a:off x="9946165" y="5550055"/>
            <a:ext cx="423557" cy="423557"/>
            <a:chOff x="4516583" y="3428010"/>
            <a:chExt cx="609600" cy="609600"/>
          </a:xfrm>
        </p:grpSpPr>
        <p:sp>
          <p:nvSpPr>
            <p:cNvPr id="434" name="Rounded Rectangle 433"/>
            <p:cNvSpPr/>
            <p:nvPr/>
          </p:nvSpPr>
          <p:spPr>
            <a:xfrm>
              <a:off x="4516583"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5" name="Oval 434"/>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6" name="Oval 435"/>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7" name="Oval 436"/>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 name="Oval 437"/>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 name="Oval 438"/>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0" name="Group 439"/>
          <p:cNvGrpSpPr/>
          <p:nvPr/>
        </p:nvGrpSpPr>
        <p:grpSpPr>
          <a:xfrm>
            <a:off x="9946165" y="6094713"/>
            <a:ext cx="423557" cy="423557"/>
            <a:chOff x="5359334" y="3425040"/>
            <a:chExt cx="609600" cy="609600"/>
          </a:xfrm>
        </p:grpSpPr>
        <p:sp>
          <p:nvSpPr>
            <p:cNvPr id="441" name="Rounded Rectangle 440"/>
            <p:cNvSpPr/>
            <p:nvPr/>
          </p:nvSpPr>
          <p:spPr>
            <a:xfrm>
              <a:off x="5359334" y="342504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 name="Oval 441"/>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3" name="Oval 442"/>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4" name="Oval 443"/>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 name="Oval 444"/>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6" name="Oval 445"/>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 name="Oval 446"/>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8" name="Group 477"/>
          <p:cNvGrpSpPr/>
          <p:nvPr/>
        </p:nvGrpSpPr>
        <p:grpSpPr>
          <a:xfrm>
            <a:off x="8003325" y="3897754"/>
            <a:ext cx="423557" cy="423557"/>
            <a:chOff x="4516583" y="3428010"/>
            <a:chExt cx="609600" cy="609600"/>
          </a:xfrm>
        </p:grpSpPr>
        <p:sp>
          <p:nvSpPr>
            <p:cNvPr id="479" name="Rounded Rectangle 478"/>
            <p:cNvSpPr/>
            <p:nvPr/>
          </p:nvSpPr>
          <p:spPr>
            <a:xfrm>
              <a:off x="4516583"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0" name="Oval 479"/>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 name="Oval 480"/>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2" name="Oval 481"/>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 name="Oval 482"/>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 name="Oval 483"/>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5" name="Group 484"/>
          <p:cNvGrpSpPr/>
          <p:nvPr/>
        </p:nvGrpSpPr>
        <p:grpSpPr>
          <a:xfrm>
            <a:off x="8005649" y="4454582"/>
            <a:ext cx="423557" cy="423557"/>
            <a:chOff x="4516583" y="3428010"/>
            <a:chExt cx="609600" cy="609600"/>
          </a:xfrm>
        </p:grpSpPr>
        <p:sp>
          <p:nvSpPr>
            <p:cNvPr id="486" name="Rounded Rectangle 485"/>
            <p:cNvSpPr/>
            <p:nvPr/>
          </p:nvSpPr>
          <p:spPr>
            <a:xfrm>
              <a:off x="4516583"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 name="Oval 486"/>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 name="Oval 487"/>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9" name="Oval 488"/>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0" name="Oval 489"/>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1" name="Oval 490"/>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92" name="Group 491"/>
          <p:cNvGrpSpPr/>
          <p:nvPr/>
        </p:nvGrpSpPr>
        <p:grpSpPr>
          <a:xfrm>
            <a:off x="8007973" y="4987660"/>
            <a:ext cx="423557" cy="423557"/>
            <a:chOff x="4516583" y="3428010"/>
            <a:chExt cx="609600" cy="609600"/>
          </a:xfrm>
        </p:grpSpPr>
        <p:sp>
          <p:nvSpPr>
            <p:cNvPr id="493" name="Rounded Rectangle 492"/>
            <p:cNvSpPr/>
            <p:nvPr/>
          </p:nvSpPr>
          <p:spPr>
            <a:xfrm>
              <a:off x="4516583"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4" name="Oval 493"/>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5" name="Oval 494"/>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6" name="Oval 495"/>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7" name="Oval 496"/>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8" name="Oval 497"/>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99" name="Group 498"/>
          <p:cNvGrpSpPr/>
          <p:nvPr/>
        </p:nvGrpSpPr>
        <p:grpSpPr>
          <a:xfrm>
            <a:off x="8010297" y="5556363"/>
            <a:ext cx="423557" cy="423557"/>
            <a:chOff x="4516583" y="3428010"/>
            <a:chExt cx="609600" cy="609600"/>
          </a:xfrm>
        </p:grpSpPr>
        <p:sp>
          <p:nvSpPr>
            <p:cNvPr id="500" name="Rounded Rectangle 499"/>
            <p:cNvSpPr/>
            <p:nvPr/>
          </p:nvSpPr>
          <p:spPr>
            <a:xfrm>
              <a:off x="4516583"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1" name="Oval 500"/>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2" name="Oval 501"/>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3" name="Oval 502"/>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4" name="Oval 503"/>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5" name="Oval 504"/>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6" name="Group 505"/>
          <p:cNvGrpSpPr/>
          <p:nvPr/>
        </p:nvGrpSpPr>
        <p:grpSpPr>
          <a:xfrm>
            <a:off x="8012621" y="6101316"/>
            <a:ext cx="423557" cy="423557"/>
            <a:chOff x="4516583" y="3428010"/>
            <a:chExt cx="609600" cy="609600"/>
          </a:xfrm>
        </p:grpSpPr>
        <p:sp>
          <p:nvSpPr>
            <p:cNvPr id="507" name="Rounded Rectangle 506"/>
            <p:cNvSpPr/>
            <p:nvPr/>
          </p:nvSpPr>
          <p:spPr>
            <a:xfrm>
              <a:off x="4516583"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8" name="Oval 507"/>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9" name="Oval 508"/>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0" name="Oval 509"/>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1" name="Oval 510"/>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 name="Oval 511"/>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13" name="Group 512"/>
          <p:cNvGrpSpPr/>
          <p:nvPr/>
        </p:nvGrpSpPr>
        <p:grpSpPr>
          <a:xfrm>
            <a:off x="9377337" y="3898515"/>
            <a:ext cx="423557" cy="423557"/>
            <a:chOff x="5359334" y="3425040"/>
            <a:chExt cx="609600" cy="609600"/>
          </a:xfrm>
        </p:grpSpPr>
        <p:sp>
          <p:nvSpPr>
            <p:cNvPr id="514" name="Rounded Rectangle 513"/>
            <p:cNvSpPr/>
            <p:nvPr/>
          </p:nvSpPr>
          <p:spPr>
            <a:xfrm>
              <a:off x="5359334" y="342504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 name="Oval 514"/>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6" name="Oval 515"/>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7" name="Oval 516"/>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8" name="Oval 517"/>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9" name="Oval 518"/>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0" name="Oval 519"/>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21" name="Group 520"/>
          <p:cNvGrpSpPr/>
          <p:nvPr/>
        </p:nvGrpSpPr>
        <p:grpSpPr>
          <a:xfrm>
            <a:off x="9376153" y="4444229"/>
            <a:ext cx="423557" cy="423557"/>
            <a:chOff x="5359334" y="3425040"/>
            <a:chExt cx="609600" cy="609600"/>
          </a:xfrm>
        </p:grpSpPr>
        <p:sp>
          <p:nvSpPr>
            <p:cNvPr id="522" name="Rounded Rectangle 521"/>
            <p:cNvSpPr/>
            <p:nvPr/>
          </p:nvSpPr>
          <p:spPr>
            <a:xfrm>
              <a:off x="5359334" y="342504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3" name="Oval 522"/>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4" name="Oval 523"/>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5" name="Oval 524"/>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6" name="Oval 525"/>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7" name="Oval 526"/>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8" name="Oval 527"/>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29" name="Group 528"/>
          <p:cNvGrpSpPr/>
          <p:nvPr/>
        </p:nvGrpSpPr>
        <p:grpSpPr>
          <a:xfrm>
            <a:off x="9374969" y="4989943"/>
            <a:ext cx="423557" cy="423557"/>
            <a:chOff x="5359334" y="3425040"/>
            <a:chExt cx="609600" cy="609600"/>
          </a:xfrm>
        </p:grpSpPr>
        <p:sp>
          <p:nvSpPr>
            <p:cNvPr id="530" name="Rounded Rectangle 529"/>
            <p:cNvSpPr/>
            <p:nvPr/>
          </p:nvSpPr>
          <p:spPr>
            <a:xfrm>
              <a:off x="5359334" y="342504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1" name="Oval 530"/>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2" name="Oval 531"/>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3" name="Oval 532"/>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4" name="Oval 533"/>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5" name="Oval 534"/>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6" name="Oval 535"/>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37" name="Group 536"/>
          <p:cNvGrpSpPr/>
          <p:nvPr/>
        </p:nvGrpSpPr>
        <p:grpSpPr>
          <a:xfrm>
            <a:off x="9373785" y="5535657"/>
            <a:ext cx="423557" cy="423557"/>
            <a:chOff x="5359334" y="3425040"/>
            <a:chExt cx="609600" cy="609600"/>
          </a:xfrm>
        </p:grpSpPr>
        <p:sp>
          <p:nvSpPr>
            <p:cNvPr id="538" name="Rounded Rectangle 537"/>
            <p:cNvSpPr/>
            <p:nvPr/>
          </p:nvSpPr>
          <p:spPr>
            <a:xfrm>
              <a:off x="5359334" y="342504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9" name="Oval 538"/>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0" name="Oval 539"/>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1" name="Oval 540"/>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2" name="Oval 541"/>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3" name="Oval 542"/>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4" name="Oval 543"/>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5" name="Group 544"/>
          <p:cNvGrpSpPr/>
          <p:nvPr/>
        </p:nvGrpSpPr>
        <p:grpSpPr>
          <a:xfrm>
            <a:off x="9372601" y="6081371"/>
            <a:ext cx="423557" cy="423557"/>
            <a:chOff x="5359334" y="3425040"/>
            <a:chExt cx="609600" cy="609600"/>
          </a:xfrm>
        </p:grpSpPr>
        <p:sp>
          <p:nvSpPr>
            <p:cNvPr id="546" name="Rounded Rectangle 545"/>
            <p:cNvSpPr/>
            <p:nvPr/>
          </p:nvSpPr>
          <p:spPr>
            <a:xfrm>
              <a:off x="5359334" y="342504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7" name="Oval 546"/>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8" name="Oval 547"/>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9" name="Oval 548"/>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0" name="Oval 549"/>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1" name="Oval 550"/>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2" name="Oval 551"/>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2902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39"/>
                                        </p:tgtEl>
                                      </p:cBhvr>
                                    </p:animEffect>
                                    <p:set>
                                      <p:cBhvr>
                                        <p:cTn id="10" dur="1" fill="hold">
                                          <p:stCondLst>
                                            <p:cond delay="499"/>
                                          </p:stCondLst>
                                        </p:cTn>
                                        <p:tgtEl>
                                          <p:spTgt spid="39"/>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500"/>
                                        <p:tgtEl>
                                          <p:spTgt spid="42"/>
                                        </p:tgtEl>
                                      </p:cBhvr>
                                    </p:animEffect>
                                    <p:set>
                                      <p:cBhvr>
                                        <p:cTn id="13" dur="1" fill="hold">
                                          <p:stCondLst>
                                            <p:cond delay="499"/>
                                          </p:stCondLst>
                                        </p:cTn>
                                        <p:tgtEl>
                                          <p:spTgt spid="42"/>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500"/>
                                        <p:tgtEl>
                                          <p:spTgt spid="46"/>
                                        </p:tgtEl>
                                      </p:cBhvr>
                                    </p:animEffect>
                                    <p:set>
                                      <p:cBhvr>
                                        <p:cTn id="16" dur="1" fill="hold">
                                          <p:stCondLst>
                                            <p:cond delay="499"/>
                                          </p:stCondLst>
                                        </p:cTn>
                                        <p:tgtEl>
                                          <p:spTgt spid="46"/>
                                        </p:tgtEl>
                                        <p:attrNameLst>
                                          <p:attrName>style.visibility</p:attrName>
                                        </p:attrNameLst>
                                      </p:cBhvr>
                                      <p:to>
                                        <p:strVal val="hidden"/>
                                      </p:to>
                                    </p:set>
                                  </p:childTnLst>
                                </p:cTn>
                              </p:par>
                              <p:par>
                                <p:cTn id="17" presetID="10" presetClass="exit" presetSubtype="0" fill="hold" nodeType="withEffect">
                                  <p:stCondLst>
                                    <p:cond delay="0"/>
                                  </p:stCondLst>
                                  <p:childTnLst>
                                    <p:animEffect transition="out" filter="fade">
                                      <p:cBhvr>
                                        <p:cTn id="18" dur="500"/>
                                        <p:tgtEl>
                                          <p:spTgt spid="51"/>
                                        </p:tgtEl>
                                      </p:cBhvr>
                                    </p:animEffect>
                                    <p:set>
                                      <p:cBhvr>
                                        <p:cTn id="19" dur="1" fill="hold">
                                          <p:stCondLst>
                                            <p:cond delay="499"/>
                                          </p:stCondLst>
                                        </p:cTn>
                                        <p:tgtEl>
                                          <p:spTgt spid="51"/>
                                        </p:tgtEl>
                                        <p:attrNameLst>
                                          <p:attrName>style.visibility</p:attrName>
                                        </p:attrNameLst>
                                      </p:cBhvr>
                                      <p:to>
                                        <p:strVal val="hidden"/>
                                      </p:to>
                                    </p:set>
                                  </p:childTnLst>
                                </p:cTn>
                              </p:par>
                              <p:par>
                                <p:cTn id="20" presetID="10" presetClass="exit" presetSubtype="0" fill="hold" nodeType="withEffect">
                                  <p:stCondLst>
                                    <p:cond delay="0"/>
                                  </p:stCondLst>
                                  <p:childTnLst>
                                    <p:animEffect transition="out" filter="fade">
                                      <p:cBhvr>
                                        <p:cTn id="21" dur="500"/>
                                        <p:tgtEl>
                                          <p:spTgt spid="57"/>
                                        </p:tgtEl>
                                      </p:cBhvr>
                                    </p:animEffect>
                                    <p:set>
                                      <p:cBhvr>
                                        <p:cTn id="22" dur="1" fill="hold">
                                          <p:stCondLst>
                                            <p:cond delay="499"/>
                                          </p:stCondLst>
                                        </p:cTn>
                                        <p:tgtEl>
                                          <p:spTgt spid="57"/>
                                        </p:tgtEl>
                                        <p:attrNameLst>
                                          <p:attrName>style.visibility</p:attrName>
                                        </p:attrNameLst>
                                      </p:cBhvr>
                                      <p:to>
                                        <p:strVal val="hidden"/>
                                      </p:to>
                                    </p:set>
                                  </p:childTnLst>
                                </p:cTn>
                              </p:par>
                              <p:par>
                                <p:cTn id="23" presetID="10" presetClass="exit" presetSubtype="0" fill="hold" nodeType="withEffect">
                                  <p:stCondLst>
                                    <p:cond delay="0"/>
                                  </p:stCondLst>
                                  <p:childTnLst>
                                    <p:animEffect transition="out" filter="fade">
                                      <p:cBhvr>
                                        <p:cTn id="24" dur="500"/>
                                        <p:tgtEl>
                                          <p:spTgt spid="64"/>
                                        </p:tgtEl>
                                      </p:cBhvr>
                                    </p:animEffect>
                                    <p:set>
                                      <p:cBhvr>
                                        <p:cTn id="25" dur="1" fill="hold">
                                          <p:stCondLst>
                                            <p:cond delay="499"/>
                                          </p:stCondLst>
                                        </p:cTn>
                                        <p:tgtEl>
                                          <p:spTgt spid="64"/>
                                        </p:tgtEl>
                                        <p:attrNameLst>
                                          <p:attrName>style.visibility</p:attrName>
                                        </p:attrNameLst>
                                      </p:cBhvr>
                                      <p:to>
                                        <p:strVal val="hidden"/>
                                      </p:to>
                                    </p:set>
                                  </p:childTnLst>
                                </p:cTn>
                              </p:par>
                              <p:par>
                                <p:cTn id="26" presetID="10" presetClass="exit" presetSubtype="0" fill="hold" nodeType="withEffect">
                                  <p:stCondLst>
                                    <p:cond delay="0"/>
                                  </p:stCondLst>
                                  <p:childTnLst>
                                    <p:animEffect transition="out" filter="fade">
                                      <p:cBhvr>
                                        <p:cTn id="27" dur="500"/>
                                        <p:tgtEl>
                                          <p:spTgt spid="72"/>
                                        </p:tgtEl>
                                      </p:cBhvr>
                                    </p:animEffect>
                                    <p:set>
                                      <p:cBhvr>
                                        <p:cTn id="28" dur="1" fill="hold">
                                          <p:stCondLst>
                                            <p:cond delay="499"/>
                                          </p:stCondLst>
                                        </p:cTn>
                                        <p:tgtEl>
                                          <p:spTgt spid="72"/>
                                        </p:tgtEl>
                                        <p:attrNameLst>
                                          <p:attrName>style.visibility</p:attrName>
                                        </p:attrNameLst>
                                      </p:cBhvr>
                                      <p:to>
                                        <p:strVal val="hidden"/>
                                      </p:to>
                                    </p:set>
                                  </p:childTnLst>
                                </p:cTn>
                              </p:par>
                              <p:par>
                                <p:cTn id="29" presetID="10" presetClass="exit" presetSubtype="0" fill="hold" nodeType="withEffect">
                                  <p:stCondLst>
                                    <p:cond delay="0"/>
                                  </p:stCondLst>
                                  <p:childTnLst>
                                    <p:animEffect transition="out" filter="fade">
                                      <p:cBhvr>
                                        <p:cTn id="30" dur="500"/>
                                        <p:tgtEl>
                                          <p:spTgt spid="78"/>
                                        </p:tgtEl>
                                      </p:cBhvr>
                                    </p:animEffect>
                                    <p:set>
                                      <p:cBhvr>
                                        <p:cTn id="31" dur="1" fill="hold">
                                          <p:stCondLst>
                                            <p:cond delay="499"/>
                                          </p:stCondLst>
                                        </p:cTn>
                                        <p:tgtEl>
                                          <p:spTgt spid="78"/>
                                        </p:tgtEl>
                                        <p:attrNameLst>
                                          <p:attrName>style.visibility</p:attrName>
                                        </p:attrNameLst>
                                      </p:cBhvr>
                                      <p:to>
                                        <p:strVal val="hidden"/>
                                      </p:to>
                                    </p:set>
                                  </p:childTnLst>
                                </p:cTn>
                              </p:par>
                              <p:par>
                                <p:cTn id="32" presetID="10" presetClass="exit" presetSubtype="0" fill="hold" nodeType="withEffect">
                                  <p:stCondLst>
                                    <p:cond delay="0"/>
                                  </p:stCondLst>
                                  <p:childTnLst>
                                    <p:animEffect transition="out" filter="fade">
                                      <p:cBhvr>
                                        <p:cTn id="33" dur="500"/>
                                        <p:tgtEl>
                                          <p:spTgt spid="81"/>
                                        </p:tgtEl>
                                      </p:cBhvr>
                                    </p:animEffect>
                                    <p:set>
                                      <p:cBhvr>
                                        <p:cTn id="34" dur="1" fill="hold">
                                          <p:stCondLst>
                                            <p:cond delay="499"/>
                                          </p:stCondLst>
                                        </p:cTn>
                                        <p:tgtEl>
                                          <p:spTgt spid="81"/>
                                        </p:tgtEl>
                                        <p:attrNameLst>
                                          <p:attrName>style.visibility</p:attrName>
                                        </p:attrNameLst>
                                      </p:cBhvr>
                                      <p:to>
                                        <p:strVal val="hidden"/>
                                      </p:to>
                                    </p:set>
                                  </p:childTnLst>
                                </p:cTn>
                              </p:par>
                              <p:par>
                                <p:cTn id="35" presetID="10" presetClass="exit" presetSubtype="0" fill="hold" nodeType="withEffect">
                                  <p:stCondLst>
                                    <p:cond delay="0"/>
                                  </p:stCondLst>
                                  <p:childTnLst>
                                    <p:animEffect transition="out" filter="fade">
                                      <p:cBhvr>
                                        <p:cTn id="36" dur="500"/>
                                        <p:tgtEl>
                                          <p:spTgt spid="84"/>
                                        </p:tgtEl>
                                      </p:cBhvr>
                                    </p:animEffect>
                                    <p:set>
                                      <p:cBhvr>
                                        <p:cTn id="37" dur="1" fill="hold">
                                          <p:stCondLst>
                                            <p:cond delay="499"/>
                                          </p:stCondLst>
                                        </p:cTn>
                                        <p:tgtEl>
                                          <p:spTgt spid="84"/>
                                        </p:tgtEl>
                                        <p:attrNameLst>
                                          <p:attrName>style.visibility</p:attrName>
                                        </p:attrNameLst>
                                      </p:cBhvr>
                                      <p:to>
                                        <p:strVal val="hidden"/>
                                      </p:to>
                                    </p:set>
                                  </p:childTnLst>
                                </p:cTn>
                              </p:par>
                              <p:par>
                                <p:cTn id="38" presetID="10" presetClass="exit" presetSubtype="0" fill="hold" nodeType="withEffect">
                                  <p:stCondLst>
                                    <p:cond delay="0"/>
                                  </p:stCondLst>
                                  <p:childTnLst>
                                    <p:animEffect transition="out" filter="fade">
                                      <p:cBhvr>
                                        <p:cTn id="39" dur="500"/>
                                        <p:tgtEl>
                                          <p:spTgt spid="87"/>
                                        </p:tgtEl>
                                      </p:cBhvr>
                                    </p:animEffect>
                                    <p:set>
                                      <p:cBhvr>
                                        <p:cTn id="40" dur="1" fill="hold">
                                          <p:stCondLst>
                                            <p:cond delay="499"/>
                                          </p:stCondLst>
                                        </p:cTn>
                                        <p:tgtEl>
                                          <p:spTgt spid="87"/>
                                        </p:tgtEl>
                                        <p:attrNameLst>
                                          <p:attrName>style.visibility</p:attrName>
                                        </p:attrNameLst>
                                      </p:cBhvr>
                                      <p:to>
                                        <p:strVal val="hidden"/>
                                      </p:to>
                                    </p:set>
                                  </p:childTnLst>
                                </p:cTn>
                              </p:par>
                              <p:par>
                                <p:cTn id="41" presetID="10" presetClass="exit" presetSubtype="0" fill="hold" nodeType="withEffect">
                                  <p:stCondLst>
                                    <p:cond delay="0"/>
                                  </p:stCondLst>
                                  <p:childTnLst>
                                    <p:animEffect transition="out" filter="fade">
                                      <p:cBhvr>
                                        <p:cTn id="42" dur="500"/>
                                        <p:tgtEl>
                                          <p:spTgt spid="6"/>
                                        </p:tgtEl>
                                      </p:cBhvr>
                                    </p:animEffect>
                                    <p:set>
                                      <p:cBhvr>
                                        <p:cTn id="43" dur="1" fill="hold">
                                          <p:stCondLst>
                                            <p:cond delay="499"/>
                                          </p:stCondLst>
                                        </p:cTn>
                                        <p:tgtEl>
                                          <p:spTgt spid="6"/>
                                        </p:tgtEl>
                                        <p:attrNameLst>
                                          <p:attrName>style.visibility</p:attrName>
                                        </p:attrNameLst>
                                      </p:cBhvr>
                                      <p:to>
                                        <p:strVal val="hidden"/>
                                      </p:to>
                                    </p:set>
                                  </p:childTnLst>
                                </p:cTn>
                              </p:par>
                              <p:par>
                                <p:cTn id="44" presetID="10" presetClass="exit" presetSubtype="0" fill="hold" nodeType="withEffect">
                                  <p:stCondLst>
                                    <p:cond delay="0"/>
                                  </p:stCondLst>
                                  <p:childTnLst>
                                    <p:animEffect transition="out" filter="fade">
                                      <p:cBhvr>
                                        <p:cTn id="45" dur="500"/>
                                        <p:tgtEl>
                                          <p:spTgt spid="93"/>
                                        </p:tgtEl>
                                      </p:cBhvr>
                                    </p:animEffect>
                                    <p:set>
                                      <p:cBhvr>
                                        <p:cTn id="46" dur="1" fill="hold">
                                          <p:stCondLst>
                                            <p:cond delay="499"/>
                                          </p:stCondLst>
                                        </p:cTn>
                                        <p:tgtEl>
                                          <p:spTgt spid="93"/>
                                        </p:tgtEl>
                                        <p:attrNameLst>
                                          <p:attrName>style.visibility</p:attrName>
                                        </p:attrNameLst>
                                      </p:cBhvr>
                                      <p:to>
                                        <p:strVal val="hidden"/>
                                      </p:to>
                                    </p:set>
                                  </p:childTnLst>
                                </p:cTn>
                              </p:par>
                              <p:par>
                                <p:cTn id="47" presetID="10" presetClass="exit" presetSubtype="0" fill="hold" nodeType="withEffect">
                                  <p:stCondLst>
                                    <p:cond delay="0"/>
                                  </p:stCondLst>
                                  <p:childTnLst>
                                    <p:animEffect transition="out" filter="fade">
                                      <p:cBhvr>
                                        <p:cTn id="48" dur="500"/>
                                        <p:tgtEl>
                                          <p:spTgt spid="96"/>
                                        </p:tgtEl>
                                      </p:cBhvr>
                                    </p:animEffect>
                                    <p:set>
                                      <p:cBhvr>
                                        <p:cTn id="49" dur="1" fill="hold">
                                          <p:stCondLst>
                                            <p:cond delay="499"/>
                                          </p:stCondLst>
                                        </p:cTn>
                                        <p:tgtEl>
                                          <p:spTgt spid="96"/>
                                        </p:tgtEl>
                                        <p:attrNameLst>
                                          <p:attrName>style.visibility</p:attrName>
                                        </p:attrNameLst>
                                      </p:cBhvr>
                                      <p:to>
                                        <p:strVal val="hidden"/>
                                      </p:to>
                                    </p:set>
                                  </p:childTnLst>
                                </p:cTn>
                              </p:par>
                              <p:par>
                                <p:cTn id="50" presetID="10" presetClass="exit" presetSubtype="0" fill="hold" nodeType="withEffect">
                                  <p:stCondLst>
                                    <p:cond delay="0"/>
                                  </p:stCondLst>
                                  <p:childTnLst>
                                    <p:animEffect transition="out" filter="fade">
                                      <p:cBhvr>
                                        <p:cTn id="51" dur="500"/>
                                        <p:tgtEl>
                                          <p:spTgt spid="100"/>
                                        </p:tgtEl>
                                      </p:cBhvr>
                                    </p:animEffect>
                                    <p:set>
                                      <p:cBhvr>
                                        <p:cTn id="52" dur="1" fill="hold">
                                          <p:stCondLst>
                                            <p:cond delay="499"/>
                                          </p:stCondLst>
                                        </p:cTn>
                                        <p:tgtEl>
                                          <p:spTgt spid="100"/>
                                        </p:tgtEl>
                                        <p:attrNameLst>
                                          <p:attrName>style.visibility</p:attrName>
                                        </p:attrNameLst>
                                      </p:cBhvr>
                                      <p:to>
                                        <p:strVal val="hidden"/>
                                      </p:to>
                                    </p:set>
                                  </p:childTnLst>
                                </p:cTn>
                              </p:par>
                              <p:par>
                                <p:cTn id="53" presetID="10" presetClass="exit" presetSubtype="0" fill="hold" nodeType="withEffect">
                                  <p:stCondLst>
                                    <p:cond delay="0"/>
                                  </p:stCondLst>
                                  <p:childTnLst>
                                    <p:animEffect transition="out" filter="fade">
                                      <p:cBhvr>
                                        <p:cTn id="54" dur="500"/>
                                        <p:tgtEl>
                                          <p:spTgt spid="105"/>
                                        </p:tgtEl>
                                      </p:cBhvr>
                                    </p:animEffect>
                                    <p:set>
                                      <p:cBhvr>
                                        <p:cTn id="55" dur="1" fill="hold">
                                          <p:stCondLst>
                                            <p:cond delay="499"/>
                                          </p:stCondLst>
                                        </p:cTn>
                                        <p:tgtEl>
                                          <p:spTgt spid="105"/>
                                        </p:tgtEl>
                                        <p:attrNameLst>
                                          <p:attrName>style.visibility</p:attrName>
                                        </p:attrNameLst>
                                      </p:cBhvr>
                                      <p:to>
                                        <p:strVal val="hidden"/>
                                      </p:to>
                                    </p:set>
                                  </p:childTnLst>
                                </p:cTn>
                              </p:par>
                              <p:par>
                                <p:cTn id="56" presetID="10" presetClass="exit" presetSubtype="0" fill="hold" nodeType="withEffect">
                                  <p:stCondLst>
                                    <p:cond delay="0"/>
                                  </p:stCondLst>
                                  <p:childTnLst>
                                    <p:animEffect transition="out" filter="fade">
                                      <p:cBhvr>
                                        <p:cTn id="57" dur="500"/>
                                        <p:tgtEl>
                                          <p:spTgt spid="111"/>
                                        </p:tgtEl>
                                      </p:cBhvr>
                                    </p:animEffect>
                                    <p:set>
                                      <p:cBhvr>
                                        <p:cTn id="58" dur="1" fill="hold">
                                          <p:stCondLst>
                                            <p:cond delay="499"/>
                                          </p:stCondLst>
                                        </p:cTn>
                                        <p:tgtEl>
                                          <p:spTgt spid="111"/>
                                        </p:tgtEl>
                                        <p:attrNameLst>
                                          <p:attrName>style.visibility</p:attrName>
                                        </p:attrNameLst>
                                      </p:cBhvr>
                                      <p:to>
                                        <p:strVal val="hidden"/>
                                      </p:to>
                                    </p:set>
                                  </p:childTnLst>
                                </p:cTn>
                              </p:par>
                              <p:par>
                                <p:cTn id="59" presetID="10" presetClass="exit" presetSubtype="0" fill="hold" nodeType="withEffect">
                                  <p:stCondLst>
                                    <p:cond delay="0"/>
                                  </p:stCondLst>
                                  <p:childTnLst>
                                    <p:animEffect transition="out" filter="fade">
                                      <p:cBhvr>
                                        <p:cTn id="60" dur="500"/>
                                        <p:tgtEl>
                                          <p:spTgt spid="141"/>
                                        </p:tgtEl>
                                      </p:cBhvr>
                                    </p:animEffect>
                                    <p:set>
                                      <p:cBhvr>
                                        <p:cTn id="61" dur="1" fill="hold">
                                          <p:stCondLst>
                                            <p:cond delay="499"/>
                                          </p:stCondLst>
                                        </p:cTn>
                                        <p:tgtEl>
                                          <p:spTgt spid="141"/>
                                        </p:tgtEl>
                                        <p:attrNameLst>
                                          <p:attrName>style.visibility</p:attrName>
                                        </p:attrNameLst>
                                      </p:cBhvr>
                                      <p:to>
                                        <p:strVal val="hidden"/>
                                      </p:to>
                                    </p:set>
                                  </p:childTnLst>
                                </p:cTn>
                              </p:par>
                              <p:par>
                                <p:cTn id="62" presetID="10" presetClass="exit" presetSubtype="0" fill="hold" nodeType="withEffect">
                                  <p:stCondLst>
                                    <p:cond delay="0"/>
                                  </p:stCondLst>
                                  <p:childTnLst>
                                    <p:animEffect transition="out" filter="fade">
                                      <p:cBhvr>
                                        <p:cTn id="63" dur="500"/>
                                        <p:tgtEl>
                                          <p:spTgt spid="145"/>
                                        </p:tgtEl>
                                      </p:cBhvr>
                                    </p:animEffect>
                                    <p:set>
                                      <p:cBhvr>
                                        <p:cTn id="64" dur="1" fill="hold">
                                          <p:stCondLst>
                                            <p:cond delay="499"/>
                                          </p:stCondLst>
                                        </p:cTn>
                                        <p:tgtEl>
                                          <p:spTgt spid="145"/>
                                        </p:tgtEl>
                                        <p:attrNameLst>
                                          <p:attrName>style.visibility</p:attrName>
                                        </p:attrNameLst>
                                      </p:cBhvr>
                                      <p:to>
                                        <p:strVal val="hidden"/>
                                      </p:to>
                                    </p:set>
                                  </p:childTnLst>
                                </p:cTn>
                              </p:par>
                              <p:par>
                                <p:cTn id="65" presetID="10" presetClass="exit" presetSubtype="0" fill="hold" nodeType="withEffect">
                                  <p:stCondLst>
                                    <p:cond delay="0"/>
                                  </p:stCondLst>
                                  <p:childTnLst>
                                    <p:animEffect transition="out" filter="fade">
                                      <p:cBhvr>
                                        <p:cTn id="66" dur="500"/>
                                        <p:tgtEl>
                                          <p:spTgt spid="149"/>
                                        </p:tgtEl>
                                      </p:cBhvr>
                                    </p:animEffect>
                                    <p:set>
                                      <p:cBhvr>
                                        <p:cTn id="67" dur="1" fill="hold">
                                          <p:stCondLst>
                                            <p:cond delay="499"/>
                                          </p:stCondLst>
                                        </p:cTn>
                                        <p:tgtEl>
                                          <p:spTgt spid="149"/>
                                        </p:tgtEl>
                                        <p:attrNameLst>
                                          <p:attrName>style.visibility</p:attrName>
                                        </p:attrNameLst>
                                      </p:cBhvr>
                                      <p:to>
                                        <p:strVal val="hidden"/>
                                      </p:to>
                                    </p:set>
                                  </p:childTnLst>
                                </p:cTn>
                              </p:par>
                              <p:par>
                                <p:cTn id="68" presetID="10" presetClass="exit" presetSubtype="0" fill="hold" nodeType="withEffect">
                                  <p:stCondLst>
                                    <p:cond delay="0"/>
                                  </p:stCondLst>
                                  <p:childTnLst>
                                    <p:animEffect transition="out" filter="fade">
                                      <p:cBhvr>
                                        <p:cTn id="69" dur="500"/>
                                        <p:tgtEl>
                                          <p:spTgt spid="153"/>
                                        </p:tgtEl>
                                      </p:cBhvr>
                                    </p:animEffect>
                                    <p:set>
                                      <p:cBhvr>
                                        <p:cTn id="70" dur="1" fill="hold">
                                          <p:stCondLst>
                                            <p:cond delay="499"/>
                                          </p:stCondLst>
                                        </p:cTn>
                                        <p:tgtEl>
                                          <p:spTgt spid="153"/>
                                        </p:tgtEl>
                                        <p:attrNameLst>
                                          <p:attrName>style.visibility</p:attrName>
                                        </p:attrNameLst>
                                      </p:cBhvr>
                                      <p:to>
                                        <p:strVal val="hidden"/>
                                      </p:to>
                                    </p:set>
                                  </p:childTnLst>
                                </p:cTn>
                              </p:par>
                              <p:par>
                                <p:cTn id="71" presetID="10" presetClass="exit" presetSubtype="0" fill="hold" nodeType="withEffect">
                                  <p:stCondLst>
                                    <p:cond delay="0"/>
                                  </p:stCondLst>
                                  <p:childTnLst>
                                    <p:animEffect transition="out" filter="fade">
                                      <p:cBhvr>
                                        <p:cTn id="72" dur="500"/>
                                        <p:tgtEl>
                                          <p:spTgt spid="166"/>
                                        </p:tgtEl>
                                      </p:cBhvr>
                                    </p:animEffect>
                                    <p:set>
                                      <p:cBhvr>
                                        <p:cTn id="73" dur="1" fill="hold">
                                          <p:stCondLst>
                                            <p:cond delay="499"/>
                                          </p:stCondLst>
                                        </p:cTn>
                                        <p:tgtEl>
                                          <p:spTgt spid="166"/>
                                        </p:tgtEl>
                                        <p:attrNameLst>
                                          <p:attrName>style.visibility</p:attrName>
                                        </p:attrNameLst>
                                      </p:cBhvr>
                                      <p:to>
                                        <p:strVal val="hidden"/>
                                      </p:to>
                                    </p:set>
                                  </p:childTnLst>
                                </p:cTn>
                              </p:par>
                              <p:par>
                                <p:cTn id="74" presetID="10" presetClass="exit" presetSubtype="0" fill="hold" nodeType="withEffect">
                                  <p:stCondLst>
                                    <p:cond delay="0"/>
                                  </p:stCondLst>
                                  <p:childTnLst>
                                    <p:animEffect transition="out" filter="fade">
                                      <p:cBhvr>
                                        <p:cTn id="75" dur="500"/>
                                        <p:tgtEl>
                                          <p:spTgt spid="169"/>
                                        </p:tgtEl>
                                      </p:cBhvr>
                                    </p:animEffect>
                                    <p:set>
                                      <p:cBhvr>
                                        <p:cTn id="76" dur="1" fill="hold">
                                          <p:stCondLst>
                                            <p:cond delay="499"/>
                                          </p:stCondLst>
                                        </p:cTn>
                                        <p:tgtEl>
                                          <p:spTgt spid="169"/>
                                        </p:tgtEl>
                                        <p:attrNameLst>
                                          <p:attrName>style.visibility</p:attrName>
                                        </p:attrNameLst>
                                      </p:cBhvr>
                                      <p:to>
                                        <p:strVal val="hidden"/>
                                      </p:to>
                                    </p:set>
                                  </p:childTnLst>
                                </p:cTn>
                              </p:par>
                              <p:par>
                                <p:cTn id="77" presetID="10" presetClass="exit" presetSubtype="0" fill="hold" nodeType="withEffect">
                                  <p:stCondLst>
                                    <p:cond delay="0"/>
                                  </p:stCondLst>
                                  <p:childTnLst>
                                    <p:animEffect transition="out" filter="fade">
                                      <p:cBhvr>
                                        <p:cTn id="78" dur="500"/>
                                        <p:tgtEl>
                                          <p:spTgt spid="173"/>
                                        </p:tgtEl>
                                      </p:cBhvr>
                                    </p:animEffect>
                                    <p:set>
                                      <p:cBhvr>
                                        <p:cTn id="79" dur="1" fill="hold">
                                          <p:stCondLst>
                                            <p:cond delay="499"/>
                                          </p:stCondLst>
                                        </p:cTn>
                                        <p:tgtEl>
                                          <p:spTgt spid="173"/>
                                        </p:tgtEl>
                                        <p:attrNameLst>
                                          <p:attrName>style.visibility</p:attrName>
                                        </p:attrNameLst>
                                      </p:cBhvr>
                                      <p:to>
                                        <p:strVal val="hidden"/>
                                      </p:to>
                                    </p:set>
                                  </p:childTnLst>
                                </p:cTn>
                              </p:par>
                              <p:par>
                                <p:cTn id="80" presetID="10" presetClass="exit" presetSubtype="0" fill="hold" nodeType="withEffect">
                                  <p:stCondLst>
                                    <p:cond delay="0"/>
                                  </p:stCondLst>
                                  <p:childTnLst>
                                    <p:animEffect transition="out" filter="fade">
                                      <p:cBhvr>
                                        <p:cTn id="81" dur="500"/>
                                        <p:tgtEl>
                                          <p:spTgt spid="178"/>
                                        </p:tgtEl>
                                      </p:cBhvr>
                                    </p:animEffect>
                                    <p:set>
                                      <p:cBhvr>
                                        <p:cTn id="82" dur="1" fill="hold">
                                          <p:stCondLst>
                                            <p:cond delay="499"/>
                                          </p:stCondLst>
                                        </p:cTn>
                                        <p:tgtEl>
                                          <p:spTgt spid="178"/>
                                        </p:tgtEl>
                                        <p:attrNameLst>
                                          <p:attrName>style.visibility</p:attrName>
                                        </p:attrNameLst>
                                      </p:cBhvr>
                                      <p:to>
                                        <p:strVal val="hidden"/>
                                      </p:to>
                                    </p:set>
                                  </p:childTnLst>
                                </p:cTn>
                              </p:par>
                              <p:par>
                                <p:cTn id="83" presetID="10" presetClass="exit" presetSubtype="0" fill="hold" nodeType="withEffect">
                                  <p:stCondLst>
                                    <p:cond delay="0"/>
                                  </p:stCondLst>
                                  <p:childTnLst>
                                    <p:animEffect transition="out" filter="fade">
                                      <p:cBhvr>
                                        <p:cTn id="84" dur="500"/>
                                        <p:tgtEl>
                                          <p:spTgt spid="224"/>
                                        </p:tgtEl>
                                      </p:cBhvr>
                                    </p:animEffect>
                                    <p:set>
                                      <p:cBhvr>
                                        <p:cTn id="85" dur="1" fill="hold">
                                          <p:stCondLst>
                                            <p:cond delay="499"/>
                                          </p:stCondLst>
                                        </p:cTn>
                                        <p:tgtEl>
                                          <p:spTgt spid="224"/>
                                        </p:tgtEl>
                                        <p:attrNameLst>
                                          <p:attrName>style.visibility</p:attrName>
                                        </p:attrNameLst>
                                      </p:cBhvr>
                                      <p:to>
                                        <p:strVal val="hidden"/>
                                      </p:to>
                                    </p:set>
                                  </p:childTnLst>
                                </p:cTn>
                              </p:par>
                              <p:par>
                                <p:cTn id="86" presetID="10" presetClass="exit" presetSubtype="0" fill="hold" nodeType="withEffect">
                                  <p:stCondLst>
                                    <p:cond delay="0"/>
                                  </p:stCondLst>
                                  <p:childTnLst>
                                    <p:animEffect transition="out" filter="fade">
                                      <p:cBhvr>
                                        <p:cTn id="87" dur="500"/>
                                        <p:tgtEl>
                                          <p:spTgt spid="229"/>
                                        </p:tgtEl>
                                      </p:cBhvr>
                                    </p:animEffect>
                                    <p:set>
                                      <p:cBhvr>
                                        <p:cTn id="88" dur="1" fill="hold">
                                          <p:stCondLst>
                                            <p:cond delay="499"/>
                                          </p:stCondLst>
                                        </p:cTn>
                                        <p:tgtEl>
                                          <p:spTgt spid="229"/>
                                        </p:tgtEl>
                                        <p:attrNameLst>
                                          <p:attrName>style.visibility</p:attrName>
                                        </p:attrNameLst>
                                      </p:cBhvr>
                                      <p:to>
                                        <p:strVal val="hidden"/>
                                      </p:to>
                                    </p:set>
                                  </p:childTnLst>
                                </p:cTn>
                              </p:par>
                              <p:par>
                                <p:cTn id="89" presetID="10" presetClass="exit" presetSubtype="0" fill="hold" nodeType="withEffect">
                                  <p:stCondLst>
                                    <p:cond delay="0"/>
                                  </p:stCondLst>
                                  <p:childTnLst>
                                    <p:animEffect transition="out" filter="fade">
                                      <p:cBhvr>
                                        <p:cTn id="90" dur="500"/>
                                        <p:tgtEl>
                                          <p:spTgt spid="234"/>
                                        </p:tgtEl>
                                      </p:cBhvr>
                                    </p:animEffect>
                                    <p:set>
                                      <p:cBhvr>
                                        <p:cTn id="91" dur="1" fill="hold">
                                          <p:stCondLst>
                                            <p:cond delay="499"/>
                                          </p:stCondLst>
                                        </p:cTn>
                                        <p:tgtEl>
                                          <p:spTgt spid="234"/>
                                        </p:tgtEl>
                                        <p:attrNameLst>
                                          <p:attrName>style.visibility</p:attrName>
                                        </p:attrNameLst>
                                      </p:cBhvr>
                                      <p:to>
                                        <p:strVal val="hidden"/>
                                      </p:to>
                                    </p:set>
                                  </p:childTnLst>
                                </p:cTn>
                              </p:par>
                              <p:par>
                                <p:cTn id="92" presetID="10" presetClass="exit" presetSubtype="0" fill="hold" nodeType="withEffect">
                                  <p:stCondLst>
                                    <p:cond delay="0"/>
                                  </p:stCondLst>
                                  <p:childTnLst>
                                    <p:animEffect transition="out" filter="fade">
                                      <p:cBhvr>
                                        <p:cTn id="93" dur="500"/>
                                        <p:tgtEl>
                                          <p:spTgt spid="239"/>
                                        </p:tgtEl>
                                      </p:cBhvr>
                                    </p:animEffect>
                                    <p:set>
                                      <p:cBhvr>
                                        <p:cTn id="94" dur="1" fill="hold">
                                          <p:stCondLst>
                                            <p:cond delay="499"/>
                                          </p:stCondLst>
                                        </p:cTn>
                                        <p:tgtEl>
                                          <p:spTgt spid="239"/>
                                        </p:tgtEl>
                                        <p:attrNameLst>
                                          <p:attrName>style.visibility</p:attrName>
                                        </p:attrNameLst>
                                      </p:cBhvr>
                                      <p:to>
                                        <p:strVal val="hidden"/>
                                      </p:to>
                                    </p:set>
                                  </p:childTnLst>
                                </p:cTn>
                              </p:par>
                              <p:par>
                                <p:cTn id="95" presetID="10" presetClass="exit" presetSubtype="0" fill="hold" nodeType="withEffect">
                                  <p:stCondLst>
                                    <p:cond delay="0"/>
                                  </p:stCondLst>
                                  <p:childTnLst>
                                    <p:animEffect transition="out" filter="fade">
                                      <p:cBhvr>
                                        <p:cTn id="96" dur="500"/>
                                        <p:tgtEl>
                                          <p:spTgt spid="33"/>
                                        </p:tgtEl>
                                      </p:cBhvr>
                                    </p:animEffect>
                                    <p:set>
                                      <p:cBhvr>
                                        <p:cTn id="97" dur="1" fill="hold">
                                          <p:stCondLst>
                                            <p:cond delay="499"/>
                                          </p:stCondLst>
                                        </p:cTn>
                                        <p:tgtEl>
                                          <p:spTgt spid="33"/>
                                        </p:tgtEl>
                                        <p:attrNameLst>
                                          <p:attrName>style.visibility</p:attrName>
                                        </p:attrNameLst>
                                      </p:cBhvr>
                                      <p:to>
                                        <p:strVal val="hidden"/>
                                      </p:to>
                                    </p:set>
                                  </p:childTnLst>
                                </p:cTn>
                              </p:par>
                              <p:par>
                                <p:cTn id="98" presetID="10" presetClass="exit" presetSubtype="0" fill="hold" grpId="0" nodeType="withEffect">
                                  <p:stCondLst>
                                    <p:cond delay="0"/>
                                  </p:stCondLst>
                                  <p:childTnLst>
                                    <p:animEffect transition="out" filter="fade">
                                      <p:cBhvr>
                                        <p:cTn id="99" dur="500"/>
                                        <p:tgtEl>
                                          <p:spTgt spid="161"/>
                                        </p:tgtEl>
                                      </p:cBhvr>
                                    </p:animEffect>
                                    <p:set>
                                      <p:cBhvr>
                                        <p:cTn id="100" dur="1" fill="hold">
                                          <p:stCondLst>
                                            <p:cond delay="499"/>
                                          </p:stCondLst>
                                        </p:cTn>
                                        <p:tgtEl>
                                          <p:spTgt spid="161"/>
                                        </p:tgtEl>
                                        <p:attrNameLst>
                                          <p:attrName>style.visibility</p:attrName>
                                        </p:attrNameLst>
                                      </p:cBhvr>
                                      <p:to>
                                        <p:strVal val="hidden"/>
                                      </p:to>
                                    </p:set>
                                  </p:childTnLst>
                                </p:cTn>
                              </p:par>
                              <p:par>
                                <p:cTn id="101" presetID="10" presetClass="exit" presetSubtype="0" fill="hold" nodeType="withEffect">
                                  <p:stCondLst>
                                    <p:cond delay="0"/>
                                  </p:stCondLst>
                                  <p:childTnLst>
                                    <p:animEffect transition="out" filter="fade">
                                      <p:cBhvr>
                                        <p:cTn id="102" dur="500"/>
                                        <p:tgtEl>
                                          <p:spTgt spid="191"/>
                                        </p:tgtEl>
                                      </p:cBhvr>
                                    </p:animEffect>
                                    <p:set>
                                      <p:cBhvr>
                                        <p:cTn id="103" dur="1" fill="hold">
                                          <p:stCondLst>
                                            <p:cond delay="499"/>
                                          </p:stCondLst>
                                        </p:cTn>
                                        <p:tgtEl>
                                          <p:spTgt spid="191"/>
                                        </p:tgtEl>
                                        <p:attrNameLst>
                                          <p:attrName>style.visibility</p:attrName>
                                        </p:attrNameLst>
                                      </p:cBhvr>
                                      <p:to>
                                        <p:strVal val="hidden"/>
                                      </p:to>
                                    </p:set>
                                  </p:childTnLst>
                                </p:cTn>
                              </p:par>
                              <p:par>
                                <p:cTn id="104" presetID="10" presetClass="exit" presetSubtype="0" fill="hold" nodeType="withEffect">
                                  <p:stCondLst>
                                    <p:cond delay="0"/>
                                  </p:stCondLst>
                                  <p:childTnLst>
                                    <p:animEffect transition="out" filter="fade">
                                      <p:cBhvr>
                                        <p:cTn id="105" dur="500"/>
                                        <p:tgtEl>
                                          <p:spTgt spid="34"/>
                                        </p:tgtEl>
                                      </p:cBhvr>
                                    </p:animEffect>
                                    <p:set>
                                      <p:cBhvr>
                                        <p:cTn id="106" dur="1" fill="hold">
                                          <p:stCondLst>
                                            <p:cond delay="499"/>
                                          </p:stCondLst>
                                        </p:cTn>
                                        <p:tgtEl>
                                          <p:spTgt spid="34"/>
                                        </p:tgtEl>
                                        <p:attrNameLst>
                                          <p:attrName>style.visibility</p:attrName>
                                        </p:attrNameLst>
                                      </p:cBhvr>
                                      <p:to>
                                        <p:strVal val="hidden"/>
                                      </p:to>
                                    </p:set>
                                  </p:childTnLst>
                                </p:cTn>
                              </p:par>
                              <p:par>
                                <p:cTn id="107" presetID="10" presetClass="exit" presetSubtype="0" fill="hold" nodeType="withEffect">
                                  <p:stCondLst>
                                    <p:cond delay="0"/>
                                  </p:stCondLst>
                                  <p:childTnLst>
                                    <p:animEffect transition="out" filter="fade">
                                      <p:cBhvr>
                                        <p:cTn id="108" dur="500"/>
                                        <p:tgtEl>
                                          <p:spTgt spid="250"/>
                                        </p:tgtEl>
                                      </p:cBhvr>
                                    </p:animEffect>
                                    <p:set>
                                      <p:cBhvr>
                                        <p:cTn id="109" dur="1" fill="hold">
                                          <p:stCondLst>
                                            <p:cond delay="499"/>
                                          </p:stCondLst>
                                        </p:cTn>
                                        <p:tgtEl>
                                          <p:spTgt spid="250"/>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53"/>
                                        </p:tgtEl>
                                      </p:cBhvr>
                                    </p:animEffect>
                                    <p:set>
                                      <p:cBhvr>
                                        <p:cTn id="112" dur="1" fill="hold">
                                          <p:stCondLst>
                                            <p:cond delay="499"/>
                                          </p:stCondLst>
                                        </p:cTn>
                                        <p:tgtEl>
                                          <p:spTgt spid="253"/>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57"/>
                                        </p:tgtEl>
                                      </p:cBhvr>
                                    </p:animEffect>
                                    <p:set>
                                      <p:cBhvr>
                                        <p:cTn id="115" dur="1" fill="hold">
                                          <p:stCondLst>
                                            <p:cond delay="499"/>
                                          </p:stCondLst>
                                        </p:cTn>
                                        <p:tgtEl>
                                          <p:spTgt spid="257"/>
                                        </p:tgtEl>
                                        <p:attrNameLst>
                                          <p:attrName>style.visibility</p:attrName>
                                        </p:attrNameLst>
                                      </p:cBhvr>
                                      <p:to>
                                        <p:strVal val="hidden"/>
                                      </p:to>
                                    </p:set>
                                  </p:childTnLst>
                                </p:cTn>
                              </p:par>
                              <p:par>
                                <p:cTn id="116" presetID="10" presetClass="exit" presetSubtype="0" fill="hold" nodeType="withEffect">
                                  <p:stCondLst>
                                    <p:cond delay="0"/>
                                  </p:stCondLst>
                                  <p:childTnLst>
                                    <p:animEffect transition="out" filter="fade">
                                      <p:cBhvr>
                                        <p:cTn id="117" dur="500"/>
                                        <p:tgtEl>
                                          <p:spTgt spid="308"/>
                                        </p:tgtEl>
                                      </p:cBhvr>
                                    </p:animEffect>
                                    <p:set>
                                      <p:cBhvr>
                                        <p:cTn id="118" dur="1" fill="hold">
                                          <p:stCondLst>
                                            <p:cond delay="499"/>
                                          </p:stCondLst>
                                        </p:cTn>
                                        <p:tgtEl>
                                          <p:spTgt spid="308"/>
                                        </p:tgtEl>
                                        <p:attrNameLst>
                                          <p:attrName>style.visibility</p:attrName>
                                        </p:attrNameLst>
                                      </p:cBhvr>
                                      <p:to>
                                        <p:strVal val="hidden"/>
                                      </p:to>
                                    </p:set>
                                  </p:childTnLst>
                                </p:cTn>
                              </p:par>
                              <p:par>
                                <p:cTn id="119" presetID="10" presetClass="exit" presetSubtype="0" fill="hold" nodeType="withEffect">
                                  <p:stCondLst>
                                    <p:cond delay="0"/>
                                  </p:stCondLst>
                                  <p:childTnLst>
                                    <p:animEffect transition="out" filter="fade">
                                      <p:cBhvr>
                                        <p:cTn id="120" dur="500"/>
                                        <p:tgtEl>
                                          <p:spTgt spid="314"/>
                                        </p:tgtEl>
                                      </p:cBhvr>
                                    </p:animEffect>
                                    <p:set>
                                      <p:cBhvr>
                                        <p:cTn id="121" dur="1" fill="hold">
                                          <p:stCondLst>
                                            <p:cond delay="499"/>
                                          </p:stCondLst>
                                        </p:cTn>
                                        <p:tgtEl>
                                          <p:spTgt spid="314"/>
                                        </p:tgtEl>
                                        <p:attrNameLst>
                                          <p:attrName>style.visibility</p:attrName>
                                        </p:attrNameLst>
                                      </p:cBhvr>
                                      <p:to>
                                        <p:strVal val="hidden"/>
                                      </p:to>
                                    </p:set>
                                  </p:childTnLst>
                                </p:cTn>
                              </p:par>
                              <p:par>
                                <p:cTn id="122" presetID="10" presetClass="exit" presetSubtype="0" fill="hold" grpId="0" nodeType="withEffect">
                                  <p:stCondLst>
                                    <p:cond delay="0"/>
                                  </p:stCondLst>
                                  <p:childTnLst>
                                    <p:animEffect transition="out" filter="fade">
                                      <p:cBhvr>
                                        <p:cTn id="123" dur="500"/>
                                        <p:tgtEl>
                                          <p:spTgt spid="249"/>
                                        </p:tgtEl>
                                      </p:cBhvr>
                                    </p:animEffect>
                                    <p:set>
                                      <p:cBhvr>
                                        <p:cTn id="124" dur="1" fill="hold">
                                          <p:stCondLst>
                                            <p:cond delay="499"/>
                                          </p:stCondLst>
                                        </p:cTn>
                                        <p:tgtEl>
                                          <p:spTgt spid="249"/>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68"/>
                                        </p:tgtEl>
                                      </p:cBhvr>
                                    </p:animEffect>
                                    <p:set>
                                      <p:cBhvr>
                                        <p:cTn id="127" dur="1" fill="hold">
                                          <p:stCondLst>
                                            <p:cond delay="499"/>
                                          </p:stCondLst>
                                        </p:cTn>
                                        <p:tgtEl>
                                          <p:spTgt spid="26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75"/>
                                        </p:tgtEl>
                                      </p:cBhvr>
                                    </p:animEffect>
                                    <p:set>
                                      <p:cBhvr>
                                        <p:cTn id="130" dur="1" fill="hold">
                                          <p:stCondLst>
                                            <p:cond delay="499"/>
                                          </p:stCondLst>
                                        </p:cTn>
                                        <p:tgtEl>
                                          <p:spTgt spid="275"/>
                                        </p:tgtEl>
                                        <p:attrNameLst>
                                          <p:attrName>style.visibility</p:attrName>
                                        </p:attrNameLst>
                                      </p:cBhvr>
                                      <p:to>
                                        <p:strVal val="hidden"/>
                                      </p:to>
                                    </p:set>
                                  </p:childTnLst>
                                </p:cTn>
                              </p:par>
                              <p:par>
                                <p:cTn id="131" presetID="10" presetClass="exit" presetSubtype="0" fill="hold" nodeType="withEffect">
                                  <p:stCondLst>
                                    <p:cond delay="0"/>
                                  </p:stCondLst>
                                  <p:childTnLst>
                                    <p:animEffect transition="out" filter="fade">
                                      <p:cBhvr>
                                        <p:cTn id="132" dur="500"/>
                                        <p:tgtEl>
                                          <p:spTgt spid="326"/>
                                        </p:tgtEl>
                                      </p:cBhvr>
                                    </p:animEffect>
                                    <p:set>
                                      <p:cBhvr>
                                        <p:cTn id="133" dur="1" fill="hold">
                                          <p:stCondLst>
                                            <p:cond delay="499"/>
                                          </p:stCondLst>
                                        </p:cTn>
                                        <p:tgtEl>
                                          <p:spTgt spid="326"/>
                                        </p:tgtEl>
                                        <p:attrNameLst>
                                          <p:attrName>style.visibility</p:attrName>
                                        </p:attrNameLst>
                                      </p:cBhvr>
                                      <p:to>
                                        <p:strVal val="hidden"/>
                                      </p:to>
                                    </p:set>
                                  </p:childTnLst>
                                </p:cTn>
                              </p:par>
                              <p:par>
                                <p:cTn id="134" presetID="10" presetClass="exit" presetSubtype="0" fill="hold" nodeType="withEffect">
                                  <p:stCondLst>
                                    <p:cond delay="0"/>
                                  </p:stCondLst>
                                  <p:childTnLst>
                                    <p:animEffect transition="out" filter="fade">
                                      <p:cBhvr>
                                        <p:cTn id="135" dur="500"/>
                                        <p:tgtEl>
                                          <p:spTgt spid="332"/>
                                        </p:tgtEl>
                                      </p:cBhvr>
                                    </p:animEffect>
                                    <p:set>
                                      <p:cBhvr>
                                        <p:cTn id="136" dur="1" fill="hold">
                                          <p:stCondLst>
                                            <p:cond delay="499"/>
                                          </p:stCondLst>
                                        </p:cTn>
                                        <p:tgtEl>
                                          <p:spTgt spid="332"/>
                                        </p:tgtEl>
                                        <p:attrNameLst>
                                          <p:attrName>style.visibility</p:attrName>
                                        </p:attrNameLst>
                                      </p:cBhvr>
                                      <p:to>
                                        <p:strVal val="hidden"/>
                                      </p:to>
                                    </p:set>
                                  </p:childTnLst>
                                </p:cTn>
                              </p:par>
                              <p:par>
                                <p:cTn id="137" presetID="10" presetClass="exit" presetSubtype="0" fill="hold" nodeType="withEffect">
                                  <p:stCondLst>
                                    <p:cond delay="0"/>
                                  </p:stCondLst>
                                  <p:childTnLst>
                                    <p:animEffect transition="out" filter="fade">
                                      <p:cBhvr>
                                        <p:cTn id="138" dur="500"/>
                                        <p:tgtEl>
                                          <p:spTgt spid="35"/>
                                        </p:tgtEl>
                                      </p:cBhvr>
                                    </p:animEffect>
                                    <p:set>
                                      <p:cBhvr>
                                        <p:cTn id="139" dur="1" fill="hold">
                                          <p:stCondLst>
                                            <p:cond delay="499"/>
                                          </p:stCondLst>
                                        </p:cTn>
                                        <p:tgtEl>
                                          <p:spTgt spid="35"/>
                                        </p:tgtEl>
                                        <p:attrNameLst>
                                          <p:attrName>style.visibility</p:attrName>
                                        </p:attrNameLst>
                                      </p:cBhvr>
                                      <p:to>
                                        <p:strVal val="hidden"/>
                                      </p:to>
                                    </p:set>
                                  </p:childTnLst>
                                </p:cTn>
                              </p:par>
                              <p:par>
                                <p:cTn id="140" presetID="10" presetClass="exit" presetSubtype="0" fill="hold" nodeType="withEffect">
                                  <p:stCondLst>
                                    <p:cond delay="0"/>
                                  </p:stCondLst>
                                  <p:childTnLst>
                                    <p:animEffect transition="out" filter="fade">
                                      <p:cBhvr>
                                        <p:cTn id="141" dur="500"/>
                                        <p:tgtEl>
                                          <p:spTgt spid="345"/>
                                        </p:tgtEl>
                                      </p:cBhvr>
                                    </p:animEffect>
                                    <p:set>
                                      <p:cBhvr>
                                        <p:cTn id="142" dur="1" fill="hold">
                                          <p:stCondLst>
                                            <p:cond delay="499"/>
                                          </p:stCondLst>
                                        </p:cTn>
                                        <p:tgtEl>
                                          <p:spTgt spid="345"/>
                                        </p:tgtEl>
                                        <p:attrNameLst>
                                          <p:attrName>style.visibility</p:attrName>
                                        </p:attrNameLst>
                                      </p:cBhvr>
                                      <p:to>
                                        <p:strVal val="hidden"/>
                                      </p:to>
                                    </p:set>
                                  </p:childTnLst>
                                </p:cTn>
                              </p:par>
                              <p:par>
                                <p:cTn id="143" presetID="10" presetClass="exit" presetSubtype="0" fill="hold" nodeType="withEffect">
                                  <p:stCondLst>
                                    <p:cond delay="0"/>
                                  </p:stCondLst>
                                  <p:childTnLst>
                                    <p:animEffect transition="out" filter="fade">
                                      <p:cBhvr>
                                        <p:cTn id="144" dur="500"/>
                                        <p:tgtEl>
                                          <p:spTgt spid="348"/>
                                        </p:tgtEl>
                                      </p:cBhvr>
                                    </p:animEffect>
                                    <p:set>
                                      <p:cBhvr>
                                        <p:cTn id="145" dur="1" fill="hold">
                                          <p:stCondLst>
                                            <p:cond delay="499"/>
                                          </p:stCondLst>
                                        </p:cTn>
                                        <p:tgtEl>
                                          <p:spTgt spid="348"/>
                                        </p:tgtEl>
                                        <p:attrNameLst>
                                          <p:attrName>style.visibility</p:attrName>
                                        </p:attrNameLst>
                                      </p:cBhvr>
                                      <p:to>
                                        <p:strVal val="hidden"/>
                                      </p:to>
                                    </p:set>
                                  </p:childTnLst>
                                </p:cTn>
                              </p:par>
                              <p:par>
                                <p:cTn id="146" presetID="10" presetClass="exit" presetSubtype="0" fill="hold" nodeType="withEffect">
                                  <p:stCondLst>
                                    <p:cond delay="0"/>
                                  </p:stCondLst>
                                  <p:childTnLst>
                                    <p:animEffect transition="out" filter="fade">
                                      <p:cBhvr>
                                        <p:cTn id="147" dur="500"/>
                                        <p:tgtEl>
                                          <p:spTgt spid="478"/>
                                        </p:tgtEl>
                                      </p:cBhvr>
                                    </p:animEffect>
                                    <p:set>
                                      <p:cBhvr>
                                        <p:cTn id="148" dur="1" fill="hold">
                                          <p:stCondLst>
                                            <p:cond delay="499"/>
                                          </p:stCondLst>
                                        </p:cTn>
                                        <p:tgtEl>
                                          <p:spTgt spid="478"/>
                                        </p:tgtEl>
                                        <p:attrNameLst>
                                          <p:attrName>style.visibility</p:attrName>
                                        </p:attrNameLst>
                                      </p:cBhvr>
                                      <p:to>
                                        <p:strVal val="hidden"/>
                                      </p:to>
                                    </p:set>
                                  </p:childTnLst>
                                </p:cTn>
                              </p:par>
                              <p:par>
                                <p:cTn id="149" presetID="10" presetClass="exit" presetSubtype="0" fill="hold" grpId="0" nodeType="withEffect">
                                  <p:stCondLst>
                                    <p:cond delay="0"/>
                                  </p:stCondLst>
                                  <p:childTnLst>
                                    <p:animEffect transition="out" filter="fade">
                                      <p:cBhvr>
                                        <p:cTn id="150" dur="500"/>
                                        <p:tgtEl>
                                          <p:spTgt spid="344"/>
                                        </p:tgtEl>
                                      </p:cBhvr>
                                    </p:animEffect>
                                    <p:set>
                                      <p:cBhvr>
                                        <p:cTn id="151" dur="1" fill="hold">
                                          <p:stCondLst>
                                            <p:cond delay="499"/>
                                          </p:stCondLst>
                                        </p:cTn>
                                        <p:tgtEl>
                                          <p:spTgt spid="344"/>
                                        </p:tgtEl>
                                        <p:attrNameLst>
                                          <p:attrName>style.visibility</p:attrName>
                                        </p:attrNameLst>
                                      </p:cBhvr>
                                      <p:to>
                                        <p:strVal val="hidden"/>
                                      </p:to>
                                    </p:set>
                                  </p:childTnLst>
                                </p:cTn>
                              </p:par>
                              <p:par>
                                <p:cTn id="152" presetID="10" presetClass="exit" presetSubtype="0" fill="hold" nodeType="withEffect">
                                  <p:stCondLst>
                                    <p:cond delay="0"/>
                                  </p:stCondLst>
                                  <p:childTnLst>
                                    <p:animEffect transition="out" filter="fade">
                                      <p:cBhvr>
                                        <p:cTn id="153" dur="500"/>
                                        <p:tgtEl>
                                          <p:spTgt spid="357"/>
                                        </p:tgtEl>
                                      </p:cBhvr>
                                    </p:animEffect>
                                    <p:set>
                                      <p:cBhvr>
                                        <p:cTn id="154" dur="1" fill="hold">
                                          <p:stCondLst>
                                            <p:cond delay="499"/>
                                          </p:stCondLst>
                                        </p:cTn>
                                        <p:tgtEl>
                                          <p:spTgt spid="357"/>
                                        </p:tgtEl>
                                        <p:attrNameLst>
                                          <p:attrName>style.visibility</p:attrName>
                                        </p:attrNameLst>
                                      </p:cBhvr>
                                      <p:to>
                                        <p:strVal val="hidden"/>
                                      </p:to>
                                    </p:set>
                                  </p:childTnLst>
                                </p:cTn>
                              </p:par>
                              <p:par>
                                <p:cTn id="155" presetID="10" presetClass="exit" presetSubtype="0" fill="hold" nodeType="withEffect">
                                  <p:stCondLst>
                                    <p:cond delay="0"/>
                                  </p:stCondLst>
                                  <p:childTnLst>
                                    <p:animEffect transition="out" filter="fade">
                                      <p:cBhvr>
                                        <p:cTn id="156" dur="500"/>
                                        <p:tgtEl>
                                          <p:spTgt spid="363"/>
                                        </p:tgtEl>
                                      </p:cBhvr>
                                    </p:animEffect>
                                    <p:set>
                                      <p:cBhvr>
                                        <p:cTn id="157" dur="1" fill="hold">
                                          <p:stCondLst>
                                            <p:cond delay="499"/>
                                          </p:stCondLst>
                                        </p:cTn>
                                        <p:tgtEl>
                                          <p:spTgt spid="363"/>
                                        </p:tgtEl>
                                        <p:attrNameLst>
                                          <p:attrName>style.visibility</p:attrName>
                                        </p:attrNameLst>
                                      </p:cBhvr>
                                      <p:to>
                                        <p:strVal val="hidden"/>
                                      </p:to>
                                    </p:set>
                                  </p:childTnLst>
                                </p:cTn>
                              </p:par>
                              <p:par>
                                <p:cTn id="158" presetID="10" presetClass="exit" presetSubtype="0" fill="hold" nodeType="withEffect">
                                  <p:stCondLst>
                                    <p:cond delay="0"/>
                                  </p:stCondLst>
                                  <p:childTnLst>
                                    <p:animEffect transition="out" filter="fade">
                                      <p:cBhvr>
                                        <p:cTn id="159" dur="500"/>
                                        <p:tgtEl>
                                          <p:spTgt spid="370"/>
                                        </p:tgtEl>
                                      </p:cBhvr>
                                    </p:animEffect>
                                    <p:set>
                                      <p:cBhvr>
                                        <p:cTn id="160" dur="1" fill="hold">
                                          <p:stCondLst>
                                            <p:cond delay="499"/>
                                          </p:stCondLst>
                                        </p:cTn>
                                        <p:tgtEl>
                                          <p:spTgt spid="370"/>
                                        </p:tgtEl>
                                        <p:attrNameLst>
                                          <p:attrName>style.visibility</p:attrName>
                                        </p:attrNameLst>
                                      </p:cBhvr>
                                      <p:to>
                                        <p:strVal val="hidden"/>
                                      </p:to>
                                    </p:set>
                                  </p:childTnLst>
                                </p:cTn>
                              </p:par>
                              <p:par>
                                <p:cTn id="161" presetID="10" presetClass="exit" presetSubtype="0" fill="hold" nodeType="withEffect">
                                  <p:stCondLst>
                                    <p:cond delay="0"/>
                                  </p:stCondLst>
                                  <p:childTnLst>
                                    <p:animEffect transition="out" filter="fade">
                                      <p:cBhvr>
                                        <p:cTn id="162" dur="500"/>
                                        <p:tgtEl>
                                          <p:spTgt spid="492"/>
                                        </p:tgtEl>
                                      </p:cBhvr>
                                    </p:animEffect>
                                    <p:set>
                                      <p:cBhvr>
                                        <p:cTn id="163" dur="1" fill="hold">
                                          <p:stCondLst>
                                            <p:cond delay="499"/>
                                          </p:stCondLst>
                                        </p:cTn>
                                        <p:tgtEl>
                                          <p:spTgt spid="492"/>
                                        </p:tgtEl>
                                        <p:attrNameLst>
                                          <p:attrName>style.visibility</p:attrName>
                                        </p:attrNameLst>
                                      </p:cBhvr>
                                      <p:to>
                                        <p:strVal val="hidden"/>
                                      </p:to>
                                    </p:set>
                                  </p:childTnLst>
                                </p:cTn>
                              </p:par>
                              <p:par>
                                <p:cTn id="164" presetID="10" presetClass="exit" presetSubtype="0" fill="hold" nodeType="withEffect">
                                  <p:stCondLst>
                                    <p:cond delay="0"/>
                                  </p:stCondLst>
                                  <p:childTnLst>
                                    <p:animEffect transition="out" filter="fade">
                                      <p:cBhvr>
                                        <p:cTn id="165" dur="500"/>
                                        <p:tgtEl>
                                          <p:spTgt spid="499"/>
                                        </p:tgtEl>
                                      </p:cBhvr>
                                    </p:animEffect>
                                    <p:set>
                                      <p:cBhvr>
                                        <p:cTn id="166" dur="1" fill="hold">
                                          <p:stCondLst>
                                            <p:cond delay="499"/>
                                          </p:stCondLst>
                                        </p:cTn>
                                        <p:tgtEl>
                                          <p:spTgt spid="499"/>
                                        </p:tgtEl>
                                        <p:attrNameLst>
                                          <p:attrName>style.visibility</p:attrName>
                                        </p:attrNameLst>
                                      </p:cBhvr>
                                      <p:to>
                                        <p:strVal val="hidden"/>
                                      </p:to>
                                    </p:set>
                                  </p:childTnLst>
                                </p:cTn>
                              </p:par>
                              <p:par>
                                <p:cTn id="167" presetID="10" presetClass="exit" presetSubtype="0" fill="hold" nodeType="withEffect">
                                  <p:stCondLst>
                                    <p:cond delay="0"/>
                                  </p:stCondLst>
                                  <p:childTnLst>
                                    <p:animEffect transition="out" filter="fade">
                                      <p:cBhvr>
                                        <p:cTn id="168" dur="500"/>
                                        <p:tgtEl>
                                          <p:spTgt spid="506"/>
                                        </p:tgtEl>
                                      </p:cBhvr>
                                    </p:animEffect>
                                    <p:set>
                                      <p:cBhvr>
                                        <p:cTn id="169" dur="1" fill="hold">
                                          <p:stCondLst>
                                            <p:cond delay="499"/>
                                          </p:stCondLst>
                                        </p:cTn>
                                        <p:tgtEl>
                                          <p:spTgt spid="506"/>
                                        </p:tgtEl>
                                        <p:attrNameLst>
                                          <p:attrName>style.visibility</p:attrName>
                                        </p:attrNameLst>
                                      </p:cBhvr>
                                      <p:to>
                                        <p:strVal val="hidden"/>
                                      </p:to>
                                    </p:set>
                                  </p:childTnLst>
                                </p:cTn>
                              </p:par>
                              <p:par>
                                <p:cTn id="170" presetID="10" presetClass="exit" presetSubtype="0" fill="hold" nodeType="withEffect">
                                  <p:stCondLst>
                                    <p:cond delay="0"/>
                                  </p:stCondLst>
                                  <p:childTnLst>
                                    <p:animEffect transition="out" filter="fade">
                                      <p:cBhvr>
                                        <p:cTn id="171" dur="500"/>
                                        <p:tgtEl>
                                          <p:spTgt spid="36"/>
                                        </p:tgtEl>
                                      </p:cBhvr>
                                    </p:animEffect>
                                    <p:set>
                                      <p:cBhvr>
                                        <p:cTn id="172" dur="1" fill="hold">
                                          <p:stCondLst>
                                            <p:cond delay="499"/>
                                          </p:stCondLst>
                                        </p:cTn>
                                        <p:tgtEl>
                                          <p:spTgt spid="36"/>
                                        </p:tgtEl>
                                        <p:attrNameLst>
                                          <p:attrName>style.visibility</p:attrName>
                                        </p:attrNameLst>
                                      </p:cBhvr>
                                      <p:to>
                                        <p:strVal val="hidden"/>
                                      </p:to>
                                    </p:set>
                                  </p:childTnLst>
                                </p:cTn>
                              </p:par>
                              <p:par>
                                <p:cTn id="173" presetID="10" presetClass="exit" presetSubtype="0" fill="hold" nodeType="withEffect">
                                  <p:stCondLst>
                                    <p:cond delay="0"/>
                                  </p:stCondLst>
                                  <p:childTnLst>
                                    <p:animEffect transition="out" filter="fade">
                                      <p:cBhvr>
                                        <p:cTn id="174" dur="500"/>
                                        <p:tgtEl>
                                          <p:spTgt spid="415"/>
                                        </p:tgtEl>
                                      </p:cBhvr>
                                    </p:animEffect>
                                    <p:set>
                                      <p:cBhvr>
                                        <p:cTn id="175" dur="1" fill="hold">
                                          <p:stCondLst>
                                            <p:cond delay="499"/>
                                          </p:stCondLst>
                                        </p:cTn>
                                        <p:tgtEl>
                                          <p:spTgt spid="415"/>
                                        </p:tgtEl>
                                        <p:attrNameLst>
                                          <p:attrName>style.visibility</p:attrName>
                                        </p:attrNameLst>
                                      </p:cBhvr>
                                      <p:to>
                                        <p:strVal val="hidden"/>
                                      </p:to>
                                    </p:set>
                                  </p:childTnLst>
                                </p:cTn>
                              </p:par>
                              <p:par>
                                <p:cTn id="176" presetID="10" presetClass="exit" presetSubtype="0" fill="hold" grpId="0" nodeType="withEffect">
                                  <p:stCondLst>
                                    <p:cond delay="0"/>
                                  </p:stCondLst>
                                  <p:childTnLst>
                                    <p:animEffect transition="out" filter="fade">
                                      <p:cBhvr>
                                        <p:cTn id="177" dur="500"/>
                                        <p:tgtEl>
                                          <p:spTgt spid="414"/>
                                        </p:tgtEl>
                                      </p:cBhvr>
                                    </p:animEffect>
                                    <p:set>
                                      <p:cBhvr>
                                        <p:cTn id="178" dur="1" fill="hold">
                                          <p:stCondLst>
                                            <p:cond delay="499"/>
                                          </p:stCondLst>
                                        </p:cTn>
                                        <p:tgtEl>
                                          <p:spTgt spid="414"/>
                                        </p:tgtEl>
                                        <p:attrNameLst>
                                          <p:attrName>style.visibility</p:attrName>
                                        </p:attrNameLst>
                                      </p:cBhvr>
                                      <p:to>
                                        <p:strVal val="hidden"/>
                                      </p:to>
                                    </p:set>
                                  </p:childTnLst>
                                </p:cTn>
                              </p:par>
                              <p:par>
                                <p:cTn id="179" presetID="10" presetClass="exit" presetSubtype="0" fill="hold" nodeType="withEffect">
                                  <p:stCondLst>
                                    <p:cond delay="0"/>
                                  </p:stCondLst>
                                  <p:childTnLst>
                                    <p:animEffect transition="out" filter="fade">
                                      <p:cBhvr>
                                        <p:cTn id="180" dur="500"/>
                                        <p:tgtEl>
                                          <p:spTgt spid="422"/>
                                        </p:tgtEl>
                                      </p:cBhvr>
                                    </p:animEffect>
                                    <p:set>
                                      <p:cBhvr>
                                        <p:cTn id="181" dur="1" fill="hold">
                                          <p:stCondLst>
                                            <p:cond delay="499"/>
                                          </p:stCondLst>
                                        </p:cTn>
                                        <p:tgtEl>
                                          <p:spTgt spid="422"/>
                                        </p:tgtEl>
                                        <p:attrNameLst>
                                          <p:attrName>style.visibility</p:attrName>
                                        </p:attrNameLst>
                                      </p:cBhvr>
                                      <p:to>
                                        <p:strVal val="hidden"/>
                                      </p:to>
                                    </p:set>
                                  </p:childTnLst>
                                </p:cTn>
                              </p:par>
                              <p:par>
                                <p:cTn id="182" presetID="10" presetClass="exit" presetSubtype="0" fill="hold" nodeType="withEffect">
                                  <p:stCondLst>
                                    <p:cond delay="0"/>
                                  </p:stCondLst>
                                  <p:childTnLst>
                                    <p:animEffect transition="out" filter="fade">
                                      <p:cBhvr>
                                        <p:cTn id="183" dur="500"/>
                                        <p:tgtEl>
                                          <p:spTgt spid="427"/>
                                        </p:tgtEl>
                                      </p:cBhvr>
                                    </p:animEffect>
                                    <p:set>
                                      <p:cBhvr>
                                        <p:cTn id="184" dur="1" fill="hold">
                                          <p:stCondLst>
                                            <p:cond delay="499"/>
                                          </p:stCondLst>
                                        </p:cTn>
                                        <p:tgtEl>
                                          <p:spTgt spid="427"/>
                                        </p:tgtEl>
                                        <p:attrNameLst>
                                          <p:attrName>style.visibility</p:attrName>
                                        </p:attrNameLst>
                                      </p:cBhvr>
                                      <p:to>
                                        <p:strVal val="hidden"/>
                                      </p:to>
                                    </p:set>
                                  </p:childTnLst>
                                </p:cTn>
                              </p:par>
                              <p:par>
                                <p:cTn id="185" presetID="10" presetClass="exit" presetSubtype="0" fill="hold" nodeType="withEffect">
                                  <p:stCondLst>
                                    <p:cond delay="0"/>
                                  </p:stCondLst>
                                  <p:childTnLst>
                                    <p:animEffect transition="out" filter="fade">
                                      <p:cBhvr>
                                        <p:cTn id="186" dur="500"/>
                                        <p:tgtEl>
                                          <p:spTgt spid="433"/>
                                        </p:tgtEl>
                                      </p:cBhvr>
                                    </p:animEffect>
                                    <p:set>
                                      <p:cBhvr>
                                        <p:cTn id="187" dur="1" fill="hold">
                                          <p:stCondLst>
                                            <p:cond delay="499"/>
                                          </p:stCondLst>
                                        </p:cTn>
                                        <p:tgtEl>
                                          <p:spTgt spid="433"/>
                                        </p:tgtEl>
                                        <p:attrNameLst>
                                          <p:attrName>style.visibility</p:attrName>
                                        </p:attrNameLst>
                                      </p:cBhvr>
                                      <p:to>
                                        <p:strVal val="hidden"/>
                                      </p:to>
                                    </p:set>
                                  </p:childTnLst>
                                </p:cTn>
                              </p:par>
                              <p:par>
                                <p:cTn id="188" presetID="10" presetClass="exit" presetSubtype="0" fill="hold" nodeType="withEffect">
                                  <p:stCondLst>
                                    <p:cond delay="0"/>
                                  </p:stCondLst>
                                  <p:childTnLst>
                                    <p:animEffect transition="out" filter="fade">
                                      <p:cBhvr>
                                        <p:cTn id="189" dur="500"/>
                                        <p:tgtEl>
                                          <p:spTgt spid="440"/>
                                        </p:tgtEl>
                                      </p:cBhvr>
                                    </p:animEffect>
                                    <p:set>
                                      <p:cBhvr>
                                        <p:cTn id="190" dur="1" fill="hold">
                                          <p:stCondLst>
                                            <p:cond delay="499"/>
                                          </p:stCondLst>
                                        </p:cTn>
                                        <p:tgtEl>
                                          <p:spTgt spid="440"/>
                                        </p:tgtEl>
                                        <p:attrNameLst>
                                          <p:attrName>style.visibility</p:attrName>
                                        </p:attrNameLst>
                                      </p:cBhvr>
                                      <p:to>
                                        <p:strVal val="hidden"/>
                                      </p:to>
                                    </p:set>
                                  </p:childTnLst>
                                </p:cTn>
                              </p:par>
                              <p:par>
                                <p:cTn id="191" presetID="10" presetClass="exit" presetSubtype="0" fill="hold" nodeType="withEffect">
                                  <p:stCondLst>
                                    <p:cond delay="0"/>
                                  </p:stCondLst>
                                  <p:childTnLst>
                                    <p:animEffect transition="out" filter="fade">
                                      <p:cBhvr>
                                        <p:cTn id="192" dur="500"/>
                                        <p:tgtEl>
                                          <p:spTgt spid="521"/>
                                        </p:tgtEl>
                                      </p:cBhvr>
                                    </p:animEffect>
                                    <p:set>
                                      <p:cBhvr>
                                        <p:cTn id="193" dur="1" fill="hold">
                                          <p:stCondLst>
                                            <p:cond delay="499"/>
                                          </p:stCondLst>
                                        </p:cTn>
                                        <p:tgtEl>
                                          <p:spTgt spid="521"/>
                                        </p:tgtEl>
                                        <p:attrNameLst>
                                          <p:attrName>style.visibility</p:attrName>
                                        </p:attrNameLst>
                                      </p:cBhvr>
                                      <p:to>
                                        <p:strVal val="hidden"/>
                                      </p:to>
                                    </p:set>
                                  </p:childTnLst>
                                </p:cTn>
                              </p:par>
                              <p:par>
                                <p:cTn id="194" presetID="10" presetClass="exit" presetSubtype="0" fill="hold" nodeType="withEffect">
                                  <p:stCondLst>
                                    <p:cond delay="0"/>
                                  </p:stCondLst>
                                  <p:childTnLst>
                                    <p:animEffect transition="out" filter="fade">
                                      <p:cBhvr>
                                        <p:cTn id="195" dur="500"/>
                                        <p:tgtEl>
                                          <p:spTgt spid="529"/>
                                        </p:tgtEl>
                                      </p:cBhvr>
                                    </p:animEffect>
                                    <p:set>
                                      <p:cBhvr>
                                        <p:cTn id="196" dur="1" fill="hold">
                                          <p:stCondLst>
                                            <p:cond delay="499"/>
                                          </p:stCondLst>
                                        </p:cTn>
                                        <p:tgtEl>
                                          <p:spTgt spid="529"/>
                                        </p:tgtEl>
                                        <p:attrNameLst>
                                          <p:attrName>style.visibility</p:attrName>
                                        </p:attrNameLst>
                                      </p:cBhvr>
                                      <p:to>
                                        <p:strVal val="hidden"/>
                                      </p:to>
                                    </p:set>
                                  </p:childTnLst>
                                </p:cTn>
                              </p:par>
                              <p:par>
                                <p:cTn id="197" presetID="10" presetClass="exit" presetSubtype="0" fill="hold" nodeType="withEffect">
                                  <p:stCondLst>
                                    <p:cond delay="0"/>
                                  </p:stCondLst>
                                  <p:childTnLst>
                                    <p:animEffect transition="out" filter="fade">
                                      <p:cBhvr>
                                        <p:cTn id="198" dur="500"/>
                                        <p:tgtEl>
                                          <p:spTgt spid="537"/>
                                        </p:tgtEl>
                                      </p:cBhvr>
                                    </p:animEffect>
                                    <p:set>
                                      <p:cBhvr>
                                        <p:cTn id="199" dur="1" fill="hold">
                                          <p:stCondLst>
                                            <p:cond delay="499"/>
                                          </p:stCondLst>
                                        </p:cTn>
                                        <p:tgtEl>
                                          <p:spTgt spid="537"/>
                                        </p:tgtEl>
                                        <p:attrNameLst>
                                          <p:attrName>style.visibility</p:attrName>
                                        </p:attrNameLst>
                                      </p:cBhvr>
                                      <p:to>
                                        <p:strVal val="hidden"/>
                                      </p:to>
                                    </p:set>
                                  </p:childTnLst>
                                </p:cTn>
                              </p:par>
                              <p:par>
                                <p:cTn id="200" presetID="10" presetClass="exit" presetSubtype="0" fill="hold" nodeType="withEffect">
                                  <p:stCondLst>
                                    <p:cond delay="0"/>
                                  </p:stCondLst>
                                  <p:childTnLst>
                                    <p:animEffect transition="out" filter="fade">
                                      <p:cBhvr>
                                        <p:cTn id="201" dur="500"/>
                                        <p:tgtEl>
                                          <p:spTgt spid="545"/>
                                        </p:tgtEl>
                                      </p:cBhvr>
                                    </p:animEffect>
                                    <p:set>
                                      <p:cBhvr>
                                        <p:cTn id="202" dur="1" fill="hold">
                                          <p:stCondLst>
                                            <p:cond delay="499"/>
                                          </p:stCondLst>
                                        </p:cTn>
                                        <p:tgtEl>
                                          <p:spTgt spid="54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 grpId="0"/>
      <p:bldP spid="249" grpId="0"/>
      <p:bldP spid="344" grpId="0"/>
      <p:bldP spid="41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490" name="Rectangle 2"/>
          <p:cNvSpPr>
            <a:spLocks noGrp="1" noChangeArrowheads="1"/>
          </p:cNvSpPr>
          <p:nvPr>
            <p:ph type="title"/>
          </p:nvPr>
        </p:nvSpPr>
        <p:spPr>
          <a:xfrm>
            <a:off x="2667001" y="381001"/>
            <a:ext cx="7704667" cy="990599"/>
          </a:xfrm>
        </p:spPr>
        <p:txBody>
          <a:bodyPr/>
          <a:lstStyle/>
          <a:p>
            <a:r>
              <a:rPr lang="en-US" altLang="zh-TW">
                <a:ea typeface="新細明體" pitchFamily="-106" charset="-120"/>
                <a:cs typeface="新細明體" pitchFamily="-106" charset="-120"/>
              </a:rPr>
              <a:t>Axioms of Probability</a:t>
            </a:r>
          </a:p>
        </p:txBody>
      </p:sp>
      <mc:AlternateContent xmlns:mc="http://schemas.openxmlformats.org/markup-compatibility/2006" xmlns:a14="http://schemas.microsoft.com/office/drawing/2010/main">
        <mc:Choice Requires="a14">
          <p:sp>
            <p:nvSpPr>
              <p:cNvPr id="575491" name="Rectangle 3"/>
              <p:cNvSpPr>
                <a:spLocks noGrp="1" noChangeArrowheads="1"/>
              </p:cNvSpPr>
              <p:nvPr>
                <p:ph idx="1"/>
              </p:nvPr>
            </p:nvSpPr>
            <p:spPr>
              <a:xfrm>
                <a:off x="228600" y="1360098"/>
                <a:ext cx="12115800" cy="5345503"/>
              </a:xfrm>
            </p:spPr>
            <p:txBody>
              <a:bodyPr>
                <a:noAutofit/>
              </a:bodyPr>
              <a:lstStyle/>
              <a:p>
                <a:pPr>
                  <a:spcBef>
                    <a:spcPts val="1200"/>
                  </a:spcBef>
                </a:pPr>
                <a:r>
                  <a:rPr lang="en-US" altLang="zh-TW" sz="2800" dirty="0">
                    <a:latin typeface="Corbel" panose="020B0503020204020204" pitchFamily="34" charset="0"/>
                    <a:ea typeface="新細明體" pitchFamily="-106" charset="-120"/>
                    <a:cs typeface="Times"/>
                  </a:rPr>
                  <a:t>Let </a:t>
                </a:r>
                <a14:m>
                  <m:oMath xmlns:m="http://schemas.openxmlformats.org/officeDocument/2006/math">
                    <m:r>
                      <a:rPr lang="en-US" altLang="zh-TW" sz="2800" b="0" i="1" smtClean="0">
                        <a:latin typeface="Cambria Math" panose="02040503050406030204" pitchFamily="18" charset="0"/>
                        <a:ea typeface="新細明體" pitchFamily="-106" charset="-120"/>
                        <a:cs typeface="Times"/>
                      </a:rPr>
                      <m:t>𝑋</m:t>
                    </m:r>
                  </m:oMath>
                </a14:m>
                <a:r>
                  <a:rPr lang="en-US" altLang="zh-TW" sz="2800" dirty="0">
                    <a:latin typeface="Corbel" panose="020B0503020204020204" pitchFamily="34" charset="0"/>
                    <a:ea typeface="新細明體" pitchFamily="-106" charset="-120"/>
                    <a:cs typeface="Times"/>
                  </a:rPr>
                  <a:t> be a random variable with finite domain </a:t>
                </a:r>
                <a14:m>
                  <m:oMath xmlns:m="http://schemas.openxmlformats.org/officeDocument/2006/math">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𝐷</m:t>
                        </m:r>
                      </m:e>
                      <m:sub>
                        <m:r>
                          <a:rPr lang="en-US" altLang="zh-TW" sz="2800" i="1">
                            <a:latin typeface="Cambria Math" panose="02040503050406030204" pitchFamily="18" charset="0"/>
                            <a:ea typeface="新細明體" pitchFamily="-106" charset="-120"/>
                            <a:cs typeface="Times"/>
                          </a:rPr>
                          <m:t>𝑋</m:t>
                        </m:r>
                      </m:sub>
                    </m:sSub>
                  </m:oMath>
                </a14:m>
                <a:r>
                  <a:rPr lang="en-US" altLang="zh-TW" sz="2800" dirty="0">
                    <a:latin typeface="Corbel" panose="020B0503020204020204" pitchFamily="34" charset="0"/>
                    <a:ea typeface="新細明體" pitchFamily="-106" charset="-120"/>
                    <a:cs typeface="Times"/>
                  </a:rPr>
                  <a:t>. </a:t>
                </a:r>
              </a:p>
              <a:p>
                <a:pPr>
                  <a:spcBef>
                    <a:spcPts val="1200"/>
                  </a:spcBef>
                </a:pPr>
                <a:r>
                  <a:rPr lang="en-US" altLang="zh-TW" sz="2800" dirty="0">
                    <a:latin typeface="Corbel" panose="020B0503020204020204" pitchFamily="34" charset="0"/>
                    <a:ea typeface="新細明體" pitchFamily="-106" charset="-120"/>
                    <a:cs typeface="Times"/>
                  </a:rPr>
                  <a:t>A probability distribution over </a:t>
                </a:r>
                <a14:m>
                  <m:oMath xmlns:m="http://schemas.openxmlformats.org/officeDocument/2006/math">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𝐷</m:t>
                        </m:r>
                      </m:e>
                      <m:sub>
                        <m:r>
                          <a:rPr lang="en-US" altLang="zh-TW" sz="2800" i="1">
                            <a:latin typeface="Cambria Math" panose="02040503050406030204" pitchFamily="18" charset="0"/>
                            <a:ea typeface="新細明體" pitchFamily="-106" charset="-120"/>
                            <a:cs typeface="Times"/>
                          </a:rPr>
                          <m:t>𝑋</m:t>
                        </m:r>
                      </m:sub>
                    </m:sSub>
                  </m:oMath>
                </a14:m>
                <a:r>
                  <a:rPr lang="en-US" altLang="zh-TW" sz="2800" dirty="0">
                    <a:latin typeface="Corbel" panose="020B0503020204020204" pitchFamily="34" charset="0"/>
                    <a:ea typeface="新細明體" pitchFamily="-106" charset="-120"/>
                    <a:cs typeface="Times"/>
                  </a:rPr>
                  <a:t> assigns a value </a:t>
                </a:r>
                <a14:m>
                  <m:oMath xmlns:m="http://schemas.openxmlformats.org/officeDocument/2006/math">
                    <m:sSub>
                      <m:sSubPr>
                        <m:ctrlPr>
                          <a:rPr lang="en-US" altLang="zh-TW" sz="2800" b="0" i="1" smtClean="0">
                            <a:latin typeface="Cambria Math" panose="02040503050406030204" pitchFamily="18" charset="0"/>
                            <a:ea typeface="新細明體" pitchFamily="-106" charset="-120"/>
                            <a:cs typeface="Times"/>
                          </a:rPr>
                        </m:ctrlPr>
                      </m:sSubPr>
                      <m:e>
                        <m:r>
                          <a:rPr lang="en-US" altLang="zh-TW" sz="2800" b="0" i="1" smtClean="0">
                            <a:latin typeface="Cambria Math" panose="02040503050406030204" pitchFamily="18" charset="0"/>
                            <a:ea typeface="新細明體" pitchFamily="-106" charset="-120"/>
                            <a:cs typeface="Times"/>
                          </a:rPr>
                          <m:t>𝑝</m:t>
                        </m:r>
                      </m:e>
                      <m:sub>
                        <m:r>
                          <a:rPr lang="en-US" altLang="zh-TW" sz="2800" b="0" i="1" smtClean="0">
                            <a:latin typeface="Cambria Math" panose="02040503050406030204" pitchFamily="18" charset="0"/>
                            <a:ea typeface="新細明體" pitchFamily="-106" charset="-120"/>
                            <a:cs typeface="Times"/>
                          </a:rPr>
                          <m:t>𝑋</m:t>
                        </m:r>
                      </m:sub>
                    </m:sSub>
                    <m:d>
                      <m:dPr>
                        <m:ctrlPr>
                          <a:rPr lang="en-US" altLang="zh-TW" sz="2800" b="0" i="1" smtClean="0">
                            <a:latin typeface="Cambria Math" panose="02040503050406030204" pitchFamily="18" charset="0"/>
                            <a:ea typeface="新細明體" pitchFamily="-106" charset="-120"/>
                            <a:cs typeface="Times"/>
                          </a:rPr>
                        </m:ctrlPr>
                      </m:dPr>
                      <m:e>
                        <m:r>
                          <a:rPr lang="en-US" altLang="zh-TW" sz="2800" b="0" i="1" smtClean="0">
                            <a:latin typeface="Cambria Math" panose="02040503050406030204" pitchFamily="18" charset="0"/>
                            <a:ea typeface="新細明體" pitchFamily="-106" charset="-120"/>
                            <a:cs typeface="Times"/>
                          </a:rPr>
                          <m:t>𝑥</m:t>
                        </m:r>
                      </m:e>
                    </m:d>
                    <m:r>
                      <a:rPr lang="en-US" altLang="zh-TW" sz="2800" b="0" i="1" smtClean="0">
                        <a:latin typeface="Cambria Math" panose="02040503050406030204" pitchFamily="18" charset="0"/>
                        <a:ea typeface="新細明體" pitchFamily="-106" charset="-120"/>
                        <a:cs typeface="Times"/>
                      </a:rPr>
                      <m:t>∈</m:t>
                    </m:r>
                    <m:d>
                      <m:dPr>
                        <m:begChr m:val="["/>
                        <m:endChr m:val="]"/>
                        <m:ctrlPr>
                          <a:rPr lang="en-US" altLang="zh-TW" sz="2800" b="0" i="1" smtClean="0">
                            <a:latin typeface="Cambria Math" panose="02040503050406030204" pitchFamily="18" charset="0"/>
                            <a:ea typeface="新細明體" pitchFamily="-106" charset="-120"/>
                            <a:cs typeface="Times"/>
                          </a:rPr>
                        </m:ctrlPr>
                      </m:dPr>
                      <m:e>
                        <m:r>
                          <a:rPr lang="en-US" altLang="zh-TW" sz="2800" b="0" i="1" smtClean="0">
                            <a:latin typeface="Cambria Math" panose="02040503050406030204" pitchFamily="18" charset="0"/>
                            <a:ea typeface="新細明體" pitchFamily="-106" charset="-120"/>
                            <a:cs typeface="Times"/>
                          </a:rPr>
                          <m:t>0,1</m:t>
                        </m:r>
                      </m:e>
                    </m:d>
                  </m:oMath>
                </a14:m>
                <a:r>
                  <a:rPr lang="en-US" altLang="zh-TW" sz="2800" dirty="0">
                    <a:latin typeface="Corbel" panose="020B0503020204020204" pitchFamily="34" charset="0"/>
                    <a:ea typeface="新細明體" pitchFamily="-106" charset="-120"/>
                    <a:cs typeface="Times"/>
                  </a:rPr>
                  <a:t> to every </a:t>
                </a:r>
                <a14:m>
                  <m:oMath xmlns:m="http://schemas.openxmlformats.org/officeDocument/2006/math">
                    <m:sSub>
                      <m:sSubPr>
                        <m:ctrlPr>
                          <a:rPr lang="en-US" altLang="zh-TW" sz="2800" i="1">
                            <a:latin typeface="Cambria Math" panose="02040503050406030204" pitchFamily="18" charset="0"/>
                            <a:ea typeface="新細明體" pitchFamily="-106" charset="-120"/>
                            <a:cs typeface="Times"/>
                          </a:rPr>
                        </m:ctrlPr>
                      </m:sSubPr>
                      <m:e>
                        <m:r>
                          <a:rPr lang="en-US" altLang="zh-TW" sz="2800" b="0" i="1" smtClean="0">
                            <a:latin typeface="Cambria Math" panose="02040503050406030204" pitchFamily="18" charset="0"/>
                            <a:ea typeface="新細明體" pitchFamily="-106" charset="-120"/>
                            <a:cs typeface="Times"/>
                          </a:rPr>
                          <m:t>𝑥</m:t>
                        </m:r>
                        <m:r>
                          <a:rPr lang="en-US" altLang="zh-TW" sz="2800" b="0" i="1" smtClean="0">
                            <a:latin typeface="Cambria Math" panose="02040503050406030204" pitchFamily="18" charset="0"/>
                            <a:ea typeface="新細明體" pitchFamily="-106" charset="-120"/>
                            <a:cs typeface="Times"/>
                          </a:rPr>
                          <m:t>∈</m:t>
                        </m:r>
                        <m:r>
                          <a:rPr lang="en-US" altLang="zh-TW" sz="2800" i="1">
                            <a:latin typeface="Cambria Math" panose="02040503050406030204" pitchFamily="18" charset="0"/>
                            <a:ea typeface="新細明體" pitchFamily="-106" charset="-120"/>
                            <a:cs typeface="Times"/>
                          </a:rPr>
                          <m:t>𝐷</m:t>
                        </m:r>
                      </m:e>
                      <m:sub>
                        <m:r>
                          <a:rPr lang="en-US" altLang="zh-TW" sz="2800" i="1">
                            <a:latin typeface="Cambria Math" panose="02040503050406030204" pitchFamily="18" charset="0"/>
                            <a:ea typeface="新細明體" pitchFamily="-106" charset="-120"/>
                            <a:cs typeface="Times"/>
                          </a:rPr>
                          <m:t>𝑋</m:t>
                        </m:r>
                      </m:sub>
                    </m:sSub>
                  </m:oMath>
                </a14:m>
                <a:r>
                  <a:rPr lang="en-US" altLang="zh-TW" sz="2800" dirty="0">
                    <a:latin typeface="Corbel" panose="020B0503020204020204" pitchFamily="34" charset="0"/>
                    <a:ea typeface="新細明體" pitchFamily="-106" charset="-120"/>
                    <a:cs typeface="Times"/>
                  </a:rPr>
                  <a:t> </a:t>
                </a:r>
                <a:r>
                  <a:rPr lang="en-US" altLang="zh-TW" sz="2800" dirty="0" err="1">
                    <a:latin typeface="Corbel" panose="020B0503020204020204" pitchFamily="34" charset="0"/>
                    <a:ea typeface="新細明體" pitchFamily="-106" charset="-120"/>
                    <a:cs typeface="Times"/>
                  </a:rPr>
                  <a:t>s.t.</a:t>
                </a:r>
                <a:endParaRPr lang="en-US" altLang="zh-TW" sz="2800" dirty="0">
                  <a:latin typeface="Corbel" panose="020B0503020204020204" pitchFamily="34" charset="0"/>
                  <a:ea typeface="新細明體" pitchFamily="-106" charset="-120"/>
                  <a:cs typeface="Times"/>
                </a:endParaRPr>
              </a:p>
              <a:p>
                <a:pPr marL="0" indent="0">
                  <a:spcBef>
                    <a:spcPts val="1200"/>
                  </a:spcBef>
                  <a:buNone/>
                </a:pPr>
                <a14:m>
                  <m:oMathPara xmlns:m="http://schemas.openxmlformats.org/officeDocument/2006/math">
                    <m:oMathParaPr>
                      <m:jc m:val="centerGroup"/>
                    </m:oMathParaPr>
                    <m:oMath xmlns:m="http://schemas.openxmlformats.org/officeDocument/2006/math">
                      <m:nary>
                        <m:naryPr>
                          <m:chr m:val="∑"/>
                          <m:supHide m:val="on"/>
                          <m:ctrlPr>
                            <a:rPr lang="en-US" altLang="zh-TW" sz="2800" i="1">
                              <a:latin typeface="Cambria Math" panose="02040503050406030204" pitchFamily="18" charset="0"/>
                              <a:ea typeface="新細明體" pitchFamily="-106" charset="-120"/>
                              <a:cs typeface="Times"/>
                            </a:rPr>
                          </m:ctrlPr>
                        </m:naryPr>
                        <m:sub>
                          <m:r>
                            <a:rPr lang="en-US" altLang="zh-TW" sz="2800" i="1">
                              <a:latin typeface="Cambria Math" panose="02040503050406030204" pitchFamily="18" charset="0"/>
                              <a:ea typeface="新細明體" pitchFamily="-106" charset="-120"/>
                              <a:cs typeface="Times"/>
                            </a:rPr>
                            <m:t>𝑥</m:t>
                          </m:r>
                          <m:r>
                            <a:rPr lang="en-US" altLang="zh-TW" sz="2800" i="1">
                              <a:latin typeface="Cambria Math" panose="02040503050406030204" pitchFamily="18" charset="0"/>
                              <a:ea typeface="新細明體" pitchFamily="-106" charset="-120"/>
                              <a:cs typeface="Times"/>
                            </a:rPr>
                            <m:t>∈</m:t>
                          </m:r>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𝐷</m:t>
                              </m:r>
                            </m:e>
                            <m:sub>
                              <m:r>
                                <a:rPr lang="en-US" altLang="zh-TW" sz="2800" i="1">
                                  <a:latin typeface="Cambria Math" panose="02040503050406030204" pitchFamily="18" charset="0"/>
                                  <a:ea typeface="新細明體" pitchFamily="-106" charset="-120"/>
                                  <a:cs typeface="Times"/>
                                </a:rPr>
                                <m:t>𝑋</m:t>
                              </m:r>
                            </m:sub>
                          </m:sSub>
                        </m:sub>
                        <m:sup/>
                        <m:e>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𝑝</m:t>
                              </m:r>
                            </m:e>
                            <m:sub>
                              <m:r>
                                <a:rPr lang="en-US" altLang="zh-TW" sz="2800" i="1">
                                  <a:latin typeface="Cambria Math" panose="02040503050406030204" pitchFamily="18" charset="0"/>
                                  <a:ea typeface="新細明體" pitchFamily="-106" charset="-120"/>
                                  <a:cs typeface="Times"/>
                                </a:rPr>
                                <m:t>𝑋</m:t>
                              </m:r>
                            </m:sub>
                          </m:sSub>
                          <m:d>
                            <m:dPr>
                              <m:ctrlPr>
                                <a:rPr lang="en-US" altLang="zh-TW" sz="2800" i="1">
                                  <a:latin typeface="Cambria Math" panose="02040503050406030204" pitchFamily="18" charset="0"/>
                                  <a:ea typeface="新細明體" pitchFamily="-106" charset="-120"/>
                                  <a:cs typeface="Times"/>
                                </a:rPr>
                              </m:ctrlPr>
                            </m:dPr>
                            <m:e>
                              <m:r>
                                <a:rPr lang="en-US" altLang="zh-TW" sz="2800" i="1">
                                  <a:latin typeface="Cambria Math" panose="02040503050406030204" pitchFamily="18" charset="0"/>
                                  <a:ea typeface="新細明體" pitchFamily="-106" charset="-120"/>
                                  <a:cs typeface="Times"/>
                                </a:rPr>
                                <m:t>𝑥</m:t>
                              </m:r>
                            </m:e>
                          </m:d>
                        </m:e>
                      </m:nary>
                      <m:r>
                        <a:rPr lang="en-US" altLang="zh-TW" sz="2800" i="1">
                          <a:latin typeface="Cambria Math" panose="02040503050406030204" pitchFamily="18" charset="0"/>
                          <a:ea typeface="新細明體" pitchFamily="-106" charset="-120"/>
                          <a:cs typeface="Times"/>
                        </a:rPr>
                        <m:t>=1</m:t>
                      </m:r>
                    </m:oMath>
                  </m:oMathPara>
                </a14:m>
                <a:endParaRPr lang="en-US" altLang="zh-TW" sz="2800" dirty="0">
                  <a:latin typeface="Corbel" panose="020B0503020204020204" pitchFamily="34" charset="0"/>
                  <a:ea typeface="新細明體" pitchFamily="-106" charset="-120"/>
                  <a:cs typeface="Times"/>
                </a:endParaRPr>
              </a:p>
              <a:p>
                <a:pPr>
                  <a:spcBef>
                    <a:spcPts val="1200"/>
                  </a:spcBef>
                </a:pPr>
                <a:r>
                  <a:rPr lang="en-US" altLang="zh-TW" sz="2800" dirty="0">
                    <a:latin typeface="Corbel" panose="020B0503020204020204" pitchFamily="34" charset="0"/>
                    <a:ea typeface="新細明體" pitchFamily="-106" charset="-120"/>
                    <a:cs typeface="Times"/>
                  </a:rPr>
                  <a:t> </a:t>
                </a:r>
                <a:r>
                  <a:rPr lang="en-US" altLang="zh-TW" sz="2800" dirty="0">
                    <a:ea typeface="新細明體" pitchFamily="-106" charset="-120"/>
                    <a:cs typeface="Times"/>
                  </a:rPr>
                  <a:t>For any event </a:t>
                </a:r>
                <a14:m>
                  <m:oMath xmlns:m="http://schemas.openxmlformats.org/officeDocument/2006/math">
                    <m:r>
                      <a:rPr lang="en-US" altLang="zh-TW" sz="2800" b="0" i="1" smtClean="0">
                        <a:latin typeface="Cambria Math" panose="02040503050406030204" pitchFamily="18" charset="0"/>
                        <a:ea typeface="新細明體" pitchFamily="-106" charset="-120"/>
                        <a:cs typeface="Times"/>
                      </a:rPr>
                      <m:t>𝐴</m:t>
                    </m:r>
                    <m:r>
                      <a:rPr lang="en-US" altLang="zh-TW" sz="2800" b="0" i="1" smtClean="0">
                        <a:latin typeface="Cambria Math" panose="02040503050406030204" pitchFamily="18" charset="0"/>
                        <a:ea typeface="新細明體" pitchFamily="-106" charset="-120"/>
                        <a:cs typeface="Times"/>
                      </a:rPr>
                      <m:t>⊆</m:t>
                    </m:r>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𝐷</m:t>
                        </m:r>
                      </m:e>
                      <m:sub>
                        <m:r>
                          <a:rPr lang="en-US" altLang="zh-TW" sz="2800" i="1">
                            <a:latin typeface="Cambria Math" panose="02040503050406030204" pitchFamily="18" charset="0"/>
                            <a:ea typeface="新細明體" pitchFamily="-106" charset="-120"/>
                            <a:cs typeface="Times"/>
                          </a:rPr>
                          <m:t>𝑋</m:t>
                        </m:r>
                      </m:sub>
                    </m:sSub>
                  </m:oMath>
                </a14:m>
                <a:r>
                  <a:rPr lang="en-US" altLang="zh-TW" sz="2800" dirty="0">
                    <a:latin typeface="Corbel" panose="020B0503020204020204" pitchFamily="34" charset="0"/>
                    <a:ea typeface="新細明體" pitchFamily="-106" charset="-120"/>
                    <a:cs typeface="Times"/>
                  </a:rPr>
                  <a:t> we have </a:t>
                </a:r>
              </a:p>
              <a:p>
                <a:pPr marL="0" indent="0">
                  <a:spcBef>
                    <a:spcPts val="1200"/>
                  </a:spcBef>
                  <a:buNone/>
                </a:pPr>
                <a14:m>
                  <m:oMathPara xmlns:m="http://schemas.openxmlformats.org/officeDocument/2006/math">
                    <m:oMathParaPr>
                      <m:jc m:val="centerGroup"/>
                    </m:oMathParaPr>
                    <m:oMath xmlns:m="http://schemas.openxmlformats.org/officeDocument/2006/math">
                      <m:func>
                        <m:funcPr>
                          <m:ctrlPr>
                            <a:rPr lang="en-US" altLang="zh-TW" sz="2800" i="1">
                              <a:latin typeface="Cambria Math" panose="02040503050406030204" pitchFamily="18" charset="0"/>
                              <a:ea typeface="新細明體" pitchFamily="-106" charset="-120"/>
                              <a:cs typeface="Times"/>
                            </a:rPr>
                          </m:ctrlPr>
                        </m:funcPr>
                        <m:fName>
                          <m:r>
                            <m:rPr>
                              <m:sty m:val="p"/>
                            </m:rPr>
                            <a:rPr lang="en-US" altLang="zh-TW" sz="2800">
                              <a:latin typeface="Cambria Math" panose="02040503050406030204" pitchFamily="18" charset="0"/>
                              <a:ea typeface="新細明體" pitchFamily="-106" charset="-120"/>
                              <a:cs typeface="Times"/>
                            </a:rPr>
                            <m:t>Pr</m:t>
                          </m:r>
                        </m:fName>
                        <m:e>
                          <m:d>
                            <m:dPr>
                              <m:begChr m:val="["/>
                              <m:endChr m:val="]"/>
                              <m:ctrlPr>
                                <a:rPr lang="en-US" altLang="zh-TW" sz="2800" i="1">
                                  <a:latin typeface="Cambria Math" panose="02040503050406030204" pitchFamily="18" charset="0"/>
                                  <a:ea typeface="新細明體" pitchFamily="-106" charset="-120"/>
                                  <a:cs typeface="Times"/>
                                </a:rPr>
                              </m:ctrlPr>
                            </m:dPr>
                            <m:e>
                              <m:r>
                                <a:rPr lang="en-US" altLang="zh-TW" sz="2800" b="0" i="1" smtClean="0">
                                  <a:latin typeface="Cambria Math" panose="02040503050406030204" pitchFamily="18" charset="0"/>
                                  <a:ea typeface="新細明體" pitchFamily="-106" charset="-120"/>
                                  <a:cs typeface="Times"/>
                                </a:rPr>
                                <m:t>𝑋</m:t>
                              </m:r>
                              <m:r>
                                <a:rPr lang="en-US" altLang="zh-TW" sz="2800" b="0" i="1" smtClean="0">
                                  <a:latin typeface="Cambria Math" panose="02040503050406030204" pitchFamily="18" charset="0"/>
                                  <a:ea typeface="新細明體" pitchFamily="-106" charset="-120"/>
                                  <a:cs typeface="Times"/>
                                </a:rPr>
                                <m:t>⊆</m:t>
                              </m:r>
                              <m:r>
                                <a:rPr lang="en-US" altLang="zh-TW" sz="2800" i="1">
                                  <a:latin typeface="Cambria Math" panose="02040503050406030204" pitchFamily="18" charset="0"/>
                                  <a:ea typeface="新細明體" pitchFamily="-106" charset="-120"/>
                                  <a:cs typeface="Times"/>
                                </a:rPr>
                                <m:t>𝐴</m:t>
                              </m:r>
                            </m:e>
                          </m:d>
                        </m:e>
                      </m:func>
                      <m:r>
                        <a:rPr lang="en-US" altLang="zh-TW" sz="2800" b="0" i="1" smtClean="0">
                          <a:latin typeface="Cambria Math" panose="02040503050406030204" pitchFamily="18" charset="0"/>
                          <a:ea typeface="新細明體" pitchFamily="-106" charset="-120"/>
                          <a:cs typeface="Times"/>
                        </a:rPr>
                        <m:t>≡</m:t>
                      </m:r>
                      <m:func>
                        <m:funcPr>
                          <m:ctrlPr>
                            <a:rPr lang="en-US" altLang="zh-TW" sz="2800" i="1">
                              <a:latin typeface="Cambria Math" panose="02040503050406030204" pitchFamily="18" charset="0"/>
                              <a:ea typeface="新細明體" pitchFamily="-106" charset="-120"/>
                              <a:cs typeface="Times"/>
                            </a:rPr>
                          </m:ctrlPr>
                        </m:funcPr>
                        <m:fName>
                          <m:limLow>
                            <m:limLowPr>
                              <m:ctrlPr>
                                <a:rPr lang="en-US" altLang="zh-TW" sz="2800" b="0" i="1" smtClean="0">
                                  <a:latin typeface="Cambria Math" panose="02040503050406030204" pitchFamily="18" charset="0"/>
                                  <a:ea typeface="新細明體" pitchFamily="-106" charset="-120"/>
                                  <a:cs typeface="Times"/>
                                </a:rPr>
                              </m:ctrlPr>
                            </m:limLowPr>
                            <m:e>
                              <m:r>
                                <m:rPr>
                                  <m:sty m:val="p"/>
                                </m:rPr>
                                <a:rPr lang="en-US" altLang="zh-TW" sz="2800">
                                  <a:latin typeface="Cambria Math" panose="02040503050406030204" pitchFamily="18" charset="0"/>
                                  <a:ea typeface="新細明體" pitchFamily="-106" charset="-120"/>
                                  <a:cs typeface="Times"/>
                                </a:rPr>
                                <m:t>Pr</m:t>
                              </m:r>
                            </m:e>
                            <m:lim>
                              <m:r>
                                <a:rPr lang="en-US" altLang="zh-TW" sz="2800" b="0" i="1" smtClean="0">
                                  <a:latin typeface="Cambria Math" panose="02040503050406030204" pitchFamily="18" charset="0"/>
                                  <a:ea typeface="新細明體" pitchFamily="-106" charset="-120"/>
                                  <a:cs typeface="Times"/>
                                </a:rPr>
                                <m:t>𝑋</m:t>
                              </m:r>
                            </m:lim>
                          </m:limLow>
                        </m:fName>
                        <m:e>
                          <m:d>
                            <m:dPr>
                              <m:begChr m:val="["/>
                              <m:endChr m:val="]"/>
                              <m:ctrlPr>
                                <a:rPr lang="en-US" altLang="zh-TW" sz="2800" i="1">
                                  <a:latin typeface="Cambria Math" panose="02040503050406030204" pitchFamily="18" charset="0"/>
                                  <a:ea typeface="新細明體" pitchFamily="-106" charset="-120"/>
                                  <a:cs typeface="Times"/>
                                </a:rPr>
                              </m:ctrlPr>
                            </m:dPr>
                            <m:e>
                              <m:r>
                                <a:rPr lang="en-US" altLang="zh-TW" sz="2800" i="1">
                                  <a:latin typeface="Cambria Math" panose="02040503050406030204" pitchFamily="18" charset="0"/>
                                  <a:ea typeface="新細明體" pitchFamily="-106" charset="-120"/>
                                  <a:cs typeface="Times"/>
                                </a:rPr>
                                <m:t>𝐴</m:t>
                              </m:r>
                            </m:e>
                          </m:d>
                        </m:e>
                      </m:func>
                      <m:r>
                        <a:rPr lang="en-US" altLang="zh-TW" sz="2800" i="1">
                          <a:latin typeface="Cambria Math" panose="02040503050406030204" pitchFamily="18" charset="0"/>
                          <a:ea typeface="新細明體" pitchFamily="-106" charset="-120"/>
                          <a:cs typeface="Times"/>
                        </a:rPr>
                        <m:t>=</m:t>
                      </m:r>
                      <m:nary>
                        <m:naryPr>
                          <m:chr m:val="∑"/>
                          <m:supHide m:val="on"/>
                          <m:ctrlPr>
                            <a:rPr lang="en-US" altLang="zh-TW" sz="2800" i="1">
                              <a:latin typeface="Cambria Math" panose="02040503050406030204" pitchFamily="18" charset="0"/>
                              <a:ea typeface="新細明體" pitchFamily="-106" charset="-120"/>
                              <a:cs typeface="Times"/>
                            </a:rPr>
                          </m:ctrlPr>
                        </m:naryPr>
                        <m:sub>
                          <m:r>
                            <a:rPr lang="en-US" altLang="zh-TW" sz="2800" i="1">
                              <a:latin typeface="Cambria Math" panose="02040503050406030204" pitchFamily="18" charset="0"/>
                              <a:ea typeface="新細明體" pitchFamily="-106" charset="-120"/>
                              <a:cs typeface="Times"/>
                            </a:rPr>
                            <m:t>𝑥</m:t>
                          </m:r>
                          <m:r>
                            <a:rPr lang="en-US" altLang="zh-TW" sz="2800" i="1">
                              <a:latin typeface="Cambria Math" panose="02040503050406030204" pitchFamily="18" charset="0"/>
                              <a:ea typeface="新細明體" pitchFamily="-106" charset="-120"/>
                              <a:cs typeface="Times"/>
                            </a:rPr>
                            <m:t>∈</m:t>
                          </m:r>
                          <m:r>
                            <a:rPr lang="en-US" altLang="zh-TW" sz="2800" i="1">
                              <a:latin typeface="Cambria Math" panose="02040503050406030204" pitchFamily="18" charset="0"/>
                              <a:ea typeface="新細明體" pitchFamily="-106" charset="-120"/>
                              <a:cs typeface="Times"/>
                            </a:rPr>
                            <m:t>𝐴</m:t>
                          </m:r>
                        </m:sub>
                        <m:sup/>
                        <m:e>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𝑝</m:t>
                              </m:r>
                            </m:e>
                            <m:sub>
                              <m:r>
                                <a:rPr lang="en-US" altLang="zh-TW" sz="2800" i="1">
                                  <a:latin typeface="Cambria Math" panose="02040503050406030204" pitchFamily="18" charset="0"/>
                                  <a:ea typeface="新細明體" pitchFamily="-106" charset="-120"/>
                                  <a:cs typeface="Times"/>
                                </a:rPr>
                                <m:t>𝑋</m:t>
                              </m:r>
                            </m:sub>
                          </m:sSub>
                          <m:d>
                            <m:dPr>
                              <m:ctrlPr>
                                <a:rPr lang="en-US" altLang="zh-TW" sz="2800" i="1">
                                  <a:latin typeface="Cambria Math" panose="02040503050406030204" pitchFamily="18" charset="0"/>
                                  <a:ea typeface="新細明體" pitchFamily="-106" charset="-120"/>
                                  <a:cs typeface="Times"/>
                                </a:rPr>
                              </m:ctrlPr>
                            </m:dPr>
                            <m:e>
                              <m:r>
                                <a:rPr lang="en-US" altLang="zh-TW" sz="2800" i="1">
                                  <a:latin typeface="Cambria Math" panose="02040503050406030204" pitchFamily="18" charset="0"/>
                                  <a:ea typeface="新細明體" pitchFamily="-106" charset="-120"/>
                                  <a:cs typeface="Times"/>
                                </a:rPr>
                                <m:t>𝑥</m:t>
                              </m:r>
                            </m:e>
                          </m:d>
                        </m:e>
                      </m:nary>
                    </m:oMath>
                  </m:oMathPara>
                </a14:m>
                <a:endParaRPr lang="en-US" altLang="zh-TW" sz="2800" dirty="0">
                  <a:latin typeface="Corbel" panose="020B0503020204020204" pitchFamily="34" charset="0"/>
                  <a:ea typeface="新細明體" pitchFamily="-106" charset="-120"/>
                  <a:cs typeface="Times"/>
                </a:endParaRPr>
              </a:p>
              <a:p>
                <a:pPr>
                  <a:spcBef>
                    <a:spcPts val="1200"/>
                  </a:spcBef>
                </a:pPr>
                <a:r>
                  <a:rPr lang="en-US" altLang="zh-TW" sz="2800" dirty="0">
                    <a:latin typeface="Corbel" panose="020B0503020204020204" pitchFamily="34" charset="0"/>
                    <a:ea typeface="新細明體" pitchFamily="-106" charset="-120"/>
                    <a:cs typeface="Times"/>
                  </a:rPr>
                  <a:t>In particular </a:t>
                </a:r>
              </a:p>
              <a:p>
                <a:pPr marL="0" indent="0">
                  <a:spcBef>
                    <a:spcPts val="1200"/>
                  </a:spcBef>
                  <a:buNone/>
                </a:pPr>
                <a14:m>
                  <m:oMathPara xmlns:m="http://schemas.openxmlformats.org/officeDocument/2006/math">
                    <m:oMathParaPr>
                      <m:jc m:val="centerGroup"/>
                    </m:oMathParaPr>
                    <m:oMath xmlns:m="http://schemas.openxmlformats.org/officeDocument/2006/math">
                      <m:func>
                        <m:funcPr>
                          <m:ctrlPr>
                            <a:rPr lang="en-US" altLang="zh-TW" sz="2800" b="0" i="1" smtClean="0">
                              <a:latin typeface="Cambria Math" panose="02040503050406030204" pitchFamily="18" charset="0"/>
                              <a:ea typeface="新細明體" pitchFamily="-106" charset="-120"/>
                              <a:cs typeface="Times"/>
                            </a:rPr>
                          </m:ctrlPr>
                        </m:funcPr>
                        <m:fName>
                          <m:r>
                            <m:rPr>
                              <m:sty m:val="p"/>
                            </m:rPr>
                            <a:rPr lang="en-US" altLang="zh-TW" sz="2800" b="0" i="0" smtClean="0">
                              <a:latin typeface="Cambria Math" panose="02040503050406030204" pitchFamily="18" charset="0"/>
                              <a:ea typeface="新細明體" pitchFamily="-106" charset="-120"/>
                              <a:cs typeface="Times"/>
                            </a:rPr>
                            <m:t>Pr</m:t>
                          </m:r>
                        </m:fName>
                        <m:e>
                          <m:d>
                            <m:dPr>
                              <m:begChr m:val="["/>
                              <m:endChr m:val="]"/>
                              <m:ctrlPr>
                                <a:rPr lang="en-US" altLang="zh-TW" sz="2800" b="0" i="1" smtClean="0">
                                  <a:latin typeface="Cambria Math" panose="02040503050406030204" pitchFamily="18" charset="0"/>
                                  <a:ea typeface="新細明體" pitchFamily="-106" charset="-120"/>
                                  <a:cs typeface="Times"/>
                                </a:rPr>
                              </m:ctrlPr>
                            </m:dPr>
                            <m:e>
                              <m:r>
                                <a:rPr lang="en-US" altLang="zh-TW" sz="2800" b="0" i="1" smtClean="0">
                                  <a:latin typeface="Cambria Math" panose="02040503050406030204" pitchFamily="18" charset="0"/>
                                  <a:ea typeface="新細明體" pitchFamily="-106" charset="-120"/>
                                  <a:cs typeface="Times"/>
                                </a:rPr>
                                <m:t>𝐴</m:t>
                              </m:r>
                            </m:e>
                          </m:d>
                        </m:e>
                      </m:func>
                      <m:r>
                        <a:rPr lang="en-US" altLang="zh-TW" sz="2800" b="0" i="1" smtClean="0">
                          <a:latin typeface="Cambria Math" panose="02040503050406030204" pitchFamily="18" charset="0"/>
                          <a:ea typeface="新細明體" pitchFamily="-106" charset="-120"/>
                          <a:cs typeface="Times"/>
                        </a:rPr>
                        <m:t>+</m:t>
                      </m:r>
                      <m:func>
                        <m:funcPr>
                          <m:ctrlPr>
                            <a:rPr lang="en-US" altLang="zh-TW" sz="2800" b="0" i="1" smtClean="0">
                              <a:latin typeface="Cambria Math" panose="02040503050406030204" pitchFamily="18" charset="0"/>
                              <a:ea typeface="新細明體" pitchFamily="-106" charset="-120"/>
                              <a:cs typeface="Times"/>
                            </a:rPr>
                          </m:ctrlPr>
                        </m:funcPr>
                        <m:fName>
                          <m:r>
                            <m:rPr>
                              <m:sty m:val="p"/>
                            </m:rPr>
                            <a:rPr lang="en-US" altLang="zh-TW" sz="2800" b="0" i="0" smtClean="0">
                              <a:latin typeface="Cambria Math" panose="02040503050406030204" pitchFamily="18" charset="0"/>
                              <a:ea typeface="新細明體" pitchFamily="-106" charset="-120"/>
                              <a:cs typeface="Times"/>
                            </a:rPr>
                            <m:t>Pr</m:t>
                          </m:r>
                        </m:fName>
                        <m:e>
                          <m:d>
                            <m:dPr>
                              <m:begChr m:val="["/>
                              <m:endChr m:val="]"/>
                              <m:ctrlPr>
                                <a:rPr lang="en-US" altLang="zh-TW" sz="2800" b="0" i="1" smtClean="0">
                                  <a:latin typeface="Cambria Math" panose="02040503050406030204" pitchFamily="18" charset="0"/>
                                  <a:ea typeface="新細明體" pitchFamily="-106" charset="-120"/>
                                  <a:cs typeface="Times"/>
                                </a:rPr>
                              </m:ctrlPr>
                            </m:dPr>
                            <m:e>
                              <m:r>
                                <a:rPr lang="en-US" altLang="zh-TW" sz="2800" b="0" i="1" smtClean="0">
                                  <a:latin typeface="Cambria Math" panose="02040503050406030204" pitchFamily="18" charset="0"/>
                                  <a:ea typeface="新細明體" pitchFamily="-106" charset="-120"/>
                                  <a:cs typeface="Times"/>
                                </a:rPr>
                                <m:t>𝐵</m:t>
                              </m:r>
                            </m:e>
                          </m:d>
                        </m:e>
                      </m:func>
                      <m:r>
                        <a:rPr lang="en-US" altLang="zh-TW" sz="2800" b="0" i="1" smtClean="0">
                          <a:latin typeface="Cambria Math" panose="02040503050406030204" pitchFamily="18" charset="0"/>
                          <a:ea typeface="新細明體" pitchFamily="-106" charset="-120"/>
                          <a:cs typeface="Times"/>
                        </a:rPr>
                        <m:t>=</m:t>
                      </m:r>
                      <m:func>
                        <m:funcPr>
                          <m:ctrlPr>
                            <a:rPr lang="en-US" altLang="zh-TW" sz="2800" b="0" i="1" smtClean="0">
                              <a:latin typeface="Cambria Math" panose="02040503050406030204" pitchFamily="18" charset="0"/>
                              <a:ea typeface="新細明體" pitchFamily="-106" charset="-120"/>
                              <a:cs typeface="Times"/>
                            </a:rPr>
                          </m:ctrlPr>
                        </m:funcPr>
                        <m:fName>
                          <m:r>
                            <m:rPr>
                              <m:sty m:val="p"/>
                            </m:rPr>
                            <a:rPr lang="en-US" altLang="zh-TW" sz="2800" b="0" i="0" smtClean="0">
                              <a:latin typeface="Cambria Math" panose="02040503050406030204" pitchFamily="18" charset="0"/>
                              <a:ea typeface="新細明體" pitchFamily="-106" charset="-120"/>
                              <a:cs typeface="Times"/>
                            </a:rPr>
                            <m:t>Pr</m:t>
                          </m:r>
                        </m:fName>
                        <m:e>
                          <m:d>
                            <m:dPr>
                              <m:begChr m:val="["/>
                              <m:endChr m:val="]"/>
                              <m:ctrlPr>
                                <a:rPr lang="en-US" altLang="zh-TW" sz="2800" b="0" i="1" smtClean="0">
                                  <a:latin typeface="Cambria Math" panose="02040503050406030204" pitchFamily="18" charset="0"/>
                                  <a:ea typeface="新細明體" pitchFamily="-106" charset="-120"/>
                                  <a:cs typeface="Times"/>
                                </a:rPr>
                              </m:ctrlPr>
                            </m:dPr>
                            <m:e>
                              <m:r>
                                <a:rPr lang="en-US" altLang="zh-TW" sz="2800" b="0" i="1" smtClean="0">
                                  <a:latin typeface="Cambria Math" panose="02040503050406030204" pitchFamily="18" charset="0"/>
                                  <a:ea typeface="新細明體" pitchFamily="-106" charset="-120"/>
                                  <a:cs typeface="Times"/>
                                </a:rPr>
                                <m:t>𝐴</m:t>
                              </m:r>
                              <m:r>
                                <a:rPr lang="en-US" altLang="zh-TW" sz="2800" b="0" i="1" smtClean="0">
                                  <a:latin typeface="Cambria Math" panose="02040503050406030204" pitchFamily="18" charset="0"/>
                                  <a:ea typeface="新細明體" pitchFamily="-106" charset="-120"/>
                                  <a:cs typeface="Times"/>
                                </a:rPr>
                                <m:t>∩</m:t>
                              </m:r>
                              <m:r>
                                <a:rPr lang="en-US" altLang="zh-TW" sz="2800" b="0" i="1" smtClean="0">
                                  <a:latin typeface="Cambria Math" panose="02040503050406030204" pitchFamily="18" charset="0"/>
                                  <a:ea typeface="新細明體" pitchFamily="-106" charset="-120"/>
                                  <a:cs typeface="Times"/>
                                </a:rPr>
                                <m:t>𝐵</m:t>
                              </m:r>
                            </m:e>
                          </m:d>
                        </m:e>
                      </m:func>
                      <m:r>
                        <a:rPr lang="en-US" altLang="zh-TW" sz="2800" b="0" i="1" smtClean="0">
                          <a:latin typeface="Cambria Math" panose="02040503050406030204" pitchFamily="18" charset="0"/>
                          <a:ea typeface="新細明體" pitchFamily="-106" charset="-120"/>
                          <a:cs typeface="Times"/>
                        </a:rPr>
                        <m:t>+</m:t>
                      </m:r>
                      <m:func>
                        <m:funcPr>
                          <m:ctrlPr>
                            <a:rPr lang="en-US" altLang="zh-TW" sz="2800" b="0" i="1" smtClean="0">
                              <a:latin typeface="Cambria Math" panose="02040503050406030204" pitchFamily="18" charset="0"/>
                              <a:ea typeface="新細明體" pitchFamily="-106" charset="-120"/>
                              <a:cs typeface="Times"/>
                            </a:rPr>
                          </m:ctrlPr>
                        </m:funcPr>
                        <m:fName>
                          <m:r>
                            <m:rPr>
                              <m:sty m:val="p"/>
                            </m:rPr>
                            <a:rPr lang="en-US" altLang="zh-TW" sz="2800" b="0" i="0" smtClean="0">
                              <a:latin typeface="Cambria Math" panose="02040503050406030204" pitchFamily="18" charset="0"/>
                              <a:ea typeface="新細明體" pitchFamily="-106" charset="-120"/>
                              <a:cs typeface="Times"/>
                            </a:rPr>
                            <m:t>Pr</m:t>
                          </m:r>
                        </m:fName>
                        <m:e>
                          <m:d>
                            <m:dPr>
                              <m:begChr m:val="["/>
                              <m:endChr m:val="]"/>
                              <m:ctrlPr>
                                <a:rPr lang="en-US" altLang="zh-TW" sz="2800" b="0" i="1" smtClean="0">
                                  <a:latin typeface="Cambria Math" panose="02040503050406030204" pitchFamily="18" charset="0"/>
                                  <a:ea typeface="新細明體" pitchFamily="-106" charset="-120"/>
                                  <a:cs typeface="Times"/>
                                </a:rPr>
                              </m:ctrlPr>
                            </m:dPr>
                            <m:e>
                              <m:r>
                                <a:rPr lang="en-US" altLang="zh-TW" sz="2800" b="0" i="1" smtClean="0">
                                  <a:latin typeface="Cambria Math" panose="02040503050406030204" pitchFamily="18" charset="0"/>
                                  <a:ea typeface="新細明體" pitchFamily="-106" charset="-120"/>
                                  <a:cs typeface="Times"/>
                                </a:rPr>
                                <m:t>𝐴</m:t>
                              </m:r>
                              <m:r>
                                <a:rPr lang="en-US" altLang="zh-TW" sz="2800" b="0" i="1" smtClean="0">
                                  <a:latin typeface="Cambria Math" panose="02040503050406030204" pitchFamily="18" charset="0"/>
                                  <a:ea typeface="新細明體" pitchFamily="-106" charset="-120"/>
                                  <a:cs typeface="Times"/>
                                </a:rPr>
                                <m:t>∪</m:t>
                              </m:r>
                              <m:r>
                                <a:rPr lang="en-US" altLang="zh-TW" sz="2800" b="0" i="1" smtClean="0">
                                  <a:latin typeface="Cambria Math" panose="02040503050406030204" pitchFamily="18" charset="0"/>
                                  <a:ea typeface="新細明體" pitchFamily="-106" charset="-120"/>
                                  <a:cs typeface="Times"/>
                                </a:rPr>
                                <m:t>𝐵</m:t>
                              </m:r>
                            </m:e>
                          </m:d>
                        </m:e>
                      </m:func>
                    </m:oMath>
                  </m:oMathPara>
                </a14:m>
                <a:endParaRPr lang="en-US" altLang="zh-TW" dirty="0">
                  <a:latin typeface="Corbel" panose="020B0503020204020204" pitchFamily="34" charset="0"/>
                  <a:ea typeface="新細明體" pitchFamily="-106" charset="-120"/>
                  <a:cs typeface="Times"/>
                </a:endParaRPr>
              </a:p>
            </p:txBody>
          </p:sp>
        </mc:Choice>
        <mc:Fallback xmlns="">
          <p:sp>
            <p:nvSpPr>
              <p:cNvPr id="575491" name="Rectangle 3"/>
              <p:cNvSpPr>
                <a:spLocks noGrp="1" noRot="1" noChangeAspect="1" noMove="1" noResize="1" noEditPoints="1" noAdjustHandles="1" noChangeArrowheads="1" noChangeShapeType="1" noTextEdit="1"/>
              </p:cNvSpPr>
              <p:nvPr>
                <p:ph idx="1"/>
              </p:nvPr>
            </p:nvSpPr>
            <p:spPr>
              <a:xfrm>
                <a:off x="228600" y="1360098"/>
                <a:ext cx="12115800" cy="5345503"/>
              </a:xfrm>
              <a:blipFill>
                <a:blip r:embed="rId3"/>
                <a:stretch>
                  <a:fillRect l="-419" t="-1425" b="-18290"/>
                </a:stretch>
              </a:blipFill>
            </p:spPr>
            <p:txBody>
              <a:bodyPr/>
              <a:lstStyle/>
              <a:p>
                <a:r>
                  <a:rPr lang="en-GB">
                    <a:noFill/>
                  </a:rPr>
                  <a:t> </a:t>
                </a:r>
              </a:p>
            </p:txBody>
          </p:sp>
        </mc:Fallback>
      </mc:AlternateContent>
      <p:sp>
        <p:nvSpPr>
          <p:cNvPr id="5" name="Slide Number Placeholder 4"/>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7</a:t>
            </a:fld>
            <a:endParaRPr lang="en-US" altLang="zh-TW"/>
          </a:p>
        </p:txBody>
      </p:sp>
      <mc:AlternateContent xmlns:mc="http://schemas.openxmlformats.org/markup-compatibility/2006" xmlns:a14="http://schemas.microsoft.com/office/drawing/2010/main">
        <mc:Choice Requires="a14">
          <p:sp>
            <p:nvSpPr>
              <p:cNvPr id="2" name="Oval 1">
                <a:extLst>
                  <a:ext uri="{FF2B5EF4-FFF2-40B4-BE49-F238E27FC236}">
                    <a16:creationId xmlns:a16="http://schemas.microsoft.com/office/drawing/2014/main" id="{D8E18CCD-3FC9-564C-8DAA-11382D504304}"/>
                  </a:ext>
                </a:extLst>
              </p:cNvPr>
              <p:cNvSpPr/>
              <p:nvPr/>
            </p:nvSpPr>
            <p:spPr>
              <a:xfrm>
                <a:off x="8686801" y="3690805"/>
                <a:ext cx="1324767" cy="1324767"/>
              </a:xfrm>
              <a:prstGeom prst="ellipse">
                <a:avLst/>
              </a:prstGeom>
              <a:solidFill>
                <a:srgbClr val="00B0F0">
                  <a:alpha val="50196"/>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panose="02040503050406030204" pitchFamily="18" charset="0"/>
                        </a:rPr>
                        <m:t>𝐴</m:t>
                      </m:r>
                    </m:oMath>
                  </m:oMathPara>
                </a14:m>
                <a:endParaRPr lang="en-US" sz="4000" dirty="0"/>
              </a:p>
            </p:txBody>
          </p:sp>
        </mc:Choice>
        <mc:Fallback xmlns="">
          <p:sp>
            <p:nvSpPr>
              <p:cNvPr id="2" name="Oval 1">
                <a:extLst>
                  <a:ext uri="{FF2B5EF4-FFF2-40B4-BE49-F238E27FC236}">
                    <a16:creationId xmlns:a16="http://schemas.microsoft.com/office/drawing/2014/main" id="{D8E18CCD-3FC9-564C-8DAA-11382D504304}"/>
                  </a:ext>
                </a:extLst>
              </p:cNvPr>
              <p:cNvSpPr>
                <a:spLocks noRot="1" noChangeAspect="1" noMove="1" noResize="1" noEditPoints="1" noAdjustHandles="1" noChangeArrowheads="1" noChangeShapeType="1" noTextEdit="1"/>
              </p:cNvSpPr>
              <p:nvPr/>
            </p:nvSpPr>
            <p:spPr>
              <a:xfrm>
                <a:off x="8686801" y="3690805"/>
                <a:ext cx="1324767" cy="1324767"/>
              </a:xfrm>
              <a:prstGeom prst="ellipse">
                <a:avLst/>
              </a:prstGeom>
              <a:blipFill>
                <a:blip r:embed="rId4"/>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72E06DDF-B941-3042-BA42-B1AAE6954148}"/>
                  </a:ext>
                </a:extLst>
              </p:cNvPr>
              <p:cNvSpPr/>
              <p:nvPr/>
            </p:nvSpPr>
            <p:spPr>
              <a:xfrm>
                <a:off x="9038434" y="4695034"/>
                <a:ext cx="1324767" cy="1324767"/>
              </a:xfrm>
              <a:prstGeom prst="ellipse">
                <a:avLst/>
              </a:prstGeom>
              <a:solidFill>
                <a:srgbClr val="FFC000">
                  <a:alpha val="50196"/>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panose="02040503050406030204" pitchFamily="18" charset="0"/>
                        </a:rPr>
                        <m:t>𝐵</m:t>
                      </m:r>
                    </m:oMath>
                  </m:oMathPara>
                </a14:m>
                <a:endParaRPr lang="en-US" sz="4000"/>
              </a:p>
            </p:txBody>
          </p:sp>
        </mc:Choice>
        <mc:Fallback xmlns="">
          <p:sp>
            <p:nvSpPr>
              <p:cNvPr id="7" name="Oval 6">
                <a:extLst>
                  <a:ext uri="{FF2B5EF4-FFF2-40B4-BE49-F238E27FC236}">
                    <a16:creationId xmlns:a16="http://schemas.microsoft.com/office/drawing/2014/main" id="{72E06DDF-B941-3042-BA42-B1AAE6954148}"/>
                  </a:ext>
                </a:extLst>
              </p:cNvPr>
              <p:cNvSpPr>
                <a:spLocks noRot="1" noChangeAspect="1" noMove="1" noResize="1" noEditPoints="1" noAdjustHandles="1" noChangeArrowheads="1" noChangeShapeType="1" noTextEdit="1"/>
              </p:cNvSpPr>
              <p:nvPr/>
            </p:nvSpPr>
            <p:spPr>
              <a:xfrm>
                <a:off x="9038434" y="4695034"/>
                <a:ext cx="1324767" cy="1324767"/>
              </a:xfrm>
              <a:prstGeom prst="ellipse">
                <a:avLst/>
              </a:prstGeom>
              <a:blipFill>
                <a:blip r:embed="rId5"/>
                <a:stretch>
                  <a:fillRect/>
                </a:stretch>
              </a:blipFill>
              <a:ln>
                <a:solidFill>
                  <a:schemeClr val="tx1"/>
                </a:solidFill>
              </a:ln>
            </p:spPr>
            <p:txBody>
              <a:bodyPr/>
              <a:lstStyle/>
              <a:p>
                <a:r>
                  <a:rPr lang="en-GB">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514" name="Rectangle 2"/>
          <p:cNvSpPr>
            <a:spLocks noGrp="1" noChangeArrowheads="1"/>
          </p:cNvSpPr>
          <p:nvPr>
            <p:ph type="title"/>
          </p:nvPr>
        </p:nvSpPr>
        <p:spPr>
          <a:xfrm>
            <a:off x="2506134" y="457202"/>
            <a:ext cx="7704667" cy="758297"/>
          </a:xfrm>
        </p:spPr>
        <p:txBody>
          <a:bodyPr/>
          <a:lstStyle/>
          <a:p>
            <a:r>
              <a:rPr lang="en-US" altLang="zh-TW">
                <a:ea typeface="新細明體" pitchFamily="-106" charset="-120"/>
                <a:cs typeface="新細明體" pitchFamily="-106" charset="-120"/>
              </a:rPr>
              <a:t>Joint Probability</a:t>
            </a:r>
          </a:p>
        </p:txBody>
      </p:sp>
      <mc:AlternateContent xmlns:mc="http://schemas.openxmlformats.org/markup-compatibility/2006" xmlns:a14="http://schemas.microsoft.com/office/drawing/2010/main">
        <mc:Choice Requires="a14">
          <p:sp>
            <p:nvSpPr>
              <p:cNvPr id="576515" name="Rectangle 3"/>
              <p:cNvSpPr>
                <a:spLocks noGrp="1" noChangeArrowheads="1"/>
              </p:cNvSpPr>
              <p:nvPr>
                <p:ph idx="1"/>
              </p:nvPr>
            </p:nvSpPr>
            <p:spPr>
              <a:xfrm>
                <a:off x="2531533" y="914401"/>
                <a:ext cx="7924800" cy="2584227"/>
              </a:xfrm>
            </p:spPr>
            <p:txBody>
              <a:bodyPr>
                <a:normAutofit/>
              </a:bodyPr>
              <a:lstStyle/>
              <a:p>
                <a:pPr>
                  <a:spcBef>
                    <a:spcPts val="1200"/>
                  </a:spcBef>
                </a:pPr>
                <a:r>
                  <a:rPr lang="en-US" altLang="zh-TW" sz="2800">
                    <a:ea typeface="新細明體" pitchFamily="-106" charset="-120"/>
                    <a:cs typeface="Times"/>
                  </a:rPr>
                  <a:t>Given two random variables </a:t>
                </a:r>
                <a14:m>
                  <m:oMath xmlns:m="http://schemas.openxmlformats.org/officeDocument/2006/math">
                    <m:r>
                      <a:rPr lang="en-US" altLang="zh-TW" sz="2800" i="1">
                        <a:latin typeface="Cambria Math" panose="02040503050406030204" pitchFamily="18" charset="0"/>
                        <a:ea typeface="新細明體" pitchFamily="-106" charset="-120"/>
                        <a:cs typeface="Times"/>
                      </a:rPr>
                      <m:t>𝑋</m:t>
                    </m:r>
                  </m:oMath>
                </a14:m>
                <a:r>
                  <a:rPr lang="en-US" altLang="zh-TW" sz="2800">
                    <a:ea typeface="新細明體" pitchFamily="-106" charset="-120"/>
                    <a:cs typeface="Times"/>
                  </a:rPr>
                  <a:t> and </a:t>
                </a:r>
                <a14:m>
                  <m:oMath xmlns:m="http://schemas.openxmlformats.org/officeDocument/2006/math">
                    <m:r>
                      <a:rPr lang="en-US" altLang="zh-TW" sz="2800" i="1">
                        <a:latin typeface="Cambria Math" panose="02040503050406030204" pitchFamily="18" charset="0"/>
                        <a:ea typeface="新細明體" pitchFamily="-106" charset="-120"/>
                        <a:cs typeface="Times"/>
                      </a:rPr>
                      <m:t>𝑌</m:t>
                    </m:r>
                  </m:oMath>
                </a14:m>
                <a:r>
                  <a:rPr lang="en-US" altLang="zh-TW" sz="2800">
                    <a:ea typeface="新細明體" pitchFamily="-106" charset="-120"/>
                    <a:cs typeface="Times"/>
                  </a:rPr>
                  <a:t>, the </a:t>
                </a:r>
                <a:r>
                  <a:rPr lang="en-US" altLang="zh-TW" sz="2800" b="1">
                    <a:ea typeface="新細明體" pitchFamily="-106" charset="-120"/>
                    <a:cs typeface="Times"/>
                  </a:rPr>
                  <a:t>joint probability </a:t>
                </a:r>
                <a:r>
                  <a:rPr lang="en-US" altLang="zh-TW" sz="2800">
                    <a:ea typeface="新細明體" pitchFamily="-106" charset="-120"/>
                    <a:cs typeface="Times"/>
                  </a:rPr>
                  <a:t>of an atomic event  </a:t>
                </a:r>
                <a14:m>
                  <m:oMath xmlns:m="http://schemas.openxmlformats.org/officeDocument/2006/math">
                    <m:d>
                      <m:dPr>
                        <m:ctrlPr>
                          <a:rPr lang="en-US" altLang="zh-TW" sz="2800" i="1">
                            <a:latin typeface="Cambria Math" panose="02040503050406030204" pitchFamily="18" charset="0"/>
                            <a:ea typeface="新細明體" pitchFamily="-106" charset="-120"/>
                            <a:cs typeface="Times"/>
                          </a:rPr>
                        </m:ctrlPr>
                      </m:dPr>
                      <m:e>
                        <m:r>
                          <a:rPr lang="en-US" altLang="zh-TW" sz="2800" i="1">
                            <a:latin typeface="Cambria Math" panose="02040503050406030204" pitchFamily="18" charset="0"/>
                            <a:ea typeface="新細明體" pitchFamily="-106" charset="-120"/>
                            <a:cs typeface="Times"/>
                          </a:rPr>
                          <m:t>𝑥</m:t>
                        </m:r>
                        <m:r>
                          <a:rPr lang="en-US" altLang="zh-TW" sz="2800" i="1">
                            <a:latin typeface="Cambria Math" panose="02040503050406030204" pitchFamily="18" charset="0"/>
                            <a:ea typeface="新細明體" pitchFamily="-106" charset="-120"/>
                            <a:cs typeface="Times"/>
                          </a:rPr>
                          <m:t>,</m:t>
                        </m:r>
                        <m:r>
                          <a:rPr lang="en-US" altLang="zh-TW" sz="2800" i="1">
                            <a:latin typeface="Cambria Math" panose="02040503050406030204" pitchFamily="18" charset="0"/>
                            <a:ea typeface="新細明體" pitchFamily="-106" charset="-120"/>
                            <a:cs typeface="Times"/>
                          </a:rPr>
                          <m:t>𝑦</m:t>
                        </m:r>
                      </m:e>
                    </m:d>
                    <m:r>
                      <a:rPr lang="en-US" altLang="zh-TW" sz="2800" i="1">
                        <a:latin typeface="Cambria Math" panose="02040503050406030204" pitchFamily="18" charset="0"/>
                        <a:ea typeface="新細明體" pitchFamily="-106" charset="-120"/>
                        <a:cs typeface="Times"/>
                      </a:rPr>
                      <m:t>∈</m:t>
                    </m:r>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𝐷</m:t>
                        </m:r>
                      </m:e>
                      <m:sub>
                        <m:r>
                          <a:rPr lang="en-US" altLang="zh-TW" sz="2800" i="1">
                            <a:latin typeface="Cambria Math" panose="02040503050406030204" pitchFamily="18" charset="0"/>
                            <a:ea typeface="新細明體" pitchFamily="-106" charset="-120"/>
                            <a:cs typeface="Times"/>
                          </a:rPr>
                          <m:t>𝑋</m:t>
                        </m:r>
                      </m:sub>
                    </m:sSub>
                    <m:r>
                      <a:rPr lang="en-US" altLang="zh-TW" sz="2800" i="1">
                        <a:latin typeface="Cambria Math" panose="02040503050406030204" pitchFamily="18" charset="0"/>
                        <a:ea typeface="新細明體" pitchFamily="-106" charset="-120"/>
                        <a:cs typeface="Times"/>
                      </a:rPr>
                      <m:t>×</m:t>
                    </m:r>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𝐷</m:t>
                        </m:r>
                      </m:e>
                      <m:sub>
                        <m:r>
                          <a:rPr lang="en-US" altLang="zh-TW" sz="2800" i="1">
                            <a:latin typeface="Cambria Math" panose="02040503050406030204" pitchFamily="18" charset="0"/>
                            <a:ea typeface="新細明體" pitchFamily="-106" charset="-120"/>
                            <a:cs typeface="Times"/>
                          </a:rPr>
                          <m:t>𝑌</m:t>
                        </m:r>
                      </m:sub>
                    </m:sSub>
                  </m:oMath>
                </a14:m>
                <a:r>
                  <a:rPr lang="en-US" altLang="zh-TW" sz="2800">
                    <a:ea typeface="新細明體" pitchFamily="-106" charset="-120"/>
                    <a:cs typeface="Times"/>
                  </a:rPr>
                  <a:t> is </a:t>
                </a:r>
                <a14:m>
                  <m:oMath xmlns:m="http://schemas.openxmlformats.org/officeDocument/2006/math">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𝑝</m:t>
                        </m:r>
                      </m:e>
                      <m:sub>
                        <m:r>
                          <a:rPr lang="en-US" altLang="zh-TW" sz="2800" i="1">
                            <a:latin typeface="Cambria Math" panose="02040503050406030204" pitchFamily="18" charset="0"/>
                            <a:ea typeface="新細明體" pitchFamily="-106" charset="-120"/>
                            <a:cs typeface="Times"/>
                          </a:rPr>
                          <m:t>𝑋</m:t>
                        </m:r>
                        <m:r>
                          <a:rPr lang="en-US" altLang="zh-TW" sz="2800" i="1">
                            <a:latin typeface="Cambria Math" panose="02040503050406030204" pitchFamily="18" charset="0"/>
                            <a:ea typeface="新細明體" pitchFamily="-106" charset="-120"/>
                            <a:cs typeface="Times"/>
                          </a:rPr>
                          <m:t>,</m:t>
                        </m:r>
                        <m:r>
                          <a:rPr lang="en-US" altLang="zh-TW" sz="2800" i="1">
                            <a:latin typeface="Cambria Math" panose="02040503050406030204" pitchFamily="18" charset="0"/>
                            <a:ea typeface="新細明體" pitchFamily="-106" charset="-120"/>
                            <a:cs typeface="Times"/>
                          </a:rPr>
                          <m:t>𝑌</m:t>
                        </m:r>
                      </m:sub>
                    </m:sSub>
                    <m:d>
                      <m:dPr>
                        <m:ctrlPr>
                          <a:rPr lang="en-US" altLang="zh-TW" sz="2800" i="1">
                            <a:latin typeface="Cambria Math" panose="02040503050406030204" pitchFamily="18" charset="0"/>
                            <a:ea typeface="新細明體" pitchFamily="-106" charset="-120"/>
                            <a:cs typeface="Times"/>
                          </a:rPr>
                        </m:ctrlPr>
                      </m:dPr>
                      <m:e>
                        <m:r>
                          <a:rPr lang="en-US" altLang="zh-TW" sz="2800" i="1">
                            <a:latin typeface="Cambria Math" panose="02040503050406030204" pitchFamily="18" charset="0"/>
                            <a:ea typeface="新細明體" pitchFamily="-106" charset="-120"/>
                            <a:cs typeface="Times"/>
                          </a:rPr>
                          <m:t>𝑥</m:t>
                        </m:r>
                        <m:r>
                          <a:rPr lang="en-US" altLang="zh-TW" sz="2800" i="1">
                            <a:latin typeface="Cambria Math" panose="02040503050406030204" pitchFamily="18" charset="0"/>
                            <a:ea typeface="新細明體" pitchFamily="-106" charset="-120"/>
                            <a:cs typeface="Times"/>
                          </a:rPr>
                          <m:t>,</m:t>
                        </m:r>
                        <m:r>
                          <a:rPr lang="en-US" altLang="zh-TW" sz="2800" i="1">
                            <a:latin typeface="Cambria Math" panose="02040503050406030204" pitchFamily="18" charset="0"/>
                            <a:ea typeface="新細明體" pitchFamily="-106" charset="-120"/>
                            <a:cs typeface="Times"/>
                          </a:rPr>
                          <m:t>𝑦</m:t>
                        </m:r>
                      </m:e>
                    </m:d>
                    <m:r>
                      <a:rPr lang="en-US" altLang="zh-TW" sz="2800">
                        <a:latin typeface="Cambria Math" panose="02040503050406030204" pitchFamily="18" charset="0"/>
                        <a:ea typeface="新細明體" pitchFamily="-106" charset="-120"/>
                        <a:cs typeface="Times"/>
                      </a:rPr>
                      <m:t>=</m:t>
                    </m:r>
                    <m:func>
                      <m:funcPr>
                        <m:ctrlPr>
                          <a:rPr lang="en-US" altLang="zh-TW" sz="2800" i="1">
                            <a:latin typeface="Cambria Math" panose="02040503050406030204" pitchFamily="18" charset="0"/>
                            <a:ea typeface="新細明體" pitchFamily="-106" charset="-120"/>
                            <a:cs typeface="Times"/>
                          </a:rPr>
                        </m:ctrlPr>
                      </m:funcPr>
                      <m:fName>
                        <m:r>
                          <m:rPr>
                            <m:sty m:val="p"/>
                          </m:rPr>
                          <a:rPr lang="en-US" altLang="zh-TW" sz="2800">
                            <a:latin typeface="Cambria Math" panose="02040503050406030204" pitchFamily="18" charset="0"/>
                            <a:ea typeface="新細明體" pitchFamily="-106" charset="-120"/>
                            <a:cs typeface="Times"/>
                          </a:rPr>
                          <m:t>Pr</m:t>
                        </m:r>
                      </m:fName>
                      <m:e>
                        <m:d>
                          <m:dPr>
                            <m:begChr m:val="["/>
                            <m:endChr m:val="]"/>
                            <m:ctrlPr>
                              <a:rPr lang="en-US" altLang="zh-TW" sz="2800" i="1">
                                <a:latin typeface="Cambria Math" panose="02040503050406030204" pitchFamily="18" charset="0"/>
                                <a:ea typeface="新細明體" pitchFamily="-106" charset="-120"/>
                                <a:cs typeface="Times"/>
                              </a:rPr>
                            </m:ctrlPr>
                          </m:dPr>
                          <m:e>
                            <m:r>
                              <a:rPr lang="en-US" altLang="zh-TW" sz="2800" i="1">
                                <a:latin typeface="Cambria Math" panose="02040503050406030204" pitchFamily="18" charset="0"/>
                                <a:ea typeface="新細明體" pitchFamily="-106" charset="-120"/>
                                <a:cs typeface="Times"/>
                              </a:rPr>
                              <m:t>𝑋</m:t>
                            </m:r>
                            <m:r>
                              <a:rPr lang="en-US" altLang="zh-TW" sz="2800" i="1">
                                <a:latin typeface="Cambria Math" panose="02040503050406030204" pitchFamily="18" charset="0"/>
                                <a:ea typeface="新細明體" pitchFamily="-106" charset="-120"/>
                                <a:cs typeface="Times"/>
                              </a:rPr>
                              <m:t>=</m:t>
                            </m:r>
                            <m:r>
                              <a:rPr lang="en-US" altLang="zh-TW" sz="2800" i="1">
                                <a:latin typeface="Cambria Math" panose="02040503050406030204" pitchFamily="18" charset="0"/>
                                <a:ea typeface="新細明體" pitchFamily="-106" charset="-120"/>
                                <a:cs typeface="Times"/>
                              </a:rPr>
                              <m:t>𝑥</m:t>
                            </m:r>
                            <m:r>
                              <a:rPr lang="en-US" altLang="zh-TW" sz="2800" i="1">
                                <a:latin typeface="Cambria Math" panose="02040503050406030204" pitchFamily="18" charset="0"/>
                                <a:ea typeface="新細明體" pitchFamily="-106" charset="-120"/>
                                <a:cs typeface="Times"/>
                              </a:rPr>
                              <m:t>∧</m:t>
                            </m:r>
                            <m:r>
                              <a:rPr lang="en-US" altLang="zh-TW" sz="2800" i="1">
                                <a:latin typeface="Cambria Math" panose="02040503050406030204" pitchFamily="18" charset="0"/>
                                <a:ea typeface="新細明體" pitchFamily="-106" charset="-120"/>
                                <a:cs typeface="Times"/>
                              </a:rPr>
                              <m:t>𝑌</m:t>
                            </m:r>
                            <m:r>
                              <a:rPr lang="en-US" altLang="zh-TW" sz="2800" i="1">
                                <a:latin typeface="Cambria Math" panose="02040503050406030204" pitchFamily="18" charset="0"/>
                                <a:ea typeface="新細明體" pitchFamily="-106" charset="-120"/>
                                <a:cs typeface="Times"/>
                              </a:rPr>
                              <m:t>=</m:t>
                            </m:r>
                            <m:r>
                              <a:rPr lang="en-US" altLang="zh-TW" sz="2800" i="1">
                                <a:latin typeface="Cambria Math" panose="02040503050406030204" pitchFamily="18" charset="0"/>
                                <a:ea typeface="新細明體" pitchFamily="-106" charset="-120"/>
                                <a:cs typeface="Times"/>
                              </a:rPr>
                              <m:t>𝑦</m:t>
                            </m:r>
                          </m:e>
                        </m:d>
                      </m:e>
                    </m:func>
                  </m:oMath>
                </a14:m>
                <a:endParaRPr lang="en-US" altLang="zh-TW" sz="2800">
                  <a:ea typeface="新細明體" pitchFamily="-106" charset="-120"/>
                  <a:cs typeface="Times"/>
                </a:endParaRPr>
              </a:p>
              <a:p>
                <a:pPr>
                  <a:spcBef>
                    <a:spcPts val="1200"/>
                  </a:spcBef>
                </a:pPr>
                <a:r>
                  <a:rPr lang="en-US" altLang="zh-TW" sz="2800">
                    <a:ea typeface="新細明體" pitchFamily="-106" charset="-120"/>
                    <a:cs typeface="Times"/>
                  </a:rPr>
                  <a:t>In particular </a:t>
                </a:r>
                <a14:m>
                  <m:oMath xmlns:m="http://schemas.openxmlformats.org/officeDocument/2006/math">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𝑝</m:t>
                        </m:r>
                      </m:e>
                      <m:sub>
                        <m:r>
                          <a:rPr lang="en-US" altLang="zh-TW" sz="2800" i="1">
                            <a:latin typeface="Cambria Math" panose="02040503050406030204" pitchFamily="18" charset="0"/>
                            <a:ea typeface="新細明體" pitchFamily="-106" charset="-120"/>
                            <a:cs typeface="Times"/>
                          </a:rPr>
                          <m:t>𝑋</m:t>
                        </m:r>
                      </m:sub>
                    </m:sSub>
                    <m:d>
                      <m:dPr>
                        <m:ctrlPr>
                          <a:rPr lang="en-US" altLang="zh-TW" sz="2800" i="1">
                            <a:latin typeface="Cambria Math" panose="02040503050406030204" pitchFamily="18" charset="0"/>
                            <a:ea typeface="新細明體" pitchFamily="-106" charset="-120"/>
                            <a:cs typeface="Times"/>
                          </a:rPr>
                        </m:ctrlPr>
                      </m:dPr>
                      <m:e>
                        <m:r>
                          <a:rPr lang="en-US" altLang="zh-TW" sz="2800" i="1">
                            <a:latin typeface="Cambria Math" panose="02040503050406030204" pitchFamily="18" charset="0"/>
                            <a:ea typeface="新細明體" pitchFamily="-106" charset="-120"/>
                            <a:cs typeface="Times"/>
                          </a:rPr>
                          <m:t>𝑥</m:t>
                        </m:r>
                      </m:e>
                    </m:d>
                    <m:r>
                      <a:rPr lang="en-US" altLang="zh-TW" sz="2800" i="1">
                        <a:latin typeface="Cambria Math" panose="02040503050406030204" pitchFamily="18" charset="0"/>
                        <a:ea typeface="新細明體" pitchFamily="-106" charset="-120"/>
                        <a:cs typeface="Times"/>
                      </a:rPr>
                      <m:t>=</m:t>
                    </m:r>
                    <m:nary>
                      <m:naryPr>
                        <m:chr m:val="∑"/>
                        <m:supHide m:val="on"/>
                        <m:ctrlPr>
                          <a:rPr lang="en-US" altLang="zh-TW" sz="2800" i="1">
                            <a:latin typeface="Cambria Math" panose="02040503050406030204" pitchFamily="18" charset="0"/>
                            <a:ea typeface="新細明體" pitchFamily="-106" charset="-120"/>
                            <a:cs typeface="Times"/>
                          </a:rPr>
                        </m:ctrlPr>
                      </m:naryPr>
                      <m:sub>
                        <m:r>
                          <a:rPr lang="en-US" altLang="zh-TW" sz="2800" i="1">
                            <a:latin typeface="Cambria Math" panose="02040503050406030204" pitchFamily="18" charset="0"/>
                            <a:ea typeface="新細明體" pitchFamily="-106" charset="-120"/>
                            <a:cs typeface="Times"/>
                          </a:rPr>
                          <m:t>𝑦</m:t>
                        </m:r>
                        <m:r>
                          <a:rPr lang="en-US" altLang="zh-TW" sz="2800" i="1">
                            <a:latin typeface="Cambria Math" panose="02040503050406030204" pitchFamily="18" charset="0"/>
                            <a:ea typeface="新細明體" pitchFamily="-106" charset="-120"/>
                            <a:cs typeface="Times"/>
                          </a:rPr>
                          <m:t>∈</m:t>
                        </m:r>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𝐷</m:t>
                            </m:r>
                          </m:e>
                          <m:sub>
                            <m:r>
                              <a:rPr lang="en-US" altLang="zh-TW" sz="2800" i="1">
                                <a:latin typeface="Cambria Math" panose="02040503050406030204" pitchFamily="18" charset="0"/>
                                <a:ea typeface="新細明體" pitchFamily="-106" charset="-120"/>
                                <a:cs typeface="Times"/>
                              </a:rPr>
                              <m:t>𝑌</m:t>
                            </m:r>
                          </m:sub>
                        </m:sSub>
                      </m:sub>
                      <m:sup/>
                      <m:e>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𝑝</m:t>
                            </m:r>
                          </m:e>
                          <m:sub>
                            <m:r>
                              <a:rPr lang="en-US" altLang="zh-TW" sz="2800" i="1">
                                <a:latin typeface="Cambria Math" panose="02040503050406030204" pitchFamily="18" charset="0"/>
                                <a:ea typeface="新細明體" pitchFamily="-106" charset="-120"/>
                                <a:cs typeface="Times"/>
                              </a:rPr>
                              <m:t>𝑋</m:t>
                            </m:r>
                            <m:r>
                              <a:rPr lang="en-US" altLang="zh-TW" sz="2800" i="1">
                                <a:latin typeface="Cambria Math" panose="02040503050406030204" pitchFamily="18" charset="0"/>
                                <a:ea typeface="新細明體" pitchFamily="-106" charset="-120"/>
                                <a:cs typeface="Times"/>
                              </a:rPr>
                              <m:t>,</m:t>
                            </m:r>
                            <m:r>
                              <a:rPr lang="en-US" altLang="zh-TW" sz="2800" i="1">
                                <a:latin typeface="Cambria Math" panose="02040503050406030204" pitchFamily="18" charset="0"/>
                                <a:ea typeface="新細明體" pitchFamily="-106" charset="-120"/>
                                <a:cs typeface="Times"/>
                              </a:rPr>
                              <m:t>𝑌</m:t>
                            </m:r>
                          </m:sub>
                        </m:sSub>
                        <m:d>
                          <m:dPr>
                            <m:ctrlPr>
                              <a:rPr lang="en-US" altLang="zh-TW" sz="2800" i="1">
                                <a:latin typeface="Cambria Math" panose="02040503050406030204" pitchFamily="18" charset="0"/>
                                <a:ea typeface="新細明體" pitchFamily="-106" charset="-120"/>
                                <a:cs typeface="Times"/>
                              </a:rPr>
                            </m:ctrlPr>
                          </m:dPr>
                          <m:e>
                            <m:r>
                              <a:rPr lang="en-US" altLang="zh-TW" sz="2800" i="1">
                                <a:latin typeface="Cambria Math" panose="02040503050406030204" pitchFamily="18" charset="0"/>
                                <a:ea typeface="新細明體" pitchFamily="-106" charset="-120"/>
                                <a:cs typeface="Times"/>
                              </a:rPr>
                              <m:t>𝑥</m:t>
                            </m:r>
                            <m:r>
                              <a:rPr lang="en-US" altLang="zh-TW" sz="2800" i="1">
                                <a:latin typeface="Cambria Math" panose="02040503050406030204" pitchFamily="18" charset="0"/>
                                <a:ea typeface="新細明體" pitchFamily="-106" charset="-120"/>
                                <a:cs typeface="Times"/>
                              </a:rPr>
                              <m:t>,</m:t>
                            </m:r>
                            <m:r>
                              <a:rPr lang="en-US" altLang="zh-TW" sz="2800" i="1">
                                <a:latin typeface="Cambria Math" panose="02040503050406030204" pitchFamily="18" charset="0"/>
                                <a:ea typeface="新細明體" pitchFamily="-106" charset="-120"/>
                                <a:cs typeface="Times"/>
                              </a:rPr>
                              <m:t>𝑦</m:t>
                            </m:r>
                          </m:e>
                        </m:d>
                        <m:r>
                          <a:rPr lang="en-US" altLang="zh-TW" sz="2800" i="1">
                            <a:latin typeface="Cambria Math" panose="02040503050406030204" pitchFamily="18" charset="0"/>
                            <a:ea typeface="新細明體" pitchFamily="-106" charset="-120"/>
                            <a:cs typeface="Times"/>
                          </a:rPr>
                          <m:t> </m:t>
                        </m:r>
                      </m:e>
                    </m:nary>
                  </m:oMath>
                </a14:m>
                <a:endParaRPr lang="en-US" altLang="zh-TW" sz="2800">
                  <a:ea typeface="新細明體" pitchFamily="-106" charset="-120"/>
                  <a:cs typeface="Times"/>
                </a:endParaRPr>
              </a:p>
            </p:txBody>
          </p:sp>
        </mc:Choice>
        <mc:Fallback xmlns="">
          <p:sp>
            <p:nvSpPr>
              <p:cNvPr id="576515" name="Rectangle 3"/>
              <p:cNvSpPr>
                <a:spLocks noGrp="1" noRot="1" noChangeAspect="1" noMove="1" noResize="1" noEditPoints="1" noAdjustHandles="1" noChangeArrowheads="1" noChangeShapeType="1" noTextEdit="1"/>
              </p:cNvSpPr>
              <p:nvPr>
                <p:ph idx="1"/>
              </p:nvPr>
            </p:nvSpPr>
            <p:spPr>
              <a:xfrm>
                <a:off x="2531533" y="914401"/>
                <a:ext cx="7924800" cy="2584227"/>
              </a:xfrm>
              <a:blipFill>
                <a:blip r:embed="rId3"/>
                <a:stretch>
                  <a:fillRect l="-480" t="-2941" r="-1760" b="-16176"/>
                </a:stretch>
              </a:blipFill>
            </p:spPr>
            <p:txBody>
              <a:bodyPr/>
              <a:lstStyle/>
              <a:p>
                <a:r>
                  <a:rPr lang="en-GB">
                    <a:noFill/>
                  </a:rPr>
                  <a:t> </a:t>
                </a:r>
              </a:p>
            </p:txBody>
          </p:sp>
        </mc:Fallback>
      </mc:AlternateContent>
      <p:sp>
        <p:nvSpPr>
          <p:cNvPr id="7" name="Slide Number Placeholder 6"/>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8</a:t>
            </a:fld>
            <a:endParaRPr lang="en-US" altLang="zh-TW"/>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D6BECA46-7899-E349-AA33-77EA5D49C199}"/>
                  </a:ext>
                </a:extLst>
              </p:cNvPr>
              <p:cNvGraphicFramePr>
                <a:graphicFrameLocks noGrp="1"/>
              </p:cNvGraphicFramePr>
              <p:nvPr/>
            </p:nvGraphicFramePr>
            <p:xfrm>
              <a:off x="2226733" y="3498627"/>
              <a:ext cx="8229600" cy="2498154"/>
            </p:xfrm>
            <a:graphic>
              <a:graphicData uri="http://schemas.openxmlformats.org/drawingml/2006/table">
                <a:tbl>
                  <a:tblPr firstRow="1" bandRow="1">
                    <a:tableStyleId>{5C22544A-7EE6-4342-B048-85BDC9FD1C3A}</a:tableStyleId>
                  </a:tblPr>
                  <a:tblGrid>
                    <a:gridCol w="1474584">
                      <a:extLst>
                        <a:ext uri="{9D8B030D-6E8A-4147-A177-3AD203B41FA5}">
                          <a16:colId xmlns:a16="http://schemas.microsoft.com/office/drawing/2014/main" val="483115949"/>
                        </a:ext>
                      </a:extLst>
                    </a:gridCol>
                    <a:gridCol w="1125836">
                      <a:extLst>
                        <a:ext uri="{9D8B030D-6E8A-4147-A177-3AD203B41FA5}">
                          <a16:colId xmlns:a16="http://schemas.microsoft.com/office/drawing/2014/main" val="2407180998"/>
                        </a:ext>
                      </a:extLst>
                    </a:gridCol>
                    <a:gridCol w="1125836">
                      <a:extLst>
                        <a:ext uri="{9D8B030D-6E8A-4147-A177-3AD203B41FA5}">
                          <a16:colId xmlns:a16="http://schemas.microsoft.com/office/drawing/2014/main" val="87882936"/>
                        </a:ext>
                      </a:extLst>
                    </a:gridCol>
                    <a:gridCol w="1125836">
                      <a:extLst>
                        <a:ext uri="{9D8B030D-6E8A-4147-A177-3AD203B41FA5}">
                          <a16:colId xmlns:a16="http://schemas.microsoft.com/office/drawing/2014/main" val="2228422333"/>
                        </a:ext>
                      </a:extLst>
                    </a:gridCol>
                    <a:gridCol w="1125836">
                      <a:extLst>
                        <a:ext uri="{9D8B030D-6E8A-4147-A177-3AD203B41FA5}">
                          <a16:colId xmlns:a16="http://schemas.microsoft.com/office/drawing/2014/main" val="1474397469"/>
                        </a:ext>
                      </a:extLst>
                    </a:gridCol>
                    <a:gridCol w="1125836">
                      <a:extLst>
                        <a:ext uri="{9D8B030D-6E8A-4147-A177-3AD203B41FA5}">
                          <a16:colId xmlns:a16="http://schemas.microsoft.com/office/drawing/2014/main" val="3139172919"/>
                        </a:ext>
                      </a:extLst>
                    </a:gridCol>
                    <a:gridCol w="1125836">
                      <a:extLst>
                        <a:ext uri="{9D8B030D-6E8A-4147-A177-3AD203B41FA5}">
                          <a16:colId xmlns:a16="http://schemas.microsoft.com/office/drawing/2014/main" val="3697859103"/>
                        </a:ext>
                      </a:extLst>
                    </a:gridCol>
                  </a:tblGrid>
                  <a:tr h="584200">
                    <a:tc>
                      <a:txBody>
                        <a:bodyPr/>
                        <a:lstStyle/>
                        <a:p>
                          <a:pPr algn="ctr"/>
                          <a:r>
                            <a:rPr lang="en-US"/>
                            <a:t>Income </a:t>
                          </a:r>
                          <a:br>
                            <a:rPr lang="en-US"/>
                          </a:br>
                          <a:r>
                            <a:rPr lang="en-US"/>
                            <a:t>(in SGD)</a:t>
                          </a:r>
                        </a:p>
                      </a:txBody>
                      <a:tcPr anchor="ctr"/>
                    </a:tc>
                    <a:tc>
                      <a:txBody>
                        <a:bodyPr/>
                        <a:lstStyle/>
                        <a:p>
                          <a:pPr algn="ctr"/>
                          <a:r>
                            <a:rPr lang="en-US"/>
                            <a:t>15-24</a:t>
                          </a:r>
                        </a:p>
                      </a:txBody>
                      <a:tcPr anchor="ctr"/>
                    </a:tc>
                    <a:tc>
                      <a:txBody>
                        <a:bodyPr/>
                        <a:lstStyle/>
                        <a:p>
                          <a:pPr algn="ctr"/>
                          <a:r>
                            <a:rPr lang="en-US"/>
                            <a:t>25-34</a:t>
                          </a:r>
                        </a:p>
                      </a:txBody>
                      <a:tcPr anchor="ctr"/>
                    </a:tc>
                    <a:tc>
                      <a:txBody>
                        <a:bodyPr/>
                        <a:lstStyle/>
                        <a:p>
                          <a:pPr algn="ctr"/>
                          <a:r>
                            <a:rPr lang="en-US"/>
                            <a:t>35-44</a:t>
                          </a:r>
                        </a:p>
                      </a:txBody>
                      <a:tcPr anchor="ctr"/>
                    </a:tc>
                    <a:tc>
                      <a:txBody>
                        <a:bodyPr/>
                        <a:lstStyle/>
                        <a:p>
                          <a:pPr algn="ctr"/>
                          <a:r>
                            <a:rPr lang="en-US"/>
                            <a:t>45-54</a:t>
                          </a:r>
                        </a:p>
                      </a:txBody>
                      <a:tcPr anchor="ctr"/>
                    </a:tc>
                    <a:tc>
                      <a:txBody>
                        <a:bodyPr/>
                        <a:lstStyle/>
                        <a:p>
                          <a:pPr algn="ctr"/>
                          <a:r>
                            <a:rPr lang="en-US"/>
                            <a:t>55-64</a:t>
                          </a:r>
                        </a:p>
                      </a:txBody>
                      <a:tcPr anchor="ctr"/>
                    </a:tc>
                    <a:tc>
                      <a:txBody>
                        <a:bodyPr/>
                        <a:lstStyle/>
                        <a:p>
                          <a:pPr algn="ctr"/>
                          <a:r>
                            <a:rPr lang="en-US"/>
                            <a:t>65+</a:t>
                          </a:r>
                        </a:p>
                      </a:txBody>
                      <a:tcPr anchor="ctr"/>
                    </a:tc>
                    <a:extLst>
                      <a:ext uri="{0D108BD9-81ED-4DB2-BD59-A6C34878D82A}">
                        <a16:rowId xmlns:a16="http://schemas.microsoft.com/office/drawing/2014/main" val="915044786"/>
                      </a:ext>
                    </a:extLst>
                  </a:tr>
                  <a:tr h="584200">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&lt;</m:t>
                                </m:r>
                                <m:r>
                                  <a:rPr lang="en-US" b="0" i="1" smtClean="0">
                                    <a:latin typeface="Cambria Math" panose="02040503050406030204" pitchFamily="18" charset="0"/>
                                  </a:rPr>
                                  <m:t>𝑆</m:t>
                                </m:r>
                                <m:r>
                                  <a:rPr lang="en-US" b="0" i="1" smtClean="0">
                                    <a:latin typeface="Cambria Math" panose="02040503050406030204" pitchFamily="18" charset="0"/>
                                  </a:rPr>
                                  <m:t>$2500</m:t>
                                </m:r>
                              </m:oMath>
                            </m:oMathPara>
                          </a14:m>
                          <a:endParaRPr lang="en-US"/>
                        </a:p>
                      </a:txBody>
                      <a:tcPr anchor="ctr"/>
                    </a:tc>
                    <a:tc>
                      <a:txBody>
                        <a:bodyPr/>
                        <a:lstStyle/>
                        <a:p>
                          <a:pPr algn="ctr" rtl="0" fontAlgn="b"/>
                          <a14:m>
                            <m:oMathPara xmlns:m="http://schemas.openxmlformats.org/officeDocument/2006/math">
                              <m:oMathParaPr>
                                <m:jc m:val="centerGroup"/>
                              </m:oMathParaPr>
                              <m:oMath xmlns:m="http://schemas.openxmlformats.org/officeDocument/2006/math">
                                <m:r>
                                  <a:rPr lang="en-SG" i="1" smtClean="0">
                                    <a:effectLst/>
                                    <a:latin typeface="Cambria Math" panose="02040503050406030204" pitchFamily="18" charset="0"/>
                                  </a:rPr>
                                  <m:t>0.062</m:t>
                                </m:r>
                              </m:oMath>
                            </m:oMathPara>
                          </a14:m>
                          <a:endParaRPr lang="en-SG">
                            <a:effectLst/>
                          </a:endParaRPr>
                        </a:p>
                      </a:txBody>
                      <a:tcPr marL="28575" marR="28575" marT="19050" marB="19050" anchor="ctr"/>
                    </a:tc>
                    <a:tc>
                      <a:txBody>
                        <a:bodyPr/>
                        <a:lstStyle/>
                        <a:p>
                          <a:pPr algn="ctr" rtl="0" fontAlgn="b"/>
                          <a14:m>
                            <m:oMathPara xmlns:m="http://schemas.openxmlformats.org/officeDocument/2006/math">
                              <m:oMathParaPr>
                                <m:jc m:val="centerGroup"/>
                              </m:oMathParaPr>
                              <m:oMath xmlns:m="http://schemas.openxmlformats.org/officeDocument/2006/math">
                                <m:r>
                                  <a:rPr lang="en-SG" i="1" smtClean="0">
                                    <a:effectLst/>
                                    <a:latin typeface="Cambria Math" panose="02040503050406030204" pitchFamily="18" charset="0"/>
                                  </a:rPr>
                                  <m:t>0.051</m:t>
                                </m:r>
                              </m:oMath>
                            </m:oMathPara>
                          </a14:m>
                          <a:endParaRPr lang="en-SG">
                            <a:effectLst/>
                          </a:endParaRPr>
                        </a:p>
                      </a:txBody>
                      <a:tcPr marL="28575" marR="28575" marT="19050" marB="19050" anchor="ctr"/>
                    </a:tc>
                    <a:tc>
                      <a:txBody>
                        <a:bodyPr/>
                        <a:lstStyle/>
                        <a:p>
                          <a:pPr algn="ctr" rtl="0" fontAlgn="b"/>
                          <a14:m>
                            <m:oMathPara xmlns:m="http://schemas.openxmlformats.org/officeDocument/2006/math">
                              <m:oMathParaPr>
                                <m:jc m:val="centerGroup"/>
                              </m:oMathParaPr>
                              <m:oMath xmlns:m="http://schemas.openxmlformats.org/officeDocument/2006/math">
                                <m:r>
                                  <a:rPr lang="en-SG" i="1" smtClean="0">
                                    <a:effectLst/>
                                    <a:latin typeface="Cambria Math" panose="02040503050406030204" pitchFamily="18" charset="0"/>
                                  </a:rPr>
                                  <m:t>0.037</m:t>
                                </m:r>
                              </m:oMath>
                            </m:oMathPara>
                          </a14:m>
                          <a:endParaRPr lang="en-SG">
                            <a:effectLst/>
                          </a:endParaRPr>
                        </a:p>
                      </a:txBody>
                      <a:tcPr marL="28575" marR="28575" marT="19050" marB="19050" anchor="ctr"/>
                    </a:tc>
                    <a:tc>
                      <a:txBody>
                        <a:bodyPr/>
                        <a:lstStyle/>
                        <a:p>
                          <a:pPr algn="ctr" rtl="0" fontAlgn="b"/>
                          <a14:m>
                            <m:oMathPara xmlns:m="http://schemas.openxmlformats.org/officeDocument/2006/math">
                              <m:oMathParaPr>
                                <m:jc m:val="centerGroup"/>
                              </m:oMathParaPr>
                              <m:oMath xmlns:m="http://schemas.openxmlformats.org/officeDocument/2006/math">
                                <m:r>
                                  <a:rPr lang="en-SG" i="1" smtClean="0">
                                    <a:effectLst/>
                                    <a:latin typeface="Cambria Math" panose="02040503050406030204" pitchFamily="18" charset="0"/>
                                  </a:rPr>
                                  <m:t>0.019</m:t>
                                </m:r>
                              </m:oMath>
                            </m:oMathPara>
                          </a14:m>
                          <a:endParaRPr lang="en-SG">
                            <a:effectLst/>
                          </a:endParaRPr>
                        </a:p>
                      </a:txBody>
                      <a:tcPr marL="28575" marR="28575" marT="19050" marB="19050" anchor="ctr"/>
                    </a:tc>
                    <a:tc>
                      <a:txBody>
                        <a:bodyPr/>
                        <a:lstStyle/>
                        <a:p>
                          <a:pPr algn="ctr" rtl="0" fontAlgn="b"/>
                          <a14:m>
                            <m:oMathPara xmlns:m="http://schemas.openxmlformats.org/officeDocument/2006/math">
                              <m:oMathParaPr>
                                <m:jc m:val="centerGroup"/>
                              </m:oMathParaPr>
                              <m:oMath xmlns:m="http://schemas.openxmlformats.org/officeDocument/2006/math">
                                <m:r>
                                  <a:rPr lang="en-SG" i="1" smtClean="0">
                                    <a:effectLst/>
                                    <a:latin typeface="Cambria Math" panose="02040503050406030204" pitchFamily="18" charset="0"/>
                                  </a:rPr>
                                  <m:t>0.015</m:t>
                                </m:r>
                              </m:oMath>
                            </m:oMathPara>
                          </a14:m>
                          <a:endParaRPr lang="en-SG">
                            <a:effectLst/>
                          </a:endParaRPr>
                        </a:p>
                      </a:txBody>
                      <a:tcPr marL="28575" marR="28575" marT="19050" marB="19050" anchor="ctr"/>
                    </a:tc>
                    <a:tc>
                      <a:txBody>
                        <a:bodyPr/>
                        <a:lstStyle/>
                        <a:p>
                          <a:pPr algn="ctr" rtl="0" fontAlgn="b"/>
                          <a14:m>
                            <m:oMathPara xmlns:m="http://schemas.openxmlformats.org/officeDocument/2006/math">
                              <m:oMathParaPr>
                                <m:jc m:val="centerGroup"/>
                              </m:oMathParaPr>
                              <m:oMath xmlns:m="http://schemas.openxmlformats.org/officeDocument/2006/math">
                                <m:r>
                                  <a:rPr lang="en-SG" i="1" smtClean="0">
                                    <a:effectLst/>
                                    <a:latin typeface="Cambria Math" panose="02040503050406030204" pitchFamily="18" charset="0"/>
                                  </a:rPr>
                                  <m:t>0.039</m:t>
                                </m:r>
                              </m:oMath>
                            </m:oMathPara>
                          </a14:m>
                          <a:endParaRPr lang="en-SG">
                            <a:effectLst/>
                          </a:endParaRPr>
                        </a:p>
                      </a:txBody>
                      <a:tcPr marL="28575" marR="28575" marT="19050" marB="19050" anchor="ctr"/>
                    </a:tc>
                    <a:extLst>
                      <a:ext uri="{0D108BD9-81ED-4DB2-BD59-A6C34878D82A}">
                        <a16:rowId xmlns:a16="http://schemas.microsoft.com/office/drawing/2014/main" val="3792995411"/>
                      </a:ext>
                    </a:extLst>
                  </a:tr>
                  <a:tr h="584200">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$2500−</m:t>
                                </m:r>
                                <m:r>
                                  <a:rPr lang="en-US" b="0" i="1" smtClean="0">
                                    <a:latin typeface="Cambria Math" panose="02040503050406030204" pitchFamily="18" charset="0"/>
                                  </a:rPr>
                                  <m:t>𝑆</m:t>
                                </m:r>
                                <m:r>
                                  <a:rPr lang="en-US" b="0" i="1" smtClean="0">
                                    <a:latin typeface="Cambria Math" panose="02040503050406030204" pitchFamily="18" charset="0"/>
                                  </a:rPr>
                                  <m:t>$5000</m:t>
                                </m:r>
                              </m:oMath>
                            </m:oMathPara>
                          </a14:m>
                          <a:endParaRPr lang="en-US"/>
                        </a:p>
                      </a:txBody>
                      <a:tcPr anchor="ctr"/>
                    </a:tc>
                    <a:tc>
                      <a:txBody>
                        <a:bodyPr/>
                        <a:lstStyle/>
                        <a:p>
                          <a:pPr algn="ctr" rtl="0" fontAlgn="b"/>
                          <a14:m>
                            <m:oMathPara xmlns:m="http://schemas.openxmlformats.org/officeDocument/2006/math">
                              <m:oMathParaPr>
                                <m:jc m:val="centerGroup"/>
                              </m:oMathParaPr>
                              <m:oMath xmlns:m="http://schemas.openxmlformats.org/officeDocument/2006/math">
                                <m:r>
                                  <a:rPr lang="en-SG" i="1" smtClean="0">
                                    <a:effectLst/>
                                    <a:latin typeface="Cambria Math" panose="02040503050406030204" pitchFamily="18" charset="0"/>
                                  </a:rPr>
                                  <m:t>0.078</m:t>
                                </m:r>
                              </m:oMath>
                            </m:oMathPara>
                          </a14:m>
                          <a:endParaRPr lang="en-SG">
                            <a:effectLst/>
                          </a:endParaRPr>
                        </a:p>
                      </a:txBody>
                      <a:tcPr marL="28575" marR="28575" marT="19050" marB="19050" anchor="ctr"/>
                    </a:tc>
                    <a:tc>
                      <a:txBody>
                        <a:bodyPr/>
                        <a:lstStyle/>
                        <a:p>
                          <a:pPr algn="ctr" rtl="0" fontAlgn="b"/>
                          <a14:m>
                            <m:oMathPara xmlns:m="http://schemas.openxmlformats.org/officeDocument/2006/math">
                              <m:oMathParaPr>
                                <m:jc m:val="centerGroup"/>
                              </m:oMathParaPr>
                              <m:oMath xmlns:m="http://schemas.openxmlformats.org/officeDocument/2006/math">
                                <m:r>
                                  <a:rPr lang="en-SG" i="1" smtClean="0">
                                    <a:effectLst/>
                                    <a:latin typeface="Cambria Math" panose="02040503050406030204" pitchFamily="18" charset="0"/>
                                  </a:rPr>
                                  <m:t>0.068</m:t>
                                </m:r>
                              </m:oMath>
                            </m:oMathPara>
                          </a14:m>
                          <a:endParaRPr lang="en-SG">
                            <a:effectLst/>
                          </a:endParaRPr>
                        </a:p>
                      </a:txBody>
                      <a:tcPr marL="28575" marR="28575" marT="19050" marB="19050" anchor="ctr"/>
                    </a:tc>
                    <a:tc>
                      <a:txBody>
                        <a:bodyPr/>
                        <a:lstStyle/>
                        <a:p>
                          <a:pPr algn="ctr" rtl="0" fontAlgn="b"/>
                          <a14:m>
                            <m:oMathPara xmlns:m="http://schemas.openxmlformats.org/officeDocument/2006/math">
                              <m:oMathParaPr>
                                <m:jc m:val="centerGroup"/>
                              </m:oMathParaPr>
                              <m:oMath xmlns:m="http://schemas.openxmlformats.org/officeDocument/2006/math">
                                <m:r>
                                  <a:rPr lang="en-SG" i="1" smtClean="0">
                                    <a:effectLst/>
                                    <a:latin typeface="Cambria Math" panose="02040503050406030204" pitchFamily="18" charset="0"/>
                                  </a:rPr>
                                  <m:t>0.061</m:t>
                                </m:r>
                              </m:oMath>
                            </m:oMathPara>
                          </a14:m>
                          <a:endParaRPr lang="en-SG">
                            <a:effectLst/>
                          </a:endParaRPr>
                        </a:p>
                      </a:txBody>
                      <a:tcPr marL="28575" marR="28575" marT="19050" marB="19050" anchor="ctr"/>
                    </a:tc>
                    <a:tc>
                      <a:txBody>
                        <a:bodyPr/>
                        <a:lstStyle/>
                        <a:p>
                          <a:pPr algn="ctr" rtl="0" fontAlgn="b"/>
                          <a14:m>
                            <m:oMathPara xmlns:m="http://schemas.openxmlformats.org/officeDocument/2006/math">
                              <m:oMathParaPr>
                                <m:jc m:val="centerGroup"/>
                              </m:oMathParaPr>
                              <m:oMath xmlns:m="http://schemas.openxmlformats.org/officeDocument/2006/math">
                                <m:r>
                                  <a:rPr lang="en-SG" i="1" smtClean="0">
                                    <a:effectLst/>
                                    <a:latin typeface="Cambria Math" panose="02040503050406030204" pitchFamily="18" charset="0"/>
                                  </a:rPr>
                                  <m:t>0.057</m:t>
                                </m:r>
                              </m:oMath>
                            </m:oMathPara>
                          </a14:m>
                          <a:endParaRPr lang="en-SG">
                            <a:effectLst/>
                          </a:endParaRPr>
                        </a:p>
                      </a:txBody>
                      <a:tcPr marL="28575" marR="28575" marT="19050" marB="19050" anchor="ctr"/>
                    </a:tc>
                    <a:tc>
                      <a:txBody>
                        <a:bodyPr/>
                        <a:lstStyle/>
                        <a:p>
                          <a:pPr algn="ctr" rtl="0" fontAlgn="b"/>
                          <a14:m>
                            <m:oMathPara xmlns:m="http://schemas.openxmlformats.org/officeDocument/2006/math">
                              <m:oMathParaPr>
                                <m:jc m:val="centerGroup"/>
                              </m:oMathParaPr>
                              <m:oMath xmlns:m="http://schemas.openxmlformats.org/officeDocument/2006/math">
                                <m:r>
                                  <a:rPr lang="en-SG" i="1" smtClean="0">
                                    <a:effectLst/>
                                    <a:latin typeface="Cambria Math" panose="02040503050406030204" pitchFamily="18" charset="0"/>
                                  </a:rPr>
                                  <m:t>0.031</m:t>
                                </m:r>
                              </m:oMath>
                            </m:oMathPara>
                          </a14:m>
                          <a:endParaRPr lang="en-SG">
                            <a:effectLst/>
                          </a:endParaRPr>
                        </a:p>
                      </a:txBody>
                      <a:tcPr marL="28575" marR="28575" marT="19050" marB="19050" anchor="ctr"/>
                    </a:tc>
                    <a:tc>
                      <a:txBody>
                        <a:bodyPr/>
                        <a:lstStyle/>
                        <a:p>
                          <a:pPr algn="ctr" rtl="0" fontAlgn="b"/>
                          <a14:m>
                            <m:oMathPara xmlns:m="http://schemas.openxmlformats.org/officeDocument/2006/math">
                              <m:oMathParaPr>
                                <m:jc m:val="centerGroup"/>
                              </m:oMathParaPr>
                              <m:oMath xmlns:m="http://schemas.openxmlformats.org/officeDocument/2006/math">
                                <m:r>
                                  <a:rPr lang="en-SG" i="1" smtClean="0">
                                    <a:effectLst/>
                                    <a:latin typeface="Cambria Math" panose="02040503050406030204" pitchFamily="18" charset="0"/>
                                  </a:rPr>
                                  <m:t>0.053</m:t>
                                </m:r>
                              </m:oMath>
                            </m:oMathPara>
                          </a14:m>
                          <a:endParaRPr lang="en-SG">
                            <a:effectLst/>
                          </a:endParaRPr>
                        </a:p>
                      </a:txBody>
                      <a:tcPr marL="28575" marR="28575" marT="19050" marB="19050" anchor="ctr"/>
                    </a:tc>
                    <a:extLst>
                      <a:ext uri="{0D108BD9-81ED-4DB2-BD59-A6C34878D82A}">
                        <a16:rowId xmlns:a16="http://schemas.microsoft.com/office/drawing/2014/main" val="3739013063"/>
                      </a:ext>
                    </a:extLst>
                  </a:tr>
                  <a:tr h="58420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&gt;</m:t>
                                </m:r>
                                <m:r>
                                  <a:rPr lang="en-US" b="0" i="1" smtClean="0">
                                    <a:latin typeface="Cambria Math" panose="02040503050406030204" pitchFamily="18" charset="0"/>
                                  </a:rPr>
                                  <m:t>𝑆</m:t>
                                </m:r>
                                <m:r>
                                  <a:rPr lang="en-US" b="0" i="1" smtClean="0">
                                    <a:latin typeface="Cambria Math" panose="02040503050406030204" pitchFamily="18" charset="0"/>
                                  </a:rPr>
                                  <m:t>$5000</m:t>
                                </m:r>
                              </m:oMath>
                            </m:oMathPara>
                          </a14:m>
                          <a:endParaRPr lang="en-US"/>
                        </a:p>
                        <a:p>
                          <a:pPr algn="ctr"/>
                          <a:endParaRPr lang="en-US"/>
                        </a:p>
                      </a:txBody>
                      <a:tcPr anchor="ctr"/>
                    </a:tc>
                    <a:tc>
                      <a:txBody>
                        <a:bodyPr/>
                        <a:lstStyle/>
                        <a:p>
                          <a:pPr algn="ctr" rtl="0" fontAlgn="b"/>
                          <a14:m>
                            <m:oMathPara xmlns:m="http://schemas.openxmlformats.org/officeDocument/2006/math">
                              <m:oMathParaPr>
                                <m:jc m:val="centerGroup"/>
                              </m:oMathParaPr>
                              <m:oMath xmlns:m="http://schemas.openxmlformats.org/officeDocument/2006/math">
                                <m:r>
                                  <a:rPr lang="en-SG" i="1" smtClean="0">
                                    <a:effectLst/>
                                    <a:latin typeface="Cambria Math" panose="02040503050406030204" pitchFamily="18" charset="0"/>
                                  </a:rPr>
                                  <m:t>0.015</m:t>
                                </m:r>
                              </m:oMath>
                            </m:oMathPara>
                          </a14:m>
                          <a:endParaRPr lang="en-SG">
                            <a:effectLst/>
                          </a:endParaRPr>
                        </a:p>
                        <a:p>
                          <a:pPr algn="ctr" rtl="0" fontAlgn="b"/>
                          <a:endParaRPr lang="en-SG">
                            <a:effectLst/>
                          </a:endParaRPr>
                        </a:p>
                      </a:txBody>
                      <a:tcPr marL="28575" marR="28575" marT="19050" marB="19050" anchor="ctr"/>
                    </a:tc>
                    <a:tc>
                      <a:txBody>
                        <a:bodyPr/>
                        <a:lstStyle/>
                        <a:p>
                          <a:pPr algn="ctr" rtl="0" fontAlgn="b"/>
                          <a14:m>
                            <m:oMathPara xmlns:m="http://schemas.openxmlformats.org/officeDocument/2006/math">
                              <m:oMathParaPr>
                                <m:jc m:val="centerGroup"/>
                              </m:oMathParaPr>
                              <m:oMath xmlns:m="http://schemas.openxmlformats.org/officeDocument/2006/math">
                                <m:r>
                                  <a:rPr lang="en-SG" i="1" smtClean="0">
                                    <a:effectLst/>
                                    <a:latin typeface="Cambria Math" panose="02040503050406030204" pitchFamily="18" charset="0"/>
                                  </a:rPr>
                                  <m:t>0.051</m:t>
                                </m:r>
                              </m:oMath>
                            </m:oMathPara>
                          </a14:m>
                          <a:endParaRPr lang="en-SG">
                            <a:effectLst/>
                          </a:endParaRPr>
                        </a:p>
                      </a:txBody>
                      <a:tcPr marL="28575" marR="28575" marT="19050" marB="19050" anchor="ctr"/>
                    </a:tc>
                    <a:tc>
                      <a:txBody>
                        <a:bodyPr/>
                        <a:lstStyle/>
                        <a:p>
                          <a:pPr algn="ctr" rtl="0" fontAlgn="b"/>
                          <a14:m>
                            <m:oMathPara xmlns:m="http://schemas.openxmlformats.org/officeDocument/2006/math">
                              <m:oMathParaPr>
                                <m:jc m:val="centerGroup"/>
                              </m:oMathParaPr>
                              <m:oMath xmlns:m="http://schemas.openxmlformats.org/officeDocument/2006/math">
                                <m:r>
                                  <a:rPr lang="en-SG" i="1" smtClean="0">
                                    <a:effectLst/>
                                    <a:latin typeface="Cambria Math" panose="02040503050406030204" pitchFamily="18" charset="0"/>
                                  </a:rPr>
                                  <m:t>0.094</m:t>
                                </m:r>
                              </m:oMath>
                            </m:oMathPara>
                          </a14:m>
                          <a:endParaRPr lang="en-SG">
                            <a:effectLst/>
                          </a:endParaRPr>
                        </a:p>
                      </a:txBody>
                      <a:tcPr marL="28575" marR="28575" marT="19050" marB="19050" anchor="ctr"/>
                    </a:tc>
                    <a:tc>
                      <a:txBody>
                        <a:bodyPr/>
                        <a:lstStyle/>
                        <a:p>
                          <a:pPr algn="ctr" rtl="0" fontAlgn="b"/>
                          <a14:m>
                            <m:oMathPara xmlns:m="http://schemas.openxmlformats.org/officeDocument/2006/math">
                              <m:oMathParaPr>
                                <m:jc m:val="centerGroup"/>
                              </m:oMathParaPr>
                              <m:oMath xmlns:m="http://schemas.openxmlformats.org/officeDocument/2006/math">
                                <m:r>
                                  <a:rPr lang="en-SG" i="1" smtClean="0">
                                    <a:effectLst/>
                                    <a:latin typeface="Cambria Math" panose="02040503050406030204" pitchFamily="18" charset="0"/>
                                  </a:rPr>
                                  <m:t>0.119</m:t>
                                </m:r>
                              </m:oMath>
                            </m:oMathPara>
                          </a14:m>
                          <a:endParaRPr lang="en-SG">
                            <a:effectLst/>
                          </a:endParaRPr>
                        </a:p>
                      </a:txBody>
                      <a:tcPr marL="28575" marR="28575" marT="19050" marB="19050" anchor="ctr"/>
                    </a:tc>
                    <a:tc>
                      <a:txBody>
                        <a:bodyPr/>
                        <a:lstStyle/>
                        <a:p>
                          <a:pPr algn="ctr" rtl="0" fontAlgn="b"/>
                          <a14:m>
                            <m:oMathPara xmlns:m="http://schemas.openxmlformats.org/officeDocument/2006/math">
                              <m:oMathParaPr>
                                <m:jc m:val="centerGroup"/>
                              </m:oMathParaPr>
                              <m:oMath xmlns:m="http://schemas.openxmlformats.org/officeDocument/2006/math">
                                <m:r>
                                  <a:rPr lang="en-SG" i="1" smtClean="0">
                                    <a:effectLst/>
                                    <a:latin typeface="Cambria Math" panose="02040503050406030204" pitchFamily="18" charset="0"/>
                                  </a:rPr>
                                  <m:t>0.111</m:t>
                                </m:r>
                              </m:oMath>
                            </m:oMathPara>
                          </a14:m>
                          <a:endParaRPr lang="en-SG">
                            <a:effectLst/>
                          </a:endParaRPr>
                        </a:p>
                      </a:txBody>
                      <a:tcPr marL="28575" marR="28575" marT="19050" marB="19050" anchor="ctr"/>
                    </a:tc>
                    <a:tc>
                      <a:txBody>
                        <a:bodyPr/>
                        <a:lstStyle/>
                        <a:p>
                          <a:pPr algn="ctr" rtl="0" fontAlgn="b"/>
                          <a14:m>
                            <m:oMathPara xmlns:m="http://schemas.openxmlformats.org/officeDocument/2006/math">
                              <m:oMathParaPr>
                                <m:jc m:val="centerGroup"/>
                              </m:oMathParaPr>
                              <m:oMath xmlns:m="http://schemas.openxmlformats.org/officeDocument/2006/math">
                                <m:r>
                                  <a:rPr lang="en-SG" i="1" smtClean="0">
                                    <a:effectLst/>
                                    <a:latin typeface="Cambria Math" panose="02040503050406030204" pitchFamily="18" charset="0"/>
                                  </a:rPr>
                                  <m:t>0.039</m:t>
                                </m:r>
                              </m:oMath>
                            </m:oMathPara>
                          </a14:m>
                          <a:endParaRPr lang="en-SG">
                            <a:effectLst/>
                          </a:endParaRPr>
                        </a:p>
                      </a:txBody>
                      <a:tcPr marL="28575" marR="28575" marT="19050" marB="19050" anchor="ctr"/>
                    </a:tc>
                    <a:extLst>
                      <a:ext uri="{0D108BD9-81ED-4DB2-BD59-A6C34878D82A}">
                        <a16:rowId xmlns:a16="http://schemas.microsoft.com/office/drawing/2014/main" val="4224975027"/>
                      </a:ext>
                    </a:extLst>
                  </a:tr>
                </a:tbl>
              </a:graphicData>
            </a:graphic>
          </p:graphicFrame>
        </mc:Choice>
        <mc:Fallback xmlns="">
          <p:graphicFrame>
            <p:nvGraphicFramePr>
              <p:cNvPr id="3" name="Table 2">
                <a:extLst>
                  <a:ext uri="{FF2B5EF4-FFF2-40B4-BE49-F238E27FC236}">
                    <a16:creationId xmlns:a16="http://schemas.microsoft.com/office/drawing/2014/main" id="{D6BECA46-7899-E349-AA33-77EA5D49C199}"/>
                  </a:ext>
                </a:extLst>
              </p:cNvPr>
              <p:cNvGraphicFramePr>
                <a:graphicFrameLocks noGrp="1"/>
              </p:cNvGraphicFramePr>
              <p:nvPr/>
            </p:nvGraphicFramePr>
            <p:xfrm>
              <a:off x="2226733" y="3498627"/>
              <a:ext cx="8229600" cy="2498154"/>
            </p:xfrm>
            <a:graphic>
              <a:graphicData uri="http://schemas.openxmlformats.org/drawingml/2006/table">
                <a:tbl>
                  <a:tblPr firstRow="1" bandRow="1">
                    <a:tableStyleId>{5C22544A-7EE6-4342-B048-85BDC9FD1C3A}</a:tableStyleId>
                  </a:tblPr>
                  <a:tblGrid>
                    <a:gridCol w="1474584">
                      <a:extLst>
                        <a:ext uri="{9D8B030D-6E8A-4147-A177-3AD203B41FA5}">
                          <a16:colId xmlns:a16="http://schemas.microsoft.com/office/drawing/2014/main" val="483115949"/>
                        </a:ext>
                      </a:extLst>
                    </a:gridCol>
                    <a:gridCol w="1125836">
                      <a:extLst>
                        <a:ext uri="{9D8B030D-6E8A-4147-A177-3AD203B41FA5}">
                          <a16:colId xmlns:a16="http://schemas.microsoft.com/office/drawing/2014/main" val="2407180998"/>
                        </a:ext>
                      </a:extLst>
                    </a:gridCol>
                    <a:gridCol w="1125836">
                      <a:extLst>
                        <a:ext uri="{9D8B030D-6E8A-4147-A177-3AD203B41FA5}">
                          <a16:colId xmlns:a16="http://schemas.microsoft.com/office/drawing/2014/main" val="87882936"/>
                        </a:ext>
                      </a:extLst>
                    </a:gridCol>
                    <a:gridCol w="1125836">
                      <a:extLst>
                        <a:ext uri="{9D8B030D-6E8A-4147-A177-3AD203B41FA5}">
                          <a16:colId xmlns:a16="http://schemas.microsoft.com/office/drawing/2014/main" val="2228422333"/>
                        </a:ext>
                      </a:extLst>
                    </a:gridCol>
                    <a:gridCol w="1125836">
                      <a:extLst>
                        <a:ext uri="{9D8B030D-6E8A-4147-A177-3AD203B41FA5}">
                          <a16:colId xmlns:a16="http://schemas.microsoft.com/office/drawing/2014/main" val="1474397469"/>
                        </a:ext>
                      </a:extLst>
                    </a:gridCol>
                    <a:gridCol w="1125836">
                      <a:extLst>
                        <a:ext uri="{9D8B030D-6E8A-4147-A177-3AD203B41FA5}">
                          <a16:colId xmlns:a16="http://schemas.microsoft.com/office/drawing/2014/main" val="3139172919"/>
                        </a:ext>
                      </a:extLst>
                    </a:gridCol>
                    <a:gridCol w="1125836">
                      <a:extLst>
                        <a:ext uri="{9D8B030D-6E8A-4147-A177-3AD203B41FA5}">
                          <a16:colId xmlns:a16="http://schemas.microsoft.com/office/drawing/2014/main" val="3697859103"/>
                        </a:ext>
                      </a:extLst>
                    </a:gridCol>
                  </a:tblGrid>
                  <a:tr h="640080">
                    <a:tc>
                      <a:txBody>
                        <a:bodyPr/>
                        <a:lstStyle/>
                        <a:p>
                          <a:pPr algn="ctr"/>
                          <a:r>
                            <a:rPr lang="en-US"/>
                            <a:t>Income </a:t>
                          </a:r>
                          <a:br>
                            <a:rPr lang="en-US"/>
                          </a:br>
                          <a:r>
                            <a:rPr lang="en-US"/>
                            <a:t>(in SGD)</a:t>
                          </a:r>
                        </a:p>
                      </a:txBody>
                      <a:tcPr anchor="ctr"/>
                    </a:tc>
                    <a:tc>
                      <a:txBody>
                        <a:bodyPr/>
                        <a:lstStyle/>
                        <a:p>
                          <a:pPr algn="ctr"/>
                          <a:r>
                            <a:rPr lang="en-US"/>
                            <a:t>15-24</a:t>
                          </a:r>
                        </a:p>
                      </a:txBody>
                      <a:tcPr anchor="ctr"/>
                    </a:tc>
                    <a:tc>
                      <a:txBody>
                        <a:bodyPr/>
                        <a:lstStyle/>
                        <a:p>
                          <a:pPr algn="ctr"/>
                          <a:r>
                            <a:rPr lang="en-US"/>
                            <a:t>25-34</a:t>
                          </a:r>
                        </a:p>
                      </a:txBody>
                      <a:tcPr anchor="ctr"/>
                    </a:tc>
                    <a:tc>
                      <a:txBody>
                        <a:bodyPr/>
                        <a:lstStyle/>
                        <a:p>
                          <a:pPr algn="ctr"/>
                          <a:r>
                            <a:rPr lang="en-US"/>
                            <a:t>35-44</a:t>
                          </a:r>
                        </a:p>
                      </a:txBody>
                      <a:tcPr anchor="ctr"/>
                    </a:tc>
                    <a:tc>
                      <a:txBody>
                        <a:bodyPr/>
                        <a:lstStyle/>
                        <a:p>
                          <a:pPr algn="ctr"/>
                          <a:r>
                            <a:rPr lang="en-US"/>
                            <a:t>45-54</a:t>
                          </a:r>
                        </a:p>
                      </a:txBody>
                      <a:tcPr anchor="ctr"/>
                    </a:tc>
                    <a:tc>
                      <a:txBody>
                        <a:bodyPr/>
                        <a:lstStyle/>
                        <a:p>
                          <a:pPr algn="ctr"/>
                          <a:r>
                            <a:rPr lang="en-US"/>
                            <a:t>55-64</a:t>
                          </a:r>
                        </a:p>
                      </a:txBody>
                      <a:tcPr anchor="ctr"/>
                    </a:tc>
                    <a:tc>
                      <a:txBody>
                        <a:bodyPr/>
                        <a:lstStyle/>
                        <a:p>
                          <a:pPr algn="ctr"/>
                          <a:r>
                            <a:rPr lang="en-US"/>
                            <a:t>65+</a:t>
                          </a:r>
                        </a:p>
                      </a:txBody>
                      <a:tcPr anchor="ctr"/>
                    </a:tc>
                    <a:extLst>
                      <a:ext uri="{0D108BD9-81ED-4DB2-BD59-A6C34878D82A}">
                        <a16:rowId xmlns:a16="http://schemas.microsoft.com/office/drawing/2014/main" val="915044786"/>
                      </a:ext>
                    </a:extLst>
                  </a:tr>
                  <a:tr h="584200">
                    <a:tc>
                      <a:txBody>
                        <a:bodyPr/>
                        <a:lstStyle/>
                        <a:p>
                          <a:endParaRPr lang="en-US"/>
                        </a:p>
                      </a:txBody>
                      <a:tcPr anchor="ctr">
                        <a:blipFill>
                          <a:blip r:embed="rId4"/>
                          <a:stretch>
                            <a:fillRect l="-862" t="-115217" r="-461207" b="-221739"/>
                          </a:stretch>
                        </a:blipFill>
                      </a:tcPr>
                    </a:tc>
                    <a:tc>
                      <a:txBody>
                        <a:bodyPr/>
                        <a:lstStyle/>
                        <a:p>
                          <a:endParaRPr lang="en-US"/>
                        </a:p>
                      </a:txBody>
                      <a:tcPr marL="28575" marR="28575" marT="19050" marB="19050" anchor="ctr">
                        <a:blipFill>
                          <a:blip r:embed="rId4"/>
                          <a:stretch>
                            <a:fillRect l="-131461" t="-115217" r="-501124" b="-221739"/>
                          </a:stretch>
                        </a:blipFill>
                      </a:tcPr>
                    </a:tc>
                    <a:tc>
                      <a:txBody>
                        <a:bodyPr/>
                        <a:lstStyle/>
                        <a:p>
                          <a:endParaRPr lang="en-US"/>
                        </a:p>
                      </a:txBody>
                      <a:tcPr marL="28575" marR="28575" marT="19050" marB="19050" anchor="ctr">
                        <a:blipFill>
                          <a:blip r:embed="rId4"/>
                          <a:stretch>
                            <a:fillRect l="-231461" t="-115217" r="-401124" b="-221739"/>
                          </a:stretch>
                        </a:blipFill>
                      </a:tcPr>
                    </a:tc>
                    <a:tc>
                      <a:txBody>
                        <a:bodyPr/>
                        <a:lstStyle/>
                        <a:p>
                          <a:endParaRPr lang="en-US"/>
                        </a:p>
                      </a:txBody>
                      <a:tcPr marL="28575" marR="28575" marT="19050" marB="19050" anchor="ctr">
                        <a:blipFill>
                          <a:blip r:embed="rId4"/>
                          <a:stretch>
                            <a:fillRect l="-331461" t="-115217" r="-301124" b="-221739"/>
                          </a:stretch>
                        </a:blipFill>
                      </a:tcPr>
                    </a:tc>
                    <a:tc>
                      <a:txBody>
                        <a:bodyPr/>
                        <a:lstStyle/>
                        <a:p>
                          <a:endParaRPr lang="en-US"/>
                        </a:p>
                      </a:txBody>
                      <a:tcPr marL="28575" marR="28575" marT="19050" marB="19050" anchor="ctr">
                        <a:blipFill>
                          <a:blip r:embed="rId4"/>
                          <a:stretch>
                            <a:fillRect l="-436364" t="-115217" r="-204545" b="-221739"/>
                          </a:stretch>
                        </a:blipFill>
                      </a:tcPr>
                    </a:tc>
                    <a:tc>
                      <a:txBody>
                        <a:bodyPr/>
                        <a:lstStyle/>
                        <a:p>
                          <a:endParaRPr lang="en-US"/>
                        </a:p>
                      </a:txBody>
                      <a:tcPr marL="28575" marR="28575" marT="19050" marB="19050" anchor="ctr">
                        <a:blipFill>
                          <a:blip r:embed="rId4"/>
                          <a:stretch>
                            <a:fillRect l="-530337" t="-115217" r="-102247" b="-221739"/>
                          </a:stretch>
                        </a:blipFill>
                      </a:tcPr>
                    </a:tc>
                    <a:tc>
                      <a:txBody>
                        <a:bodyPr/>
                        <a:lstStyle/>
                        <a:p>
                          <a:endParaRPr lang="en-US"/>
                        </a:p>
                      </a:txBody>
                      <a:tcPr marL="28575" marR="28575" marT="19050" marB="19050" anchor="ctr">
                        <a:blipFill>
                          <a:blip r:embed="rId4"/>
                          <a:stretch>
                            <a:fillRect l="-630337" t="-115217" r="-2247" b="-221739"/>
                          </a:stretch>
                        </a:blipFill>
                      </a:tcPr>
                    </a:tc>
                    <a:extLst>
                      <a:ext uri="{0D108BD9-81ED-4DB2-BD59-A6C34878D82A}">
                        <a16:rowId xmlns:a16="http://schemas.microsoft.com/office/drawing/2014/main" val="3792995411"/>
                      </a:ext>
                    </a:extLst>
                  </a:tr>
                  <a:tr h="633794">
                    <a:tc>
                      <a:txBody>
                        <a:bodyPr/>
                        <a:lstStyle/>
                        <a:p>
                          <a:endParaRPr lang="en-US"/>
                        </a:p>
                      </a:txBody>
                      <a:tcPr anchor="ctr">
                        <a:blipFill>
                          <a:blip r:embed="rId4"/>
                          <a:stretch>
                            <a:fillRect l="-862" t="-198000" r="-461207" b="-104000"/>
                          </a:stretch>
                        </a:blipFill>
                      </a:tcPr>
                    </a:tc>
                    <a:tc>
                      <a:txBody>
                        <a:bodyPr/>
                        <a:lstStyle/>
                        <a:p>
                          <a:endParaRPr lang="en-US"/>
                        </a:p>
                      </a:txBody>
                      <a:tcPr marL="28575" marR="28575" marT="19050" marB="19050" anchor="ctr">
                        <a:blipFill>
                          <a:blip r:embed="rId4"/>
                          <a:stretch>
                            <a:fillRect l="-131461" t="-198000" r="-501124" b="-104000"/>
                          </a:stretch>
                        </a:blipFill>
                      </a:tcPr>
                    </a:tc>
                    <a:tc>
                      <a:txBody>
                        <a:bodyPr/>
                        <a:lstStyle/>
                        <a:p>
                          <a:endParaRPr lang="en-US"/>
                        </a:p>
                      </a:txBody>
                      <a:tcPr marL="28575" marR="28575" marT="19050" marB="19050" anchor="ctr">
                        <a:blipFill>
                          <a:blip r:embed="rId4"/>
                          <a:stretch>
                            <a:fillRect l="-231461" t="-198000" r="-401124" b="-104000"/>
                          </a:stretch>
                        </a:blipFill>
                      </a:tcPr>
                    </a:tc>
                    <a:tc>
                      <a:txBody>
                        <a:bodyPr/>
                        <a:lstStyle/>
                        <a:p>
                          <a:endParaRPr lang="en-US"/>
                        </a:p>
                      </a:txBody>
                      <a:tcPr marL="28575" marR="28575" marT="19050" marB="19050" anchor="ctr">
                        <a:blipFill>
                          <a:blip r:embed="rId4"/>
                          <a:stretch>
                            <a:fillRect l="-331461" t="-198000" r="-301124" b="-104000"/>
                          </a:stretch>
                        </a:blipFill>
                      </a:tcPr>
                    </a:tc>
                    <a:tc>
                      <a:txBody>
                        <a:bodyPr/>
                        <a:lstStyle/>
                        <a:p>
                          <a:endParaRPr lang="en-US"/>
                        </a:p>
                      </a:txBody>
                      <a:tcPr marL="28575" marR="28575" marT="19050" marB="19050" anchor="ctr">
                        <a:blipFill>
                          <a:blip r:embed="rId4"/>
                          <a:stretch>
                            <a:fillRect l="-436364" t="-198000" r="-204545" b="-104000"/>
                          </a:stretch>
                        </a:blipFill>
                      </a:tcPr>
                    </a:tc>
                    <a:tc>
                      <a:txBody>
                        <a:bodyPr/>
                        <a:lstStyle/>
                        <a:p>
                          <a:endParaRPr lang="en-US"/>
                        </a:p>
                      </a:txBody>
                      <a:tcPr marL="28575" marR="28575" marT="19050" marB="19050" anchor="ctr">
                        <a:blipFill>
                          <a:blip r:embed="rId4"/>
                          <a:stretch>
                            <a:fillRect l="-530337" t="-198000" r="-102247" b="-104000"/>
                          </a:stretch>
                        </a:blipFill>
                      </a:tcPr>
                    </a:tc>
                    <a:tc>
                      <a:txBody>
                        <a:bodyPr/>
                        <a:lstStyle/>
                        <a:p>
                          <a:endParaRPr lang="en-US"/>
                        </a:p>
                      </a:txBody>
                      <a:tcPr marL="28575" marR="28575" marT="19050" marB="19050" anchor="ctr">
                        <a:blipFill>
                          <a:blip r:embed="rId4"/>
                          <a:stretch>
                            <a:fillRect l="-630337" t="-198000" r="-2247" b="-104000"/>
                          </a:stretch>
                        </a:blipFill>
                      </a:tcPr>
                    </a:tc>
                    <a:extLst>
                      <a:ext uri="{0D108BD9-81ED-4DB2-BD59-A6C34878D82A}">
                        <a16:rowId xmlns:a16="http://schemas.microsoft.com/office/drawing/2014/main" val="3739013063"/>
                      </a:ext>
                    </a:extLst>
                  </a:tr>
                  <a:tr h="640080">
                    <a:tc>
                      <a:txBody>
                        <a:bodyPr/>
                        <a:lstStyle/>
                        <a:p>
                          <a:endParaRPr lang="en-US"/>
                        </a:p>
                      </a:txBody>
                      <a:tcPr anchor="ctr">
                        <a:blipFill>
                          <a:blip r:embed="rId4"/>
                          <a:stretch>
                            <a:fillRect l="-862" t="-292157" r="-461207" b="-1961"/>
                          </a:stretch>
                        </a:blipFill>
                      </a:tcPr>
                    </a:tc>
                    <a:tc>
                      <a:txBody>
                        <a:bodyPr/>
                        <a:lstStyle/>
                        <a:p>
                          <a:endParaRPr lang="en-US"/>
                        </a:p>
                      </a:txBody>
                      <a:tcPr marL="28575" marR="28575" marT="19050" marB="19050" anchor="ctr">
                        <a:blipFill>
                          <a:blip r:embed="rId4"/>
                          <a:stretch>
                            <a:fillRect l="-131461" t="-292157" r="-501124" b="-1961"/>
                          </a:stretch>
                        </a:blipFill>
                      </a:tcPr>
                    </a:tc>
                    <a:tc>
                      <a:txBody>
                        <a:bodyPr/>
                        <a:lstStyle/>
                        <a:p>
                          <a:endParaRPr lang="en-US"/>
                        </a:p>
                      </a:txBody>
                      <a:tcPr marL="28575" marR="28575" marT="19050" marB="19050" anchor="ctr">
                        <a:blipFill>
                          <a:blip r:embed="rId4"/>
                          <a:stretch>
                            <a:fillRect l="-231461" t="-292157" r="-401124" b="-1961"/>
                          </a:stretch>
                        </a:blipFill>
                      </a:tcPr>
                    </a:tc>
                    <a:tc>
                      <a:txBody>
                        <a:bodyPr/>
                        <a:lstStyle/>
                        <a:p>
                          <a:endParaRPr lang="en-US"/>
                        </a:p>
                      </a:txBody>
                      <a:tcPr marL="28575" marR="28575" marT="19050" marB="19050" anchor="ctr">
                        <a:blipFill>
                          <a:blip r:embed="rId4"/>
                          <a:stretch>
                            <a:fillRect l="-331461" t="-292157" r="-301124" b="-1961"/>
                          </a:stretch>
                        </a:blipFill>
                      </a:tcPr>
                    </a:tc>
                    <a:tc>
                      <a:txBody>
                        <a:bodyPr/>
                        <a:lstStyle/>
                        <a:p>
                          <a:endParaRPr lang="en-US"/>
                        </a:p>
                      </a:txBody>
                      <a:tcPr marL="28575" marR="28575" marT="19050" marB="19050" anchor="ctr">
                        <a:blipFill>
                          <a:blip r:embed="rId4"/>
                          <a:stretch>
                            <a:fillRect l="-436364" t="-292157" r="-204545" b="-1961"/>
                          </a:stretch>
                        </a:blipFill>
                      </a:tcPr>
                    </a:tc>
                    <a:tc>
                      <a:txBody>
                        <a:bodyPr/>
                        <a:lstStyle/>
                        <a:p>
                          <a:endParaRPr lang="en-US"/>
                        </a:p>
                      </a:txBody>
                      <a:tcPr marL="28575" marR="28575" marT="19050" marB="19050" anchor="ctr">
                        <a:blipFill>
                          <a:blip r:embed="rId4"/>
                          <a:stretch>
                            <a:fillRect l="-530337" t="-292157" r="-102247" b="-1961"/>
                          </a:stretch>
                        </a:blipFill>
                      </a:tcPr>
                    </a:tc>
                    <a:tc>
                      <a:txBody>
                        <a:bodyPr/>
                        <a:lstStyle/>
                        <a:p>
                          <a:endParaRPr lang="en-US"/>
                        </a:p>
                      </a:txBody>
                      <a:tcPr marL="28575" marR="28575" marT="19050" marB="19050" anchor="ctr">
                        <a:blipFill>
                          <a:blip r:embed="rId4"/>
                          <a:stretch>
                            <a:fillRect l="-630337" t="-292157" r="-2247" b="-1961"/>
                          </a:stretch>
                        </a:blipFill>
                      </a:tcPr>
                    </a:tc>
                    <a:extLst>
                      <a:ext uri="{0D108BD9-81ED-4DB2-BD59-A6C34878D82A}">
                        <a16:rowId xmlns:a16="http://schemas.microsoft.com/office/drawing/2014/main" val="4224975027"/>
                      </a:ext>
                    </a:extLst>
                  </a:tr>
                </a:tbl>
              </a:graphicData>
            </a:graphic>
          </p:graphicFrame>
        </mc:Fallback>
      </mc:AlternateContent>
      <mc:AlternateContent xmlns:mc="http://schemas.openxmlformats.org/markup-compatibility/2006" xmlns:a14="http://schemas.microsoft.com/office/drawing/2010/main">
        <mc:Choice Requires="a14">
          <p:sp>
            <p:nvSpPr>
              <p:cNvPr id="4" name="Rounded Rectangle 3">
                <a:extLst>
                  <a:ext uri="{FF2B5EF4-FFF2-40B4-BE49-F238E27FC236}">
                    <a16:creationId xmlns:a16="http://schemas.microsoft.com/office/drawing/2014/main" id="{214EAAE6-5572-3B45-9D31-C1EE32BE7D2C}"/>
                  </a:ext>
                </a:extLst>
              </p:cNvPr>
              <p:cNvSpPr/>
              <p:nvPr/>
            </p:nvSpPr>
            <p:spPr>
              <a:xfrm>
                <a:off x="2429933" y="6108173"/>
                <a:ext cx="7984067" cy="601662"/>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unc>
                        <m:funcPr>
                          <m:ctrlPr>
                            <a:rPr lang="en-US" b="0" i="1" smtClean="0">
                              <a:solidFill>
                                <a:schemeClr val="tx1"/>
                              </a:solidFill>
                              <a:latin typeface="Cambria Math" panose="02040503050406030204" pitchFamily="18" charset="0"/>
                            </a:rPr>
                          </m:ctrlPr>
                        </m:funcPr>
                        <m:fName>
                          <m:r>
                            <m:rPr>
                              <m:sty m:val="p"/>
                            </m:rPr>
                            <a:rPr lang="en-US" b="0" i="0" smtClean="0">
                              <a:solidFill>
                                <a:schemeClr val="tx1"/>
                              </a:solidFill>
                              <a:latin typeface="Cambria Math" panose="02040503050406030204" pitchFamily="18" charset="0"/>
                            </a:rPr>
                            <m:t>Pr</m:t>
                          </m:r>
                        </m:fName>
                        <m:e>
                          <m:d>
                            <m:dPr>
                              <m:begChr m:val="["/>
                              <m:endChr m:val="]"/>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𝐴𝑔𝑒</m:t>
                              </m:r>
                              <m:r>
                                <a:rPr lang="en-US" b="0" i="1" smtClean="0">
                                  <a:solidFill>
                                    <a:schemeClr val="tx1"/>
                                  </a:solidFill>
                                  <a:latin typeface="Cambria Math" panose="02040503050406030204" pitchFamily="18" charset="0"/>
                                </a:rPr>
                                <m:t>=</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25−34</m:t>
                                  </m:r>
                                </m:e>
                              </m:d>
                            </m:e>
                          </m:d>
                        </m:e>
                      </m:func>
                      <m:r>
                        <a:rPr lang="en-US" b="0" i="1" smtClean="0">
                          <a:solidFill>
                            <a:schemeClr val="tx1"/>
                          </a:solidFill>
                          <a:latin typeface="Cambria Math" panose="02040503050406030204" pitchFamily="18" charset="0"/>
                        </a:rPr>
                        <m:t>=0.051+0.068+0.051=0.17</m:t>
                      </m:r>
                    </m:oMath>
                  </m:oMathPara>
                </a14:m>
                <a:endParaRPr lang="en-US" b="0">
                  <a:solidFill>
                    <a:schemeClr val="tx1"/>
                  </a:solidFill>
                </a:endParaRPr>
              </a:p>
            </p:txBody>
          </p:sp>
        </mc:Choice>
        <mc:Fallback xmlns="">
          <p:sp>
            <p:nvSpPr>
              <p:cNvPr id="4" name="Rounded Rectangle 3">
                <a:extLst>
                  <a:ext uri="{FF2B5EF4-FFF2-40B4-BE49-F238E27FC236}">
                    <a16:creationId xmlns:a16="http://schemas.microsoft.com/office/drawing/2014/main" id="{214EAAE6-5572-3B45-9D31-C1EE32BE7D2C}"/>
                  </a:ext>
                </a:extLst>
              </p:cNvPr>
              <p:cNvSpPr>
                <a:spLocks noRot="1" noChangeAspect="1" noMove="1" noResize="1" noEditPoints="1" noAdjustHandles="1" noChangeArrowheads="1" noChangeShapeType="1" noTextEdit="1"/>
              </p:cNvSpPr>
              <p:nvPr/>
            </p:nvSpPr>
            <p:spPr>
              <a:xfrm>
                <a:off x="2429933" y="6108173"/>
                <a:ext cx="7984067" cy="601662"/>
              </a:xfrm>
              <a:prstGeom prst="roundRect">
                <a:avLst/>
              </a:prstGeom>
              <a:blipFill>
                <a:blip r:embed="rId5"/>
                <a:stretch>
                  <a:fillRect/>
                </a:stretch>
              </a:blipFill>
              <a:ln>
                <a:solidFill>
                  <a:schemeClr val="tx1"/>
                </a:solidFill>
              </a:ln>
            </p:spPr>
            <p:txBody>
              <a:bodyPr/>
              <a:lstStyle/>
              <a:p>
                <a:r>
                  <a:rPr lang="en-GB">
                    <a:noFill/>
                  </a:rPr>
                  <a:t> </a:t>
                </a:r>
              </a:p>
            </p:txBody>
          </p:sp>
        </mc:Fallback>
      </mc:AlternateContent>
      <p:sp>
        <p:nvSpPr>
          <p:cNvPr id="2" name="Rounded Rectangle 1">
            <a:extLst>
              <a:ext uri="{FF2B5EF4-FFF2-40B4-BE49-F238E27FC236}">
                <a16:creationId xmlns:a16="http://schemas.microsoft.com/office/drawing/2014/main" id="{5F5F407C-D41F-4A4F-BDAF-A155612046D5}"/>
              </a:ext>
            </a:extLst>
          </p:cNvPr>
          <p:cNvSpPr/>
          <p:nvPr/>
        </p:nvSpPr>
        <p:spPr>
          <a:xfrm>
            <a:off x="4800600" y="4094297"/>
            <a:ext cx="1219200" cy="1958181"/>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538" name="Rectangle 2"/>
          <p:cNvSpPr>
            <a:spLocks noGrp="1" noChangeArrowheads="1"/>
          </p:cNvSpPr>
          <p:nvPr>
            <p:ph type="title"/>
          </p:nvPr>
        </p:nvSpPr>
        <p:spPr>
          <a:xfrm>
            <a:off x="2506134" y="457202"/>
            <a:ext cx="7704667" cy="914399"/>
          </a:xfrm>
        </p:spPr>
        <p:txBody>
          <a:bodyPr/>
          <a:lstStyle/>
          <a:p>
            <a:r>
              <a:rPr lang="en-US" altLang="zh-TW">
                <a:ea typeface="新細明體" pitchFamily="-106" charset="-120"/>
                <a:cs typeface="新細明體" pitchFamily="-106" charset="-120"/>
              </a:rPr>
              <a:t>Posterior/Conditional Probability</a:t>
            </a:r>
          </a:p>
        </p:txBody>
      </p:sp>
      <mc:AlternateContent xmlns:mc="http://schemas.openxmlformats.org/markup-compatibility/2006" xmlns:a14="http://schemas.microsoft.com/office/drawing/2010/main">
        <mc:Choice Requires="a14">
          <p:sp>
            <p:nvSpPr>
              <p:cNvPr id="577539" name="Rectangle 3"/>
              <p:cNvSpPr>
                <a:spLocks noGrp="1" noChangeArrowheads="1"/>
              </p:cNvSpPr>
              <p:nvPr>
                <p:ph idx="1"/>
              </p:nvPr>
            </p:nvSpPr>
            <p:spPr>
              <a:xfrm>
                <a:off x="2493433" y="1371600"/>
                <a:ext cx="7924800" cy="1676400"/>
              </a:xfrm>
            </p:spPr>
            <p:txBody>
              <a:bodyPr>
                <a:normAutofit/>
              </a:bodyPr>
              <a:lstStyle/>
              <a:p>
                <a:pPr marL="0" indent="0">
                  <a:spcBef>
                    <a:spcPts val="1200"/>
                  </a:spcBef>
                  <a:buNone/>
                </a:pPr>
                <a:r>
                  <a:rPr lang="en-US" altLang="zh-TW" sz="2400" dirty="0">
                    <a:latin typeface="Corbel" panose="020B0503020204020204" pitchFamily="34" charset="0"/>
                    <a:ea typeface="新細明體" pitchFamily="-106" charset="-120"/>
                    <a:cs typeface="Times"/>
                  </a:rPr>
                  <a:t>Probability that an event occurs, given that some other event occurs.</a:t>
                </a:r>
              </a:p>
              <a:p>
                <a:pPr marL="0" indent="0">
                  <a:spcBef>
                    <a:spcPts val="1200"/>
                  </a:spcBef>
                  <a:buNone/>
                </a:pPr>
                <a14:m>
                  <m:oMathPara xmlns:m="http://schemas.openxmlformats.org/officeDocument/2006/math">
                    <m:oMathParaPr>
                      <m:jc m:val="centerGroup"/>
                    </m:oMathParaPr>
                    <m:oMath xmlns:m="http://schemas.openxmlformats.org/officeDocument/2006/math">
                      <m:func>
                        <m:funcPr>
                          <m:ctrlPr>
                            <a:rPr lang="en-US" altLang="zh-TW" sz="2000" i="1">
                              <a:latin typeface="Cambria Math" panose="02040503050406030204" pitchFamily="18" charset="0"/>
                              <a:ea typeface="新細明體" pitchFamily="-106" charset="-120"/>
                              <a:cs typeface="Times"/>
                            </a:rPr>
                          </m:ctrlPr>
                        </m:funcPr>
                        <m:fName>
                          <m:r>
                            <m:rPr>
                              <m:sty m:val="p"/>
                            </m:rPr>
                            <a:rPr lang="en-US" altLang="zh-TW" sz="2000">
                              <a:latin typeface="Cambria Math" panose="02040503050406030204" pitchFamily="18" charset="0"/>
                              <a:ea typeface="新細明體" pitchFamily="-106" charset="-120"/>
                              <a:cs typeface="Times"/>
                            </a:rPr>
                            <m:t>Pr</m:t>
                          </m:r>
                        </m:fName>
                        <m:e>
                          <m:d>
                            <m:dPr>
                              <m:begChr m:val="["/>
                              <m:endChr m:val="]"/>
                              <m:ctrlPr>
                                <a:rPr lang="en-US" altLang="zh-TW" sz="2000" i="1">
                                  <a:latin typeface="Cambria Math" panose="02040503050406030204" pitchFamily="18" charset="0"/>
                                  <a:ea typeface="新細明體" pitchFamily="-106" charset="-120"/>
                                  <a:cs typeface="Times"/>
                                </a:rPr>
                              </m:ctrlPr>
                            </m:dPr>
                            <m:e>
                              <m:sSub>
                                <m:sSubPr>
                                  <m:ctrlPr>
                                    <a:rPr lang="en-US" altLang="zh-TW" sz="2000" i="1">
                                      <a:latin typeface="Cambria Math" panose="02040503050406030204" pitchFamily="18" charset="0"/>
                                      <a:ea typeface="新細明體" pitchFamily="-106" charset="-120"/>
                                      <a:cs typeface="Times"/>
                                    </a:rPr>
                                  </m:ctrlPr>
                                </m:sSubPr>
                                <m:e>
                                  <m:r>
                                    <a:rPr lang="en-US" altLang="zh-TW" sz="2000" i="1">
                                      <a:latin typeface="Cambria Math" panose="02040503050406030204" pitchFamily="18" charset="0"/>
                                      <a:ea typeface="新細明體" pitchFamily="-106" charset="-120"/>
                                      <a:cs typeface="Times"/>
                                    </a:rPr>
                                    <m:t>𝑋</m:t>
                                  </m:r>
                                </m:e>
                                <m:sub>
                                  <m:r>
                                    <a:rPr lang="en-US" altLang="zh-TW" sz="2000" i="1">
                                      <a:latin typeface="Cambria Math" panose="02040503050406030204" pitchFamily="18" charset="0"/>
                                      <a:ea typeface="新細明體" pitchFamily="-106" charset="-120"/>
                                      <a:cs typeface="Times"/>
                                    </a:rPr>
                                    <m:t>1</m:t>
                                  </m:r>
                                </m:sub>
                              </m:sSub>
                              <m:r>
                                <a:rPr lang="en-US" altLang="zh-TW" sz="2000" i="1">
                                  <a:latin typeface="Cambria Math" panose="02040503050406030204" pitchFamily="18" charset="0"/>
                                  <a:ea typeface="新細明體" pitchFamily="-106" charset="-120"/>
                                  <a:cs typeface="Times"/>
                                </a:rPr>
                                <m:t>=2</m:t>
                              </m:r>
                            </m:e>
                          </m:d>
                        </m:e>
                      </m:func>
                    </m:oMath>
                  </m:oMathPara>
                </a14:m>
                <a:endParaRPr lang="en-US" altLang="zh-TW" sz="2000" dirty="0">
                  <a:latin typeface="Corbel" panose="020B0503020204020204" pitchFamily="34" charset="0"/>
                  <a:ea typeface="新細明體" pitchFamily="-106" charset="-120"/>
                  <a:cs typeface="Times"/>
                </a:endParaRPr>
              </a:p>
            </p:txBody>
          </p:sp>
        </mc:Choice>
        <mc:Fallback xmlns="">
          <p:sp>
            <p:nvSpPr>
              <p:cNvPr id="577539" name="Rectangle 3"/>
              <p:cNvSpPr>
                <a:spLocks noGrp="1" noRot="1" noChangeAspect="1" noMove="1" noResize="1" noEditPoints="1" noAdjustHandles="1" noChangeArrowheads="1" noChangeShapeType="1" noTextEdit="1"/>
              </p:cNvSpPr>
              <p:nvPr>
                <p:ph idx="1"/>
              </p:nvPr>
            </p:nvSpPr>
            <p:spPr>
              <a:xfrm>
                <a:off x="2493433" y="1371600"/>
                <a:ext cx="7924800" cy="1676400"/>
              </a:xfrm>
              <a:blipFill>
                <a:blip r:embed="rId3"/>
                <a:stretch>
                  <a:fillRect l="-1280" t="-3008" r="-960"/>
                </a:stretch>
              </a:blipFill>
            </p:spPr>
            <p:txBody>
              <a:bodyPr/>
              <a:lstStyle/>
              <a:p>
                <a:r>
                  <a:rPr lang="en-GB">
                    <a:noFill/>
                  </a:rPr>
                  <a:t> </a:t>
                </a:r>
              </a:p>
            </p:txBody>
          </p:sp>
        </mc:Fallback>
      </mc:AlternateContent>
      <p:sp>
        <p:nvSpPr>
          <p:cNvPr id="406" name="Slide Number Placeholder 3">
            <a:extLst>
              <a:ext uri="{FF2B5EF4-FFF2-40B4-BE49-F238E27FC236}">
                <a16:creationId xmlns:a16="http://schemas.microsoft.com/office/drawing/2014/main" id="{EB16DE7D-011C-AB4D-B2F7-C5EB79F3BB4D}"/>
              </a:ext>
            </a:extLst>
          </p:cNvPr>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9</a:t>
            </a:fld>
            <a:endParaRPr lang="en-US" altLang="zh-TW"/>
          </a:p>
        </p:txBody>
      </p:sp>
      <p:grpSp>
        <p:nvGrpSpPr>
          <p:cNvPr id="407" name="Group 406">
            <a:extLst>
              <a:ext uri="{FF2B5EF4-FFF2-40B4-BE49-F238E27FC236}">
                <a16:creationId xmlns:a16="http://schemas.microsoft.com/office/drawing/2014/main" id="{459156AD-F92D-604F-847B-E7E4F09512A8}"/>
              </a:ext>
            </a:extLst>
          </p:cNvPr>
          <p:cNvGrpSpPr/>
          <p:nvPr/>
        </p:nvGrpSpPr>
        <p:grpSpPr>
          <a:xfrm>
            <a:off x="2311673" y="3374511"/>
            <a:ext cx="423557" cy="423557"/>
            <a:chOff x="1219200" y="3429000"/>
            <a:chExt cx="609600" cy="609600"/>
          </a:xfrm>
        </p:grpSpPr>
        <p:sp>
          <p:nvSpPr>
            <p:cNvPr id="408" name="Rounded Rectangle 407">
              <a:extLst>
                <a:ext uri="{FF2B5EF4-FFF2-40B4-BE49-F238E27FC236}">
                  <a16:creationId xmlns:a16="http://schemas.microsoft.com/office/drawing/2014/main" id="{475FBA8F-B99C-F641-AAB7-6B85A2959A4E}"/>
                </a:ext>
              </a:extLst>
            </p:cNvPr>
            <p:cNvSpPr/>
            <p:nvPr/>
          </p:nvSpPr>
          <p:spPr>
            <a:xfrm>
              <a:off x="1219200"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 name="Oval 408">
              <a:extLst>
                <a:ext uri="{FF2B5EF4-FFF2-40B4-BE49-F238E27FC236}">
                  <a16:creationId xmlns:a16="http://schemas.microsoft.com/office/drawing/2014/main" id="{CFE0FA10-7C5B-3147-A45A-5266021D7CB8}"/>
                </a:ext>
              </a:extLst>
            </p:cNvPr>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0" name="Group 409">
            <a:extLst>
              <a:ext uri="{FF2B5EF4-FFF2-40B4-BE49-F238E27FC236}">
                <a16:creationId xmlns:a16="http://schemas.microsoft.com/office/drawing/2014/main" id="{076DFC7B-37B1-B941-B4E2-E823F5B839C2}"/>
              </a:ext>
            </a:extLst>
          </p:cNvPr>
          <p:cNvGrpSpPr/>
          <p:nvPr/>
        </p:nvGrpSpPr>
        <p:grpSpPr>
          <a:xfrm>
            <a:off x="3733806" y="3385477"/>
            <a:ext cx="423557" cy="423557"/>
            <a:chOff x="2038597" y="3429000"/>
            <a:chExt cx="609600" cy="609600"/>
          </a:xfrm>
        </p:grpSpPr>
        <p:sp>
          <p:nvSpPr>
            <p:cNvPr id="411" name="Rounded Rectangle 410">
              <a:extLst>
                <a:ext uri="{FF2B5EF4-FFF2-40B4-BE49-F238E27FC236}">
                  <a16:creationId xmlns:a16="http://schemas.microsoft.com/office/drawing/2014/main" id="{5E9CC0C1-EE86-7240-8CAD-CA56BD3F3645}"/>
                </a:ext>
              </a:extLst>
            </p:cNvPr>
            <p:cNvSpPr/>
            <p:nvPr/>
          </p:nvSpPr>
          <p:spPr>
            <a:xfrm>
              <a:off x="2038597"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 name="Oval 411">
              <a:extLst>
                <a:ext uri="{FF2B5EF4-FFF2-40B4-BE49-F238E27FC236}">
                  <a16:creationId xmlns:a16="http://schemas.microsoft.com/office/drawing/2014/main" id="{407CBAAA-F888-5E47-93C3-B9B28E6A07BE}"/>
                </a:ext>
              </a:extLst>
            </p:cNvPr>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3" name="Oval 412">
              <a:extLst>
                <a:ext uri="{FF2B5EF4-FFF2-40B4-BE49-F238E27FC236}">
                  <a16:creationId xmlns:a16="http://schemas.microsoft.com/office/drawing/2014/main" id="{78FB5BA1-4845-0C45-92E4-314A21D24E17}"/>
                </a:ext>
              </a:extLst>
            </p:cNvPr>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4" name="Group 413">
            <a:extLst>
              <a:ext uri="{FF2B5EF4-FFF2-40B4-BE49-F238E27FC236}">
                <a16:creationId xmlns:a16="http://schemas.microsoft.com/office/drawing/2014/main" id="{2A338519-BE23-E54C-AD3E-2076A3956DAB}"/>
              </a:ext>
            </a:extLst>
          </p:cNvPr>
          <p:cNvGrpSpPr/>
          <p:nvPr/>
        </p:nvGrpSpPr>
        <p:grpSpPr>
          <a:xfrm>
            <a:off x="5181601" y="6086566"/>
            <a:ext cx="423557" cy="423557"/>
            <a:chOff x="2857994" y="3429000"/>
            <a:chExt cx="609600" cy="609600"/>
          </a:xfrm>
        </p:grpSpPr>
        <p:sp>
          <p:nvSpPr>
            <p:cNvPr id="415" name="Rounded Rectangle 414">
              <a:extLst>
                <a:ext uri="{FF2B5EF4-FFF2-40B4-BE49-F238E27FC236}">
                  <a16:creationId xmlns:a16="http://schemas.microsoft.com/office/drawing/2014/main" id="{D0E821F1-EB49-EB46-A9AF-B9AF5F9C4F11}"/>
                </a:ext>
              </a:extLst>
            </p:cNvPr>
            <p:cNvSpPr/>
            <p:nvPr/>
          </p:nvSpPr>
          <p:spPr>
            <a:xfrm>
              <a:off x="2857994"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6" name="Oval 415">
              <a:extLst>
                <a:ext uri="{FF2B5EF4-FFF2-40B4-BE49-F238E27FC236}">
                  <a16:creationId xmlns:a16="http://schemas.microsoft.com/office/drawing/2014/main" id="{A844FA7C-354F-9A4F-ACE1-0C4B830D45D7}"/>
                </a:ext>
              </a:extLst>
            </p:cNvPr>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 name="Oval 416">
              <a:extLst>
                <a:ext uri="{FF2B5EF4-FFF2-40B4-BE49-F238E27FC236}">
                  <a16:creationId xmlns:a16="http://schemas.microsoft.com/office/drawing/2014/main" id="{F978AEF7-2B8B-7F45-8D44-07D4DE885A20}"/>
                </a:ext>
              </a:extLst>
            </p:cNvPr>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8" name="Oval 417">
              <a:extLst>
                <a:ext uri="{FF2B5EF4-FFF2-40B4-BE49-F238E27FC236}">
                  <a16:creationId xmlns:a16="http://schemas.microsoft.com/office/drawing/2014/main" id="{EA288B91-A5C5-2E42-9584-E855085F888E}"/>
                </a:ext>
              </a:extLst>
            </p:cNvPr>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9" name="Group 418">
            <a:extLst>
              <a:ext uri="{FF2B5EF4-FFF2-40B4-BE49-F238E27FC236}">
                <a16:creationId xmlns:a16="http://schemas.microsoft.com/office/drawing/2014/main" id="{EF42E780-CF9A-704A-B754-7423360DA3CF}"/>
              </a:ext>
            </a:extLst>
          </p:cNvPr>
          <p:cNvGrpSpPr/>
          <p:nvPr/>
        </p:nvGrpSpPr>
        <p:grpSpPr>
          <a:xfrm>
            <a:off x="6636495" y="3356598"/>
            <a:ext cx="423557" cy="423557"/>
            <a:chOff x="3697186" y="3428010"/>
            <a:chExt cx="609600" cy="609600"/>
          </a:xfrm>
        </p:grpSpPr>
        <p:sp>
          <p:nvSpPr>
            <p:cNvPr id="420" name="Rounded Rectangle 419">
              <a:extLst>
                <a:ext uri="{FF2B5EF4-FFF2-40B4-BE49-F238E27FC236}">
                  <a16:creationId xmlns:a16="http://schemas.microsoft.com/office/drawing/2014/main" id="{76A21A6C-FBE7-6549-A5CE-A41E856233E5}"/>
                </a:ext>
              </a:extLst>
            </p:cNvPr>
            <p:cNvSpPr/>
            <p:nvPr/>
          </p:nvSpPr>
          <p:spPr>
            <a:xfrm>
              <a:off x="3697186"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 name="Oval 420">
              <a:extLst>
                <a:ext uri="{FF2B5EF4-FFF2-40B4-BE49-F238E27FC236}">
                  <a16:creationId xmlns:a16="http://schemas.microsoft.com/office/drawing/2014/main" id="{BBD2818A-63C9-564B-9EC6-75A035FBACAA}"/>
                </a:ext>
              </a:extLst>
            </p:cNvPr>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 name="Oval 421">
              <a:extLst>
                <a:ext uri="{FF2B5EF4-FFF2-40B4-BE49-F238E27FC236}">
                  <a16:creationId xmlns:a16="http://schemas.microsoft.com/office/drawing/2014/main" id="{7F91CFF5-EE91-0B40-94EF-7A3CCF9C034F}"/>
                </a:ext>
              </a:extLst>
            </p:cNvPr>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 name="Oval 422">
              <a:extLst>
                <a:ext uri="{FF2B5EF4-FFF2-40B4-BE49-F238E27FC236}">
                  <a16:creationId xmlns:a16="http://schemas.microsoft.com/office/drawing/2014/main" id="{08576B82-7FCA-DB45-8A52-8955D3A52041}"/>
                </a:ext>
              </a:extLst>
            </p:cNvPr>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 name="Oval 423">
              <a:extLst>
                <a:ext uri="{FF2B5EF4-FFF2-40B4-BE49-F238E27FC236}">
                  <a16:creationId xmlns:a16="http://schemas.microsoft.com/office/drawing/2014/main" id="{60F53738-3B5D-DC43-ADE7-276E9362124E}"/>
                </a:ext>
              </a:extLst>
            </p:cNvPr>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5" name="Group 424">
            <a:extLst>
              <a:ext uri="{FF2B5EF4-FFF2-40B4-BE49-F238E27FC236}">
                <a16:creationId xmlns:a16="http://schemas.microsoft.com/office/drawing/2014/main" id="{C0C6E653-9A42-154A-A071-5D319F3DA9E4}"/>
              </a:ext>
            </a:extLst>
          </p:cNvPr>
          <p:cNvGrpSpPr/>
          <p:nvPr/>
        </p:nvGrpSpPr>
        <p:grpSpPr>
          <a:xfrm>
            <a:off x="8001001" y="3352801"/>
            <a:ext cx="423557" cy="423557"/>
            <a:chOff x="4516583" y="3428010"/>
            <a:chExt cx="609600" cy="609600"/>
          </a:xfrm>
        </p:grpSpPr>
        <p:sp>
          <p:nvSpPr>
            <p:cNvPr id="426" name="Rounded Rectangle 425">
              <a:extLst>
                <a:ext uri="{FF2B5EF4-FFF2-40B4-BE49-F238E27FC236}">
                  <a16:creationId xmlns:a16="http://schemas.microsoft.com/office/drawing/2014/main" id="{93780E7A-C400-F347-AFCA-7228B6A8E435}"/>
                </a:ext>
              </a:extLst>
            </p:cNvPr>
            <p:cNvSpPr/>
            <p:nvPr/>
          </p:nvSpPr>
          <p:spPr>
            <a:xfrm>
              <a:off x="4516583"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 name="Oval 426">
              <a:extLst>
                <a:ext uri="{FF2B5EF4-FFF2-40B4-BE49-F238E27FC236}">
                  <a16:creationId xmlns:a16="http://schemas.microsoft.com/office/drawing/2014/main" id="{A97D963C-1FED-2D45-A4A5-98320485C6BA}"/>
                </a:ext>
              </a:extLst>
            </p:cNvPr>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 name="Oval 427">
              <a:extLst>
                <a:ext uri="{FF2B5EF4-FFF2-40B4-BE49-F238E27FC236}">
                  <a16:creationId xmlns:a16="http://schemas.microsoft.com/office/drawing/2014/main" id="{54E2B520-4E9C-254D-B4F8-DCA879FAAC01}"/>
                </a:ext>
              </a:extLst>
            </p:cNvPr>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9" name="Oval 428">
              <a:extLst>
                <a:ext uri="{FF2B5EF4-FFF2-40B4-BE49-F238E27FC236}">
                  <a16:creationId xmlns:a16="http://schemas.microsoft.com/office/drawing/2014/main" id="{B0938F14-A03E-C441-B1AF-06C5596AB57D}"/>
                </a:ext>
              </a:extLst>
            </p:cNvPr>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Oval 429">
              <a:extLst>
                <a:ext uri="{FF2B5EF4-FFF2-40B4-BE49-F238E27FC236}">
                  <a16:creationId xmlns:a16="http://schemas.microsoft.com/office/drawing/2014/main" id="{0791CEED-B948-5545-89DD-9B86F9FB5DAF}"/>
                </a:ext>
              </a:extLst>
            </p:cNvPr>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1" name="Oval 430">
              <a:extLst>
                <a:ext uri="{FF2B5EF4-FFF2-40B4-BE49-F238E27FC236}">
                  <a16:creationId xmlns:a16="http://schemas.microsoft.com/office/drawing/2014/main" id="{66A9D6C6-854C-654F-B665-236F17BC2CBD}"/>
                </a:ext>
              </a:extLst>
            </p:cNvPr>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32" name="Group 431">
            <a:extLst>
              <a:ext uri="{FF2B5EF4-FFF2-40B4-BE49-F238E27FC236}">
                <a16:creationId xmlns:a16="http://schemas.microsoft.com/office/drawing/2014/main" id="{A04C17A5-32ED-2744-89A3-BF2A154754FF}"/>
              </a:ext>
            </a:extLst>
          </p:cNvPr>
          <p:cNvGrpSpPr/>
          <p:nvPr/>
        </p:nvGrpSpPr>
        <p:grpSpPr>
          <a:xfrm>
            <a:off x="9378521" y="3352801"/>
            <a:ext cx="423557" cy="423557"/>
            <a:chOff x="5359334" y="3425040"/>
            <a:chExt cx="609600" cy="609600"/>
          </a:xfrm>
        </p:grpSpPr>
        <p:sp>
          <p:nvSpPr>
            <p:cNvPr id="433" name="Rounded Rectangle 432">
              <a:extLst>
                <a:ext uri="{FF2B5EF4-FFF2-40B4-BE49-F238E27FC236}">
                  <a16:creationId xmlns:a16="http://schemas.microsoft.com/office/drawing/2014/main" id="{DB6240F2-6911-554B-B258-7A1837233F16}"/>
                </a:ext>
              </a:extLst>
            </p:cNvPr>
            <p:cNvSpPr/>
            <p:nvPr/>
          </p:nvSpPr>
          <p:spPr>
            <a:xfrm>
              <a:off x="5359334" y="342504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4" name="Oval 433">
              <a:extLst>
                <a:ext uri="{FF2B5EF4-FFF2-40B4-BE49-F238E27FC236}">
                  <a16:creationId xmlns:a16="http://schemas.microsoft.com/office/drawing/2014/main" id="{A5A5C904-6F2B-6044-9685-944BEE5A1D74}"/>
                </a:ext>
              </a:extLst>
            </p:cNvPr>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5" name="Oval 434">
              <a:extLst>
                <a:ext uri="{FF2B5EF4-FFF2-40B4-BE49-F238E27FC236}">
                  <a16:creationId xmlns:a16="http://schemas.microsoft.com/office/drawing/2014/main" id="{DE68AAEC-A613-FF47-B0EA-1DBDAE51B179}"/>
                </a:ext>
              </a:extLst>
            </p:cNvPr>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6" name="Oval 435">
              <a:extLst>
                <a:ext uri="{FF2B5EF4-FFF2-40B4-BE49-F238E27FC236}">
                  <a16:creationId xmlns:a16="http://schemas.microsoft.com/office/drawing/2014/main" id="{231DD1FF-1266-1140-A3AA-8A56A9B7BA07}"/>
                </a:ext>
              </a:extLst>
            </p:cNvPr>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7" name="Oval 436">
              <a:extLst>
                <a:ext uri="{FF2B5EF4-FFF2-40B4-BE49-F238E27FC236}">
                  <a16:creationId xmlns:a16="http://schemas.microsoft.com/office/drawing/2014/main" id="{6ADDEB7B-58B7-614E-8AD3-A912514750ED}"/>
                </a:ext>
              </a:extLst>
            </p:cNvPr>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 name="Oval 437">
              <a:extLst>
                <a:ext uri="{FF2B5EF4-FFF2-40B4-BE49-F238E27FC236}">
                  <a16:creationId xmlns:a16="http://schemas.microsoft.com/office/drawing/2014/main" id="{4F2895F0-D507-EB47-B095-D5D96F247EB4}"/>
                </a:ext>
              </a:extLst>
            </p:cNvPr>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 name="Oval 438">
              <a:extLst>
                <a:ext uri="{FF2B5EF4-FFF2-40B4-BE49-F238E27FC236}">
                  <a16:creationId xmlns:a16="http://schemas.microsoft.com/office/drawing/2014/main" id="{11641596-0127-E64B-9225-C99FAB110908}"/>
                </a:ext>
              </a:extLst>
            </p:cNvPr>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0" name="Group 439">
            <a:extLst>
              <a:ext uri="{FF2B5EF4-FFF2-40B4-BE49-F238E27FC236}">
                <a16:creationId xmlns:a16="http://schemas.microsoft.com/office/drawing/2014/main" id="{F5B6837C-0BE0-F24D-959D-85EE0F44FF0F}"/>
              </a:ext>
            </a:extLst>
          </p:cNvPr>
          <p:cNvGrpSpPr/>
          <p:nvPr/>
        </p:nvGrpSpPr>
        <p:grpSpPr>
          <a:xfrm>
            <a:off x="2872200" y="3371592"/>
            <a:ext cx="423557" cy="423557"/>
            <a:chOff x="1219200" y="3429000"/>
            <a:chExt cx="609600" cy="609600"/>
          </a:xfrm>
        </p:grpSpPr>
        <p:sp>
          <p:nvSpPr>
            <p:cNvPr id="441" name="Rounded Rectangle 440">
              <a:extLst>
                <a:ext uri="{FF2B5EF4-FFF2-40B4-BE49-F238E27FC236}">
                  <a16:creationId xmlns:a16="http://schemas.microsoft.com/office/drawing/2014/main" id="{B8576D59-0334-4144-9977-187DB07BBB18}"/>
                </a:ext>
              </a:extLst>
            </p:cNvPr>
            <p:cNvSpPr/>
            <p:nvPr/>
          </p:nvSpPr>
          <p:spPr>
            <a:xfrm>
              <a:off x="1219200"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 name="Oval 441">
              <a:extLst>
                <a:ext uri="{FF2B5EF4-FFF2-40B4-BE49-F238E27FC236}">
                  <a16:creationId xmlns:a16="http://schemas.microsoft.com/office/drawing/2014/main" id="{8AF72071-911E-794D-9DA3-BE2BB559C1F6}"/>
                </a:ext>
              </a:extLst>
            </p:cNvPr>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3" name="Group 442">
            <a:extLst>
              <a:ext uri="{FF2B5EF4-FFF2-40B4-BE49-F238E27FC236}">
                <a16:creationId xmlns:a16="http://schemas.microsoft.com/office/drawing/2014/main" id="{9680B3F9-76F7-F94E-B5BE-91A814DC596D}"/>
              </a:ext>
            </a:extLst>
          </p:cNvPr>
          <p:cNvGrpSpPr/>
          <p:nvPr/>
        </p:nvGrpSpPr>
        <p:grpSpPr>
          <a:xfrm>
            <a:off x="2868245" y="3915045"/>
            <a:ext cx="423557" cy="423557"/>
            <a:chOff x="2038597" y="3429000"/>
            <a:chExt cx="609600" cy="609600"/>
          </a:xfrm>
        </p:grpSpPr>
        <p:sp>
          <p:nvSpPr>
            <p:cNvPr id="444" name="Rounded Rectangle 443">
              <a:extLst>
                <a:ext uri="{FF2B5EF4-FFF2-40B4-BE49-F238E27FC236}">
                  <a16:creationId xmlns:a16="http://schemas.microsoft.com/office/drawing/2014/main" id="{69B7513E-D223-EE4D-AD3F-2E023EA1A59A}"/>
                </a:ext>
              </a:extLst>
            </p:cNvPr>
            <p:cNvSpPr/>
            <p:nvPr/>
          </p:nvSpPr>
          <p:spPr>
            <a:xfrm>
              <a:off x="2038597"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 name="Oval 444">
              <a:extLst>
                <a:ext uri="{FF2B5EF4-FFF2-40B4-BE49-F238E27FC236}">
                  <a16:creationId xmlns:a16="http://schemas.microsoft.com/office/drawing/2014/main" id="{9EC23A3F-FBC3-1743-9D30-5704A7D52E62}"/>
                </a:ext>
              </a:extLst>
            </p:cNvPr>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6" name="Oval 445">
              <a:extLst>
                <a:ext uri="{FF2B5EF4-FFF2-40B4-BE49-F238E27FC236}">
                  <a16:creationId xmlns:a16="http://schemas.microsoft.com/office/drawing/2014/main" id="{4010725D-1F4D-2B48-B754-F560728C94D5}"/>
                </a:ext>
              </a:extLst>
            </p:cNvPr>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7" name="Group 446">
            <a:extLst>
              <a:ext uri="{FF2B5EF4-FFF2-40B4-BE49-F238E27FC236}">
                <a16:creationId xmlns:a16="http://schemas.microsoft.com/office/drawing/2014/main" id="{D2B7179A-55EC-A540-89E0-B218A7F5A3FC}"/>
              </a:ext>
            </a:extLst>
          </p:cNvPr>
          <p:cNvGrpSpPr/>
          <p:nvPr/>
        </p:nvGrpSpPr>
        <p:grpSpPr>
          <a:xfrm>
            <a:off x="2872200" y="4458498"/>
            <a:ext cx="423557" cy="423557"/>
            <a:chOff x="2857994" y="3429000"/>
            <a:chExt cx="609600" cy="609600"/>
          </a:xfrm>
        </p:grpSpPr>
        <p:sp>
          <p:nvSpPr>
            <p:cNvPr id="448" name="Rounded Rectangle 447">
              <a:extLst>
                <a:ext uri="{FF2B5EF4-FFF2-40B4-BE49-F238E27FC236}">
                  <a16:creationId xmlns:a16="http://schemas.microsoft.com/office/drawing/2014/main" id="{852FBEB9-0C8B-4046-8780-3A0A8F3687B8}"/>
                </a:ext>
              </a:extLst>
            </p:cNvPr>
            <p:cNvSpPr/>
            <p:nvPr/>
          </p:nvSpPr>
          <p:spPr>
            <a:xfrm>
              <a:off x="2857994"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 name="Oval 448">
              <a:extLst>
                <a:ext uri="{FF2B5EF4-FFF2-40B4-BE49-F238E27FC236}">
                  <a16:creationId xmlns:a16="http://schemas.microsoft.com/office/drawing/2014/main" id="{80B96D5C-52FE-C144-8A96-BAECDE9E9263}"/>
                </a:ext>
              </a:extLst>
            </p:cNvPr>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 name="Oval 449">
              <a:extLst>
                <a:ext uri="{FF2B5EF4-FFF2-40B4-BE49-F238E27FC236}">
                  <a16:creationId xmlns:a16="http://schemas.microsoft.com/office/drawing/2014/main" id="{6B52B0BB-01AB-4F41-936F-B2311341D91F}"/>
                </a:ext>
              </a:extLst>
            </p:cNvPr>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 name="Oval 450">
              <a:extLst>
                <a:ext uri="{FF2B5EF4-FFF2-40B4-BE49-F238E27FC236}">
                  <a16:creationId xmlns:a16="http://schemas.microsoft.com/office/drawing/2014/main" id="{E14E985B-AFA2-224E-B77B-3DEDDA2A3CA9}"/>
                </a:ext>
              </a:extLst>
            </p:cNvPr>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2" name="Group 451">
            <a:extLst>
              <a:ext uri="{FF2B5EF4-FFF2-40B4-BE49-F238E27FC236}">
                <a16:creationId xmlns:a16="http://schemas.microsoft.com/office/drawing/2014/main" id="{E8402CEE-DB48-EB4F-B69B-512FFE0DCC3E}"/>
              </a:ext>
            </a:extLst>
          </p:cNvPr>
          <p:cNvGrpSpPr/>
          <p:nvPr/>
        </p:nvGrpSpPr>
        <p:grpSpPr>
          <a:xfrm>
            <a:off x="2857561" y="5001951"/>
            <a:ext cx="423557" cy="423557"/>
            <a:chOff x="3697186" y="3428010"/>
            <a:chExt cx="609600" cy="609600"/>
          </a:xfrm>
        </p:grpSpPr>
        <p:sp>
          <p:nvSpPr>
            <p:cNvPr id="453" name="Rounded Rectangle 452">
              <a:extLst>
                <a:ext uri="{FF2B5EF4-FFF2-40B4-BE49-F238E27FC236}">
                  <a16:creationId xmlns:a16="http://schemas.microsoft.com/office/drawing/2014/main" id="{A81CC2D7-B47F-454F-BCA2-A6D503E4C2B7}"/>
                </a:ext>
              </a:extLst>
            </p:cNvPr>
            <p:cNvSpPr/>
            <p:nvPr/>
          </p:nvSpPr>
          <p:spPr>
            <a:xfrm>
              <a:off x="3697186"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4" name="Oval 453">
              <a:extLst>
                <a:ext uri="{FF2B5EF4-FFF2-40B4-BE49-F238E27FC236}">
                  <a16:creationId xmlns:a16="http://schemas.microsoft.com/office/drawing/2014/main" id="{723663FB-24E5-124E-A743-04637A758AFF}"/>
                </a:ext>
              </a:extLst>
            </p:cNvPr>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5" name="Oval 454">
              <a:extLst>
                <a:ext uri="{FF2B5EF4-FFF2-40B4-BE49-F238E27FC236}">
                  <a16:creationId xmlns:a16="http://schemas.microsoft.com/office/drawing/2014/main" id="{78AE101A-F303-8D49-B824-E353C3E83427}"/>
                </a:ext>
              </a:extLst>
            </p:cNvPr>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6" name="Oval 455">
              <a:extLst>
                <a:ext uri="{FF2B5EF4-FFF2-40B4-BE49-F238E27FC236}">
                  <a16:creationId xmlns:a16="http://schemas.microsoft.com/office/drawing/2014/main" id="{EA5E61BB-E798-4F46-8E00-9225414980F4}"/>
                </a:ext>
              </a:extLst>
            </p:cNvPr>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7" name="Oval 456">
              <a:extLst>
                <a:ext uri="{FF2B5EF4-FFF2-40B4-BE49-F238E27FC236}">
                  <a16:creationId xmlns:a16="http://schemas.microsoft.com/office/drawing/2014/main" id="{578A6440-05E3-C040-98EA-8DAA5666A4A6}"/>
                </a:ext>
              </a:extLst>
            </p:cNvPr>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8" name="Group 457">
            <a:extLst>
              <a:ext uri="{FF2B5EF4-FFF2-40B4-BE49-F238E27FC236}">
                <a16:creationId xmlns:a16="http://schemas.microsoft.com/office/drawing/2014/main" id="{1FF96F15-B3DD-A14A-A10A-E29C6D888CA4}"/>
              </a:ext>
            </a:extLst>
          </p:cNvPr>
          <p:cNvGrpSpPr/>
          <p:nvPr/>
        </p:nvGrpSpPr>
        <p:grpSpPr>
          <a:xfrm>
            <a:off x="2857561" y="5564819"/>
            <a:ext cx="423557" cy="423557"/>
            <a:chOff x="4516583" y="3428010"/>
            <a:chExt cx="609600" cy="609600"/>
          </a:xfrm>
        </p:grpSpPr>
        <p:sp>
          <p:nvSpPr>
            <p:cNvPr id="459" name="Rounded Rectangle 458">
              <a:extLst>
                <a:ext uri="{FF2B5EF4-FFF2-40B4-BE49-F238E27FC236}">
                  <a16:creationId xmlns:a16="http://schemas.microsoft.com/office/drawing/2014/main" id="{FD630995-56B8-4840-8C0B-267BBC6B08CE}"/>
                </a:ext>
              </a:extLst>
            </p:cNvPr>
            <p:cNvSpPr/>
            <p:nvPr/>
          </p:nvSpPr>
          <p:spPr>
            <a:xfrm>
              <a:off x="4516583"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0" name="Oval 459">
              <a:extLst>
                <a:ext uri="{FF2B5EF4-FFF2-40B4-BE49-F238E27FC236}">
                  <a16:creationId xmlns:a16="http://schemas.microsoft.com/office/drawing/2014/main" id="{14F17E18-A6C3-FB46-BD28-EBDDC45C130B}"/>
                </a:ext>
              </a:extLst>
            </p:cNvPr>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1" name="Oval 460">
              <a:extLst>
                <a:ext uri="{FF2B5EF4-FFF2-40B4-BE49-F238E27FC236}">
                  <a16:creationId xmlns:a16="http://schemas.microsoft.com/office/drawing/2014/main" id="{E3551816-5D19-F048-8B28-AC34C65078B7}"/>
                </a:ext>
              </a:extLst>
            </p:cNvPr>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2" name="Oval 461">
              <a:extLst>
                <a:ext uri="{FF2B5EF4-FFF2-40B4-BE49-F238E27FC236}">
                  <a16:creationId xmlns:a16="http://schemas.microsoft.com/office/drawing/2014/main" id="{5E4943EC-F17B-184B-8D0B-5388EB704902}"/>
                </a:ext>
              </a:extLst>
            </p:cNvPr>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3" name="Oval 462">
              <a:extLst>
                <a:ext uri="{FF2B5EF4-FFF2-40B4-BE49-F238E27FC236}">
                  <a16:creationId xmlns:a16="http://schemas.microsoft.com/office/drawing/2014/main" id="{2D3CBA5B-4EA3-A84C-BBE4-C13A16B1AAE0}"/>
                </a:ext>
              </a:extLst>
            </p:cNvPr>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4" name="Oval 463">
              <a:extLst>
                <a:ext uri="{FF2B5EF4-FFF2-40B4-BE49-F238E27FC236}">
                  <a16:creationId xmlns:a16="http://schemas.microsoft.com/office/drawing/2014/main" id="{5FC9ADE9-DEDC-3A4D-87BB-5C96DBADAD44}"/>
                </a:ext>
              </a:extLst>
            </p:cNvPr>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5" name="Group 464">
            <a:extLst>
              <a:ext uri="{FF2B5EF4-FFF2-40B4-BE49-F238E27FC236}">
                <a16:creationId xmlns:a16="http://schemas.microsoft.com/office/drawing/2014/main" id="{2E242674-A1A2-5449-9A31-ECF46692DBE8}"/>
              </a:ext>
            </a:extLst>
          </p:cNvPr>
          <p:cNvGrpSpPr/>
          <p:nvPr/>
        </p:nvGrpSpPr>
        <p:grpSpPr>
          <a:xfrm>
            <a:off x="2857561" y="6109477"/>
            <a:ext cx="423557" cy="423557"/>
            <a:chOff x="5359334" y="3425040"/>
            <a:chExt cx="609600" cy="609600"/>
          </a:xfrm>
        </p:grpSpPr>
        <p:sp>
          <p:nvSpPr>
            <p:cNvPr id="466" name="Rounded Rectangle 465">
              <a:extLst>
                <a:ext uri="{FF2B5EF4-FFF2-40B4-BE49-F238E27FC236}">
                  <a16:creationId xmlns:a16="http://schemas.microsoft.com/office/drawing/2014/main" id="{F3B1AE10-E615-6F49-BF4D-BFC47EEE2D2D}"/>
                </a:ext>
              </a:extLst>
            </p:cNvPr>
            <p:cNvSpPr/>
            <p:nvPr/>
          </p:nvSpPr>
          <p:spPr>
            <a:xfrm>
              <a:off x="5359334" y="342504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7" name="Oval 466">
              <a:extLst>
                <a:ext uri="{FF2B5EF4-FFF2-40B4-BE49-F238E27FC236}">
                  <a16:creationId xmlns:a16="http://schemas.microsoft.com/office/drawing/2014/main" id="{A070A02E-D43D-4F43-BDA9-BF50EEBB4C7C}"/>
                </a:ext>
              </a:extLst>
            </p:cNvPr>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8" name="Oval 467">
              <a:extLst>
                <a:ext uri="{FF2B5EF4-FFF2-40B4-BE49-F238E27FC236}">
                  <a16:creationId xmlns:a16="http://schemas.microsoft.com/office/drawing/2014/main" id="{A4EBAD28-5D4F-ED4D-A4AC-F50017C4E3FE}"/>
                </a:ext>
              </a:extLst>
            </p:cNvPr>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9" name="Oval 468">
              <a:extLst>
                <a:ext uri="{FF2B5EF4-FFF2-40B4-BE49-F238E27FC236}">
                  <a16:creationId xmlns:a16="http://schemas.microsoft.com/office/drawing/2014/main" id="{9547E9B6-1FB9-0D40-A202-F31078B78DBE}"/>
                </a:ext>
              </a:extLst>
            </p:cNvPr>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0" name="Oval 469">
              <a:extLst>
                <a:ext uri="{FF2B5EF4-FFF2-40B4-BE49-F238E27FC236}">
                  <a16:creationId xmlns:a16="http://schemas.microsoft.com/office/drawing/2014/main" id="{67B86EBC-E7A1-C04C-A56C-5158C10C8A65}"/>
                </a:ext>
              </a:extLst>
            </p:cNvPr>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 name="Oval 470">
              <a:extLst>
                <a:ext uri="{FF2B5EF4-FFF2-40B4-BE49-F238E27FC236}">
                  <a16:creationId xmlns:a16="http://schemas.microsoft.com/office/drawing/2014/main" id="{081E737C-ED94-DE49-BA5E-8386FBC7C96E}"/>
                </a:ext>
              </a:extLst>
            </p:cNvPr>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 name="Oval 471">
              <a:extLst>
                <a:ext uri="{FF2B5EF4-FFF2-40B4-BE49-F238E27FC236}">
                  <a16:creationId xmlns:a16="http://schemas.microsoft.com/office/drawing/2014/main" id="{40248FB8-0FFC-1B41-9CE6-69A7A630E018}"/>
                </a:ext>
              </a:extLst>
            </p:cNvPr>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3" name="Group 472">
            <a:extLst>
              <a:ext uri="{FF2B5EF4-FFF2-40B4-BE49-F238E27FC236}">
                <a16:creationId xmlns:a16="http://schemas.microsoft.com/office/drawing/2014/main" id="{E7CA3252-DED2-384D-B399-DBF05DE31169}"/>
              </a:ext>
            </a:extLst>
          </p:cNvPr>
          <p:cNvGrpSpPr/>
          <p:nvPr/>
        </p:nvGrpSpPr>
        <p:grpSpPr>
          <a:xfrm>
            <a:off x="2311673" y="3922088"/>
            <a:ext cx="423557" cy="423557"/>
            <a:chOff x="1219200" y="3429000"/>
            <a:chExt cx="609600" cy="609600"/>
          </a:xfrm>
        </p:grpSpPr>
        <p:sp>
          <p:nvSpPr>
            <p:cNvPr id="474" name="Rounded Rectangle 473">
              <a:extLst>
                <a:ext uri="{FF2B5EF4-FFF2-40B4-BE49-F238E27FC236}">
                  <a16:creationId xmlns:a16="http://schemas.microsoft.com/office/drawing/2014/main" id="{E1F40701-8826-D741-8E6E-3CC17D803785}"/>
                </a:ext>
              </a:extLst>
            </p:cNvPr>
            <p:cNvSpPr/>
            <p:nvPr/>
          </p:nvSpPr>
          <p:spPr>
            <a:xfrm>
              <a:off x="1219200"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Oval 474">
              <a:extLst>
                <a:ext uri="{FF2B5EF4-FFF2-40B4-BE49-F238E27FC236}">
                  <a16:creationId xmlns:a16="http://schemas.microsoft.com/office/drawing/2014/main" id="{05636891-C182-1044-82D9-B8E6969016C6}"/>
                </a:ext>
              </a:extLst>
            </p:cNvPr>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6" name="Group 475">
            <a:extLst>
              <a:ext uri="{FF2B5EF4-FFF2-40B4-BE49-F238E27FC236}">
                <a16:creationId xmlns:a16="http://schemas.microsoft.com/office/drawing/2014/main" id="{60F99626-3263-CB47-AC07-CCC4B5576915}"/>
              </a:ext>
            </a:extLst>
          </p:cNvPr>
          <p:cNvGrpSpPr/>
          <p:nvPr/>
        </p:nvGrpSpPr>
        <p:grpSpPr>
          <a:xfrm>
            <a:off x="2308754" y="4469665"/>
            <a:ext cx="423557" cy="423557"/>
            <a:chOff x="1219200" y="3429000"/>
            <a:chExt cx="609600" cy="609600"/>
          </a:xfrm>
        </p:grpSpPr>
        <p:sp>
          <p:nvSpPr>
            <p:cNvPr id="477" name="Rounded Rectangle 476">
              <a:extLst>
                <a:ext uri="{FF2B5EF4-FFF2-40B4-BE49-F238E27FC236}">
                  <a16:creationId xmlns:a16="http://schemas.microsoft.com/office/drawing/2014/main" id="{30790D5C-9BD2-3E47-9A9A-D40DCAF26FF8}"/>
                </a:ext>
              </a:extLst>
            </p:cNvPr>
            <p:cNvSpPr/>
            <p:nvPr/>
          </p:nvSpPr>
          <p:spPr>
            <a:xfrm>
              <a:off x="1219200"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 name="Oval 477">
              <a:extLst>
                <a:ext uri="{FF2B5EF4-FFF2-40B4-BE49-F238E27FC236}">
                  <a16:creationId xmlns:a16="http://schemas.microsoft.com/office/drawing/2014/main" id="{A515916E-D6B2-224E-83B0-EA9D87B81839}"/>
                </a:ext>
              </a:extLst>
            </p:cNvPr>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9" name="Group 478">
            <a:extLst>
              <a:ext uri="{FF2B5EF4-FFF2-40B4-BE49-F238E27FC236}">
                <a16:creationId xmlns:a16="http://schemas.microsoft.com/office/drawing/2014/main" id="{65394072-7867-DD4D-942F-1F89D958F3AE}"/>
              </a:ext>
            </a:extLst>
          </p:cNvPr>
          <p:cNvGrpSpPr/>
          <p:nvPr/>
        </p:nvGrpSpPr>
        <p:grpSpPr>
          <a:xfrm>
            <a:off x="2305835" y="5017242"/>
            <a:ext cx="423557" cy="423557"/>
            <a:chOff x="1219200" y="3429000"/>
            <a:chExt cx="609600" cy="609600"/>
          </a:xfrm>
        </p:grpSpPr>
        <p:sp>
          <p:nvSpPr>
            <p:cNvPr id="480" name="Rounded Rectangle 479">
              <a:extLst>
                <a:ext uri="{FF2B5EF4-FFF2-40B4-BE49-F238E27FC236}">
                  <a16:creationId xmlns:a16="http://schemas.microsoft.com/office/drawing/2014/main" id="{8CC421C7-B1C4-9D4F-B865-6D3D7FC6651F}"/>
                </a:ext>
              </a:extLst>
            </p:cNvPr>
            <p:cNvSpPr/>
            <p:nvPr/>
          </p:nvSpPr>
          <p:spPr>
            <a:xfrm>
              <a:off x="1219200"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 name="Oval 480">
              <a:extLst>
                <a:ext uri="{FF2B5EF4-FFF2-40B4-BE49-F238E27FC236}">
                  <a16:creationId xmlns:a16="http://schemas.microsoft.com/office/drawing/2014/main" id="{809FF06B-A875-224D-9CFB-F0AB587A303E}"/>
                </a:ext>
              </a:extLst>
            </p:cNvPr>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2" name="Group 481">
            <a:extLst>
              <a:ext uri="{FF2B5EF4-FFF2-40B4-BE49-F238E27FC236}">
                <a16:creationId xmlns:a16="http://schemas.microsoft.com/office/drawing/2014/main" id="{695FBA72-2913-C64D-84A1-3CDBF1A1B616}"/>
              </a:ext>
            </a:extLst>
          </p:cNvPr>
          <p:cNvGrpSpPr/>
          <p:nvPr/>
        </p:nvGrpSpPr>
        <p:grpSpPr>
          <a:xfrm>
            <a:off x="2302916" y="5564819"/>
            <a:ext cx="423557" cy="423557"/>
            <a:chOff x="1219200" y="3429000"/>
            <a:chExt cx="609600" cy="609600"/>
          </a:xfrm>
        </p:grpSpPr>
        <p:sp>
          <p:nvSpPr>
            <p:cNvPr id="483" name="Rounded Rectangle 482">
              <a:extLst>
                <a:ext uri="{FF2B5EF4-FFF2-40B4-BE49-F238E27FC236}">
                  <a16:creationId xmlns:a16="http://schemas.microsoft.com/office/drawing/2014/main" id="{30D365A3-C64B-6B43-B9CA-65B193A4D3C6}"/>
                </a:ext>
              </a:extLst>
            </p:cNvPr>
            <p:cNvSpPr/>
            <p:nvPr/>
          </p:nvSpPr>
          <p:spPr>
            <a:xfrm>
              <a:off x="1219200"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 name="Oval 483">
              <a:extLst>
                <a:ext uri="{FF2B5EF4-FFF2-40B4-BE49-F238E27FC236}">
                  <a16:creationId xmlns:a16="http://schemas.microsoft.com/office/drawing/2014/main" id="{800AEF29-A16E-0144-A81A-EAC2E01A2031}"/>
                </a:ext>
              </a:extLst>
            </p:cNvPr>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5" name="Group 484">
            <a:extLst>
              <a:ext uri="{FF2B5EF4-FFF2-40B4-BE49-F238E27FC236}">
                <a16:creationId xmlns:a16="http://schemas.microsoft.com/office/drawing/2014/main" id="{0CBC360B-2216-CA4A-8CAF-1FBF5274AFEF}"/>
              </a:ext>
            </a:extLst>
          </p:cNvPr>
          <p:cNvGrpSpPr/>
          <p:nvPr/>
        </p:nvGrpSpPr>
        <p:grpSpPr>
          <a:xfrm>
            <a:off x="2299997" y="6112396"/>
            <a:ext cx="423557" cy="423557"/>
            <a:chOff x="1219200" y="3429000"/>
            <a:chExt cx="609600" cy="609600"/>
          </a:xfrm>
        </p:grpSpPr>
        <p:sp>
          <p:nvSpPr>
            <p:cNvPr id="486" name="Rounded Rectangle 485">
              <a:extLst>
                <a:ext uri="{FF2B5EF4-FFF2-40B4-BE49-F238E27FC236}">
                  <a16:creationId xmlns:a16="http://schemas.microsoft.com/office/drawing/2014/main" id="{A109D55C-278D-4B4E-9011-3B05BABCA6E5}"/>
                </a:ext>
              </a:extLst>
            </p:cNvPr>
            <p:cNvSpPr/>
            <p:nvPr/>
          </p:nvSpPr>
          <p:spPr>
            <a:xfrm>
              <a:off x="1219200"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 name="Oval 486">
              <a:extLst>
                <a:ext uri="{FF2B5EF4-FFF2-40B4-BE49-F238E27FC236}">
                  <a16:creationId xmlns:a16="http://schemas.microsoft.com/office/drawing/2014/main" id="{F16EA462-352E-FF41-9A7C-728618E52767}"/>
                </a:ext>
              </a:extLst>
            </p:cNvPr>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8" name="Group 487">
            <a:extLst>
              <a:ext uri="{FF2B5EF4-FFF2-40B4-BE49-F238E27FC236}">
                <a16:creationId xmlns:a16="http://schemas.microsoft.com/office/drawing/2014/main" id="{96A0E8B0-818D-3F4D-81C9-85E93C54C924}"/>
              </a:ext>
            </a:extLst>
          </p:cNvPr>
          <p:cNvGrpSpPr/>
          <p:nvPr/>
        </p:nvGrpSpPr>
        <p:grpSpPr>
          <a:xfrm>
            <a:off x="4289724" y="3368664"/>
            <a:ext cx="423557" cy="423557"/>
            <a:chOff x="1219200" y="3429000"/>
            <a:chExt cx="609600" cy="609600"/>
          </a:xfrm>
        </p:grpSpPr>
        <p:sp>
          <p:nvSpPr>
            <p:cNvPr id="489" name="Rounded Rectangle 488">
              <a:extLst>
                <a:ext uri="{FF2B5EF4-FFF2-40B4-BE49-F238E27FC236}">
                  <a16:creationId xmlns:a16="http://schemas.microsoft.com/office/drawing/2014/main" id="{9EAE19E8-F8FE-EC48-84C5-C72F3C9FC944}"/>
                </a:ext>
              </a:extLst>
            </p:cNvPr>
            <p:cNvSpPr/>
            <p:nvPr/>
          </p:nvSpPr>
          <p:spPr>
            <a:xfrm>
              <a:off x="1219200"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0" name="Oval 489">
              <a:extLst>
                <a:ext uri="{FF2B5EF4-FFF2-40B4-BE49-F238E27FC236}">
                  <a16:creationId xmlns:a16="http://schemas.microsoft.com/office/drawing/2014/main" id="{23D0DF05-A7F6-B646-9C49-8866C62B0646}"/>
                </a:ext>
              </a:extLst>
            </p:cNvPr>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91" name="Group 490">
            <a:extLst>
              <a:ext uri="{FF2B5EF4-FFF2-40B4-BE49-F238E27FC236}">
                <a16:creationId xmlns:a16="http://schemas.microsoft.com/office/drawing/2014/main" id="{9540DF3C-1BDF-E548-8DBF-3B04F4ABB678}"/>
              </a:ext>
            </a:extLst>
          </p:cNvPr>
          <p:cNvGrpSpPr/>
          <p:nvPr/>
        </p:nvGrpSpPr>
        <p:grpSpPr>
          <a:xfrm>
            <a:off x="4285769" y="3912117"/>
            <a:ext cx="423557" cy="423557"/>
            <a:chOff x="2038597" y="3429000"/>
            <a:chExt cx="609600" cy="609600"/>
          </a:xfrm>
        </p:grpSpPr>
        <p:sp>
          <p:nvSpPr>
            <p:cNvPr id="492" name="Rounded Rectangle 491">
              <a:extLst>
                <a:ext uri="{FF2B5EF4-FFF2-40B4-BE49-F238E27FC236}">
                  <a16:creationId xmlns:a16="http://schemas.microsoft.com/office/drawing/2014/main" id="{31CC5F49-5214-F24C-A440-C1189E744CA7}"/>
                </a:ext>
              </a:extLst>
            </p:cNvPr>
            <p:cNvSpPr/>
            <p:nvPr/>
          </p:nvSpPr>
          <p:spPr>
            <a:xfrm>
              <a:off x="2038597"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3" name="Oval 492">
              <a:extLst>
                <a:ext uri="{FF2B5EF4-FFF2-40B4-BE49-F238E27FC236}">
                  <a16:creationId xmlns:a16="http://schemas.microsoft.com/office/drawing/2014/main" id="{5B8C58E7-78AA-D541-9A0E-BBE7F99D734F}"/>
                </a:ext>
              </a:extLst>
            </p:cNvPr>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4" name="Oval 493">
              <a:extLst>
                <a:ext uri="{FF2B5EF4-FFF2-40B4-BE49-F238E27FC236}">
                  <a16:creationId xmlns:a16="http://schemas.microsoft.com/office/drawing/2014/main" id="{FA16E507-0BCC-8B4F-8267-EA2EE864DF82}"/>
                </a:ext>
              </a:extLst>
            </p:cNvPr>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95" name="Group 494">
            <a:extLst>
              <a:ext uri="{FF2B5EF4-FFF2-40B4-BE49-F238E27FC236}">
                <a16:creationId xmlns:a16="http://schemas.microsoft.com/office/drawing/2014/main" id="{2AE99346-3E2F-314B-BED3-963836BEEDDC}"/>
              </a:ext>
            </a:extLst>
          </p:cNvPr>
          <p:cNvGrpSpPr/>
          <p:nvPr/>
        </p:nvGrpSpPr>
        <p:grpSpPr>
          <a:xfrm>
            <a:off x="4289724" y="4455570"/>
            <a:ext cx="423557" cy="423557"/>
            <a:chOff x="2857994" y="3429000"/>
            <a:chExt cx="609600" cy="609600"/>
          </a:xfrm>
        </p:grpSpPr>
        <p:sp>
          <p:nvSpPr>
            <p:cNvPr id="496" name="Rounded Rectangle 495">
              <a:extLst>
                <a:ext uri="{FF2B5EF4-FFF2-40B4-BE49-F238E27FC236}">
                  <a16:creationId xmlns:a16="http://schemas.microsoft.com/office/drawing/2014/main" id="{0958A9C9-ED3A-A44F-BDC0-21FBC385DAC5}"/>
                </a:ext>
              </a:extLst>
            </p:cNvPr>
            <p:cNvSpPr/>
            <p:nvPr/>
          </p:nvSpPr>
          <p:spPr>
            <a:xfrm>
              <a:off x="2857994"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7" name="Oval 496">
              <a:extLst>
                <a:ext uri="{FF2B5EF4-FFF2-40B4-BE49-F238E27FC236}">
                  <a16:creationId xmlns:a16="http://schemas.microsoft.com/office/drawing/2014/main" id="{D854CB7C-D902-C644-A302-A18A9998C8FB}"/>
                </a:ext>
              </a:extLst>
            </p:cNvPr>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8" name="Oval 497">
              <a:extLst>
                <a:ext uri="{FF2B5EF4-FFF2-40B4-BE49-F238E27FC236}">
                  <a16:creationId xmlns:a16="http://schemas.microsoft.com/office/drawing/2014/main" id="{DEFA34A7-9876-B949-A295-BA66F28A9055}"/>
                </a:ext>
              </a:extLst>
            </p:cNvPr>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9" name="Oval 498">
              <a:extLst>
                <a:ext uri="{FF2B5EF4-FFF2-40B4-BE49-F238E27FC236}">
                  <a16:creationId xmlns:a16="http://schemas.microsoft.com/office/drawing/2014/main" id="{FDBD113F-7DFB-5746-B4FE-9EC2279946B6}"/>
                </a:ext>
              </a:extLst>
            </p:cNvPr>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0" name="Group 499">
            <a:extLst>
              <a:ext uri="{FF2B5EF4-FFF2-40B4-BE49-F238E27FC236}">
                <a16:creationId xmlns:a16="http://schemas.microsoft.com/office/drawing/2014/main" id="{CB3286B6-55B8-404A-A8E4-0A485EFC9EF0}"/>
              </a:ext>
            </a:extLst>
          </p:cNvPr>
          <p:cNvGrpSpPr/>
          <p:nvPr/>
        </p:nvGrpSpPr>
        <p:grpSpPr>
          <a:xfrm>
            <a:off x="4275085" y="4999023"/>
            <a:ext cx="423557" cy="423557"/>
            <a:chOff x="3697186" y="3428010"/>
            <a:chExt cx="609600" cy="609600"/>
          </a:xfrm>
        </p:grpSpPr>
        <p:sp>
          <p:nvSpPr>
            <p:cNvPr id="501" name="Rounded Rectangle 500">
              <a:extLst>
                <a:ext uri="{FF2B5EF4-FFF2-40B4-BE49-F238E27FC236}">
                  <a16:creationId xmlns:a16="http://schemas.microsoft.com/office/drawing/2014/main" id="{EDC2F8CC-2BAA-A540-B71F-2627277D8F75}"/>
                </a:ext>
              </a:extLst>
            </p:cNvPr>
            <p:cNvSpPr/>
            <p:nvPr/>
          </p:nvSpPr>
          <p:spPr>
            <a:xfrm>
              <a:off x="3697186"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2" name="Oval 501">
              <a:extLst>
                <a:ext uri="{FF2B5EF4-FFF2-40B4-BE49-F238E27FC236}">
                  <a16:creationId xmlns:a16="http://schemas.microsoft.com/office/drawing/2014/main" id="{06AC7910-CC39-CE43-B5D2-339A99572C98}"/>
                </a:ext>
              </a:extLst>
            </p:cNvPr>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3" name="Oval 502">
              <a:extLst>
                <a:ext uri="{FF2B5EF4-FFF2-40B4-BE49-F238E27FC236}">
                  <a16:creationId xmlns:a16="http://schemas.microsoft.com/office/drawing/2014/main" id="{C6042730-7C58-5149-BB25-AFC51305870A}"/>
                </a:ext>
              </a:extLst>
            </p:cNvPr>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4" name="Oval 503">
              <a:extLst>
                <a:ext uri="{FF2B5EF4-FFF2-40B4-BE49-F238E27FC236}">
                  <a16:creationId xmlns:a16="http://schemas.microsoft.com/office/drawing/2014/main" id="{175AAECF-BD7A-6C42-9192-551340413D6B}"/>
                </a:ext>
              </a:extLst>
            </p:cNvPr>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5" name="Oval 504">
              <a:extLst>
                <a:ext uri="{FF2B5EF4-FFF2-40B4-BE49-F238E27FC236}">
                  <a16:creationId xmlns:a16="http://schemas.microsoft.com/office/drawing/2014/main" id="{E9164851-AF9B-4344-A5E8-61F8E8CB84C4}"/>
                </a:ext>
              </a:extLst>
            </p:cNvPr>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6" name="Group 505">
            <a:extLst>
              <a:ext uri="{FF2B5EF4-FFF2-40B4-BE49-F238E27FC236}">
                <a16:creationId xmlns:a16="http://schemas.microsoft.com/office/drawing/2014/main" id="{00221A0C-7B51-9947-B45A-1B1529C28273}"/>
              </a:ext>
            </a:extLst>
          </p:cNvPr>
          <p:cNvGrpSpPr/>
          <p:nvPr/>
        </p:nvGrpSpPr>
        <p:grpSpPr>
          <a:xfrm>
            <a:off x="4275085" y="5561891"/>
            <a:ext cx="423557" cy="423557"/>
            <a:chOff x="4516583" y="3428010"/>
            <a:chExt cx="609600" cy="609600"/>
          </a:xfrm>
        </p:grpSpPr>
        <p:sp>
          <p:nvSpPr>
            <p:cNvPr id="507" name="Rounded Rectangle 506">
              <a:extLst>
                <a:ext uri="{FF2B5EF4-FFF2-40B4-BE49-F238E27FC236}">
                  <a16:creationId xmlns:a16="http://schemas.microsoft.com/office/drawing/2014/main" id="{AC6CD73A-F14E-654E-B639-E22EE5D268F9}"/>
                </a:ext>
              </a:extLst>
            </p:cNvPr>
            <p:cNvSpPr/>
            <p:nvPr/>
          </p:nvSpPr>
          <p:spPr>
            <a:xfrm>
              <a:off x="4516583"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8" name="Oval 507">
              <a:extLst>
                <a:ext uri="{FF2B5EF4-FFF2-40B4-BE49-F238E27FC236}">
                  <a16:creationId xmlns:a16="http://schemas.microsoft.com/office/drawing/2014/main" id="{F589ADF9-216C-7547-8E86-01E29FF25ECE}"/>
                </a:ext>
              </a:extLst>
            </p:cNvPr>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9" name="Oval 508">
              <a:extLst>
                <a:ext uri="{FF2B5EF4-FFF2-40B4-BE49-F238E27FC236}">
                  <a16:creationId xmlns:a16="http://schemas.microsoft.com/office/drawing/2014/main" id="{8D6B2D60-6E39-EE43-8C91-70BE0268571C}"/>
                </a:ext>
              </a:extLst>
            </p:cNvPr>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0" name="Oval 509">
              <a:extLst>
                <a:ext uri="{FF2B5EF4-FFF2-40B4-BE49-F238E27FC236}">
                  <a16:creationId xmlns:a16="http://schemas.microsoft.com/office/drawing/2014/main" id="{1FF5A70D-4AA4-BE41-BF65-B145FBE4E507}"/>
                </a:ext>
              </a:extLst>
            </p:cNvPr>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1" name="Oval 510">
              <a:extLst>
                <a:ext uri="{FF2B5EF4-FFF2-40B4-BE49-F238E27FC236}">
                  <a16:creationId xmlns:a16="http://schemas.microsoft.com/office/drawing/2014/main" id="{D03F66FC-B3EA-F94B-B2DD-BB130C635FE5}"/>
                </a:ext>
              </a:extLst>
            </p:cNvPr>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 name="Oval 511">
              <a:extLst>
                <a:ext uri="{FF2B5EF4-FFF2-40B4-BE49-F238E27FC236}">
                  <a16:creationId xmlns:a16="http://schemas.microsoft.com/office/drawing/2014/main" id="{CAAC7366-DC5A-2641-A885-A1B9A6FCF72A}"/>
                </a:ext>
              </a:extLst>
            </p:cNvPr>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13" name="Group 512">
            <a:extLst>
              <a:ext uri="{FF2B5EF4-FFF2-40B4-BE49-F238E27FC236}">
                <a16:creationId xmlns:a16="http://schemas.microsoft.com/office/drawing/2014/main" id="{3A7D5939-D08B-8944-B499-D3028028C595}"/>
              </a:ext>
            </a:extLst>
          </p:cNvPr>
          <p:cNvGrpSpPr/>
          <p:nvPr/>
        </p:nvGrpSpPr>
        <p:grpSpPr>
          <a:xfrm>
            <a:off x="4275085" y="6106549"/>
            <a:ext cx="423557" cy="423557"/>
            <a:chOff x="5359334" y="3425040"/>
            <a:chExt cx="609600" cy="609600"/>
          </a:xfrm>
        </p:grpSpPr>
        <p:sp>
          <p:nvSpPr>
            <p:cNvPr id="514" name="Rounded Rectangle 513">
              <a:extLst>
                <a:ext uri="{FF2B5EF4-FFF2-40B4-BE49-F238E27FC236}">
                  <a16:creationId xmlns:a16="http://schemas.microsoft.com/office/drawing/2014/main" id="{8EB86A16-84C6-1A43-B306-B9DE63F8B1C6}"/>
                </a:ext>
              </a:extLst>
            </p:cNvPr>
            <p:cNvSpPr/>
            <p:nvPr/>
          </p:nvSpPr>
          <p:spPr>
            <a:xfrm>
              <a:off x="5359334" y="342504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 name="Oval 514">
              <a:extLst>
                <a:ext uri="{FF2B5EF4-FFF2-40B4-BE49-F238E27FC236}">
                  <a16:creationId xmlns:a16="http://schemas.microsoft.com/office/drawing/2014/main" id="{C8D3B208-0584-D44E-9AB3-A6C54C8F365B}"/>
                </a:ext>
              </a:extLst>
            </p:cNvPr>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6" name="Oval 515">
              <a:extLst>
                <a:ext uri="{FF2B5EF4-FFF2-40B4-BE49-F238E27FC236}">
                  <a16:creationId xmlns:a16="http://schemas.microsoft.com/office/drawing/2014/main" id="{B29EF5A4-E10F-D043-BC8D-9305E8B39BA7}"/>
                </a:ext>
              </a:extLst>
            </p:cNvPr>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7" name="Oval 516">
              <a:extLst>
                <a:ext uri="{FF2B5EF4-FFF2-40B4-BE49-F238E27FC236}">
                  <a16:creationId xmlns:a16="http://schemas.microsoft.com/office/drawing/2014/main" id="{5AB99A3C-734E-C344-AC02-74B41F040560}"/>
                </a:ext>
              </a:extLst>
            </p:cNvPr>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8" name="Oval 517">
              <a:extLst>
                <a:ext uri="{FF2B5EF4-FFF2-40B4-BE49-F238E27FC236}">
                  <a16:creationId xmlns:a16="http://schemas.microsoft.com/office/drawing/2014/main" id="{F2F9B112-7B17-0B43-B2A5-ABE7DBE14951}"/>
                </a:ext>
              </a:extLst>
            </p:cNvPr>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9" name="Oval 518">
              <a:extLst>
                <a:ext uri="{FF2B5EF4-FFF2-40B4-BE49-F238E27FC236}">
                  <a16:creationId xmlns:a16="http://schemas.microsoft.com/office/drawing/2014/main" id="{C46490A7-DCD7-F34C-ACCF-3F6A119193A6}"/>
                </a:ext>
              </a:extLst>
            </p:cNvPr>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0" name="Oval 519">
              <a:extLst>
                <a:ext uri="{FF2B5EF4-FFF2-40B4-BE49-F238E27FC236}">
                  <a16:creationId xmlns:a16="http://schemas.microsoft.com/office/drawing/2014/main" id="{50E916F3-56E9-0744-82A6-54D8DE1F514B}"/>
                </a:ext>
              </a:extLst>
            </p:cNvPr>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21" name="Group 520">
            <a:extLst>
              <a:ext uri="{FF2B5EF4-FFF2-40B4-BE49-F238E27FC236}">
                <a16:creationId xmlns:a16="http://schemas.microsoft.com/office/drawing/2014/main" id="{DAEC500E-69C7-D945-9B0A-4968B6231EFC}"/>
              </a:ext>
            </a:extLst>
          </p:cNvPr>
          <p:cNvGrpSpPr/>
          <p:nvPr/>
        </p:nvGrpSpPr>
        <p:grpSpPr>
          <a:xfrm>
            <a:off x="3733805" y="3922088"/>
            <a:ext cx="423557" cy="423557"/>
            <a:chOff x="2038597" y="3429000"/>
            <a:chExt cx="609600" cy="609600"/>
          </a:xfrm>
        </p:grpSpPr>
        <p:sp>
          <p:nvSpPr>
            <p:cNvPr id="522" name="Rounded Rectangle 521">
              <a:extLst>
                <a:ext uri="{FF2B5EF4-FFF2-40B4-BE49-F238E27FC236}">
                  <a16:creationId xmlns:a16="http://schemas.microsoft.com/office/drawing/2014/main" id="{8795A8C0-3C4D-504C-8707-316666E36960}"/>
                </a:ext>
              </a:extLst>
            </p:cNvPr>
            <p:cNvSpPr/>
            <p:nvPr/>
          </p:nvSpPr>
          <p:spPr>
            <a:xfrm>
              <a:off x="2038597"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3" name="Oval 522">
              <a:extLst>
                <a:ext uri="{FF2B5EF4-FFF2-40B4-BE49-F238E27FC236}">
                  <a16:creationId xmlns:a16="http://schemas.microsoft.com/office/drawing/2014/main" id="{3CB03A17-613C-F546-96D3-1022FFE7028E}"/>
                </a:ext>
              </a:extLst>
            </p:cNvPr>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4" name="Oval 523">
              <a:extLst>
                <a:ext uri="{FF2B5EF4-FFF2-40B4-BE49-F238E27FC236}">
                  <a16:creationId xmlns:a16="http://schemas.microsoft.com/office/drawing/2014/main" id="{642D5990-9722-9049-8CAA-2FAF6642F718}"/>
                </a:ext>
              </a:extLst>
            </p:cNvPr>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25" name="Group 524">
            <a:extLst>
              <a:ext uri="{FF2B5EF4-FFF2-40B4-BE49-F238E27FC236}">
                <a16:creationId xmlns:a16="http://schemas.microsoft.com/office/drawing/2014/main" id="{14EB8467-C58B-C647-AEEF-48D186DC0657}"/>
              </a:ext>
            </a:extLst>
          </p:cNvPr>
          <p:cNvGrpSpPr/>
          <p:nvPr/>
        </p:nvGrpSpPr>
        <p:grpSpPr>
          <a:xfrm>
            <a:off x="3733804" y="4458699"/>
            <a:ext cx="423557" cy="423557"/>
            <a:chOff x="2038597" y="3429000"/>
            <a:chExt cx="609600" cy="609600"/>
          </a:xfrm>
        </p:grpSpPr>
        <p:sp>
          <p:nvSpPr>
            <p:cNvPr id="526" name="Rounded Rectangle 525">
              <a:extLst>
                <a:ext uri="{FF2B5EF4-FFF2-40B4-BE49-F238E27FC236}">
                  <a16:creationId xmlns:a16="http://schemas.microsoft.com/office/drawing/2014/main" id="{96F36BD4-42D7-614B-934F-BDD25A0A2911}"/>
                </a:ext>
              </a:extLst>
            </p:cNvPr>
            <p:cNvSpPr/>
            <p:nvPr/>
          </p:nvSpPr>
          <p:spPr>
            <a:xfrm>
              <a:off x="2038597"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7" name="Oval 526">
              <a:extLst>
                <a:ext uri="{FF2B5EF4-FFF2-40B4-BE49-F238E27FC236}">
                  <a16:creationId xmlns:a16="http://schemas.microsoft.com/office/drawing/2014/main" id="{4D644C64-DEBA-4543-9406-0929B777C75F}"/>
                </a:ext>
              </a:extLst>
            </p:cNvPr>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8" name="Oval 527">
              <a:extLst>
                <a:ext uri="{FF2B5EF4-FFF2-40B4-BE49-F238E27FC236}">
                  <a16:creationId xmlns:a16="http://schemas.microsoft.com/office/drawing/2014/main" id="{34AD769C-A4EB-7048-A45E-2EA51A7D3188}"/>
                </a:ext>
              </a:extLst>
            </p:cNvPr>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29" name="Group 528">
            <a:extLst>
              <a:ext uri="{FF2B5EF4-FFF2-40B4-BE49-F238E27FC236}">
                <a16:creationId xmlns:a16="http://schemas.microsoft.com/office/drawing/2014/main" id="{EAB38447-5C65-C343-A2BD-3E585929C8F4}"/>
              </a:ext>
            </a:extLst>
          </p:cNvPr>
          <p:cNvGrpSpPr/>
          <p:nvPr/>
        </p:nvGrpSpPr>
        <p:grpSpPr>
          <a:xfrm>
            <a:off x="3733803" y="4995310"/>
            <a:ext cx="423557" cy="423557"/>
            <a:chOff x="2038597" y="3429000"/>
            <a:chExt cx="609600" cy="609600"/>
          </a:xfrm>
        </p:grpSpPr>
        <p:sp>
          <p:nvSpPr>
            <p:cNvPr id="530" name="Rounded Rectangle 529">
              <a:extLst>
                <a:ext uri="{FF2B5EF4-FFF2-40B4-BE49-F238E27FC236}">
                  <a16:creationId xmlns:a16="http://schemas.microsoft.com/office/drawing/2014/main" id="{B46D295E-1D35-C243-9906-FD7ABADEFD22}"/>
                </a:ext>
              </a:extLst>
            </p:cNvPr>
            <p:cNvSpPr/>
            <p:nvPr/>
          </p:nvSpPr>
          <p:spPr>
            <a:xfrm>
              <a:off x="2038597"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1" name="Oval 530">
              <a:extLst>
                <a:ext uri="{FF2B5EF4-FFF2-40B4-BE49-F238E27FC236}">
                  <a16:creationId xmlns:a16="http://schemas.microsoft.com/office/drawing/2014/main" id="{A081DBBF-A720-7045-AA8F-07163635E328}"/>
                </a:ext>
              </a:extLst>
            </p:cNvPr>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2" name="Oval 531">
              <a:extLst>
                <a:ext uri="{FF2B5EF4-FFF2-40B4-BE49-F238E27FC236}">
                  <a16:creationId xmlns:a16="http://schemas.microsoft.com/office/drawing/2014/main" id="{D202ED39-E0C0-8243-982D-1597E5BBA7CB}"/>
                </a:ext>
              </a:extLst>
            </p:cNvPr>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33" name="Group 532">
            <a:extLst>
              <a:ext uri="{FF2B5EF4-FFF2-40B4-BE49-F238E27FC236}">
                <a16:creationId xmlns:a16="http://schemas.microsoft.com/office/drawing/2014/main" id="{D7589E21-49E4-8444-A6D9-210A1078C717}"/>
              </a:ext>
            </a:extLst>
          </p:cNvPr>
          <p:cNvGrpSpPr/>
          <p:nvPr/>
        </p:nvGrpSpPr>
        <p:grpSpPr>
          <a:xfrm>
            <a:off x="3733802" y="5531921"/>
            <a:ext cx="423557" cy="423557"/>
            <a:chOff x="2038597" y="3429000"/>
            <a:chExt cx="609600" cy="609600"/>
          </a:xfrm>
        </p:grpSpPr>
        <p:sp>
          <p:nvSpPr>
            <p:cNvPr id="534" name="Rounded Rectangle 533">
              <a:extLst>
                <a:ext uri="{FF2B5EF4-FFF2-40B4-BE49-F238E27FC236}">
                  <a16:creationId xmlns:a16="http://schemas.microsoft.com/office/drawing/2014/main" id="{591A092D-B90B-E04C-9548-84BBC18D50CC}"/>
                </a:ext>
              </a:extLst>
            </p:cNvPr>
            <p:cNvSpPr/>
            <p:nvPr/>
          </p:nvSpPr>
          <p:spPr>
            <a:xfrm>
              <a:off x="2038597"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5" name="Oval 534">
              <a:extLst>
                <a:ext uri="{FF2B5EF4-FFF2-40B4-BE49-F238E27FC236}">
                  <a16:creationId xmlns:a16="http://schemas.microsoft.com/office/drawing/2014/main" id="{D82957F0-64E7-9D45-B51E-13A0BC763C0D}"/>
                </a:ext>
              </a:extLst>
            </p:cNvPr>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6" name="Oval 535">
              <a:extLst>
                <a:ext uri="{FF2B5EF4-FFF2-40B4-BE49-F238E27FC236}">
                  <a16:creationId xmlns:a16="http://schemas.microsoft.com/office/drawing/2014/main" id="{110D5794-4A89-0140-996D-7CBC7C4D2143}"/>
                </a:ext>
              </a:extLst>
            </p:cNvPr>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37" name="Group 536">
            <a:extLst>
              <a:ext uri="{FF2B5EF4-FFF2-40B4-BE49-F238E27FC236}">
                <a16:creationId xmlns:a16="http://schemas.microsoft.com/office/drawing/2014/main" id="{362E9F5D-15C2-6540-8333-3E30A7691648}"/>
              </a:ext>
            </a:extLst>
          </p:cNvPr>
          <p:cNvGrpSpPr/>
          <p:nvPr/>
        </p:nvGrpSpPr>
        <p:grpSpPr>
          <a:xfrm>
            <a:off x="3733801" y="6104157"/>
            <a:ext cx="423557" cy="423557"/>
            <a:chOff x="2038597" y="3429000"/>
            <a:chExt cx="609600" cy="609600"/>
          </a:xfrm>
        </p:grpSpPr>
        <p:sp>
          <p:nvSpPr>
            <p:cNvPr id="538" name="Rounded Rectangle 537">
              <a:extLst>
                <a:ext uri="{FF2B5EF4-FFF2-40B4-BE49-F238E27FC236}">
                  <a16:creationId xmlns:a16="http://schemas.microsoft.com/office/drawing/2014/main" id="{30C88A12-C920-964B-AF40-F65A4972E5B4}"/>
                </a:ext>
              </a:extLst>
            </p:cNvPr>
            <p:cNvSpPr/>
            <p:nvPr/>
          </p:nvSpPr>
          <p:spPr>
            <a:xfrm>
              <a:off x="2038597"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9" name="Oval 538">
              <a:extLst>
                <a:ext uri="{FF2B5EF4-FFF2-40B4-BE49-F238E27FC236}">
                  <a16:creationId xmlns:a16="http://schemas.microsoft.com/office/drawing/2014/main" id="{C3247EC2-23A8-674E-9924-F4E852F55A93}"/>
                </a:ext>
              </a:extLst>
            </p:cNvPr>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0" name="Oval 539">
              <a:extLst>
                <a:ext uri="{FF2B5EF4-FFF2-40B4-BE49-F238E27FC236}">
                  <a16:creationId xmlns:a16="http://schemas.microsoft.com/office/drawing/2014/main" id="{91DAD2DE-A2B5-3E41-8FA0-A99ADC3D7286}"/>
                </a:ext>
              </a:extLst>
            </p:cNvPr>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41" name="Slide Number Placeholder 3">
            <a:extLst>
              <a:ext uri="{FF2B5EF4-FFF2-40B4-BE49-F238E27FC236}">
                <a16:creationId xmlns:a16="http://schemas.microsoft.com/office/drawing/2014/main" id="{66F12D03-5FE7-AE41-A59F-A92298F57878}"/>
              </a:ext>
            </a:extLst>
          </p:cNvPr>
          <p:cNvSpPr txBox="1">
            <a:spLocks/>
          </p:cNvSpPr>
          <p:nvPr/>
        </p:nvSpPr>
        <p:spPr>
          <a:xfrm>
            <a:off x="5588811" y="6153304"/>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a:pPr/>
              <a:t>9</a:t>
            </a:fld>
            <a:endParaRPr lang="en-US" altLang="zh-TW"/>
          </a:p>
        </p:txBody>
      </p:sp>
      <p:grpSp>
        <p:nvGrpSpPr>
          <p:cNvPr id="542" name="Group 541">
            <a:extLst>
              <a:ext uri="{FF2B5EF4-FFF2-40B4-BE49-F238E27FC236}">
                <a16:creationId xmlns:a16="http://schemas.microsoft.com/office/drawing/2014/main" id="{BC9E1E72-FB77-DE41-8D5C-48669EDB81FE}"/>
              </a:ext>
            </a:extLst>
          </p:cNvPr>
          <p:cNvGrpSpPr/>
          <p:nvPr/>
        </p:nvGrpSpPr>
        <p:grpSpPr>
          <a:xfrm>
            <a:off x="5791071" y="3352801"/>
            <a:ext cx="423557" cy="423557"/>
            <a:chOff x="1219200" y="3429000"/>
            <a:chExt cx="609600" cy="609600"/>
          </a:xfrm>
        </p:grpSpPr>
        <p:sp>
          <p:nvSpPr>
            <p:cNvPr id="543" name="Rounded Rectangle 542">
              <a:extLst>
                <a:ext uri="{FF2B5EF4-FFF2-40B4-BE49-F238E27FC236}">
                  <a16:creationId xmlns:a16="http://schemas.microsoft.com/office/drawing/2014/main" id="{9943E510-2233-3A41-BE3A-7105A0A82870}"/>
                </a:ext>
              </a:extLst>
            </p:cNvPr>
            <p:cNvSpPr/>
            <p:nvPr/>
          </p:nvSpPr>
          <p:spPr>
            <a:xfrm>
              <a:off x="1219200"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4" name="Oval 543">
              <a:extLst>
                <a:ext uri="{FF2B5EF4-FFF2-40B4-BE49-F238E27FC236}">
                  <a16:creationId xmlns:a16="http://schemas.microsoft.com/office/drawing/2014/main" id="{965B2042-E600-2242-8C5E-04B057D1F215}"/>
                </a:ext>
              </a:extLst>
            </p:cNvPr>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5" name="Group 544">
            <a:extLst>
              <a:ext uri="{FF2B5EF4-FFF2-40B4-BE49-F238E27FC236}">
                <a16:creationId xmlns:a16="http://schemas.microsoft.com/office/drawing/2014/main" id="{22C04F96-2578-2E48-B6B9-F6165A3E3EA7}"/>
              </a:ext>
            </a:extLst>
          </p:cNvPr>
          <p:cNvGrpSpPr/>
          <p:nvPr/>
        </p:nvGrpSpPr>
        <p:grpSpPr>
          <a:xfrm>
            <a:off x="5787116" y="3896254"/>
            <a:ext cx="423557" cy="423557"/>
            <a:chOff x="2038597" y="3429000"/>
            <a:chExt cx="609600" cy="609600"/>
          </a:xfrm>
        </p:grpSpPr>
        <p:sp>
          <p:nvSpPr>
            <p:cNvPr id="546" name="Rounded Rectangle 545">
              <a:extLst>
                <a:ext uri="{FF2B5EF4-FFF2-40B4-BE49-F238E27FC236}">
                  <a16:creationId xmlns:a16="http://schemas.microsoft.com/office/drawing/2014/main" id="{95A76E27-A1B8-1D49-BEE7-25B23DDE3179}"/>
                </a:ext>
              </a:extLst>
            </p:cNvPr>
            <p:cNvSpPr/>
            <p:nvPr/>
          </p:nvSpPr>
          <p:spPr>
            <a:xfrm>
              <a:off x="2038597"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7" name="Oval 546">
              <a:extLst>
                <a:ext uri="{FF2B5EF4-FFF2-40B4-BE49-F238E27FC236}">
                  <a16:creationId xmlns:a16="http://schemas.microsoft.com/office/drawing/2014/main" id="{13AF6858-624A-E04C-BD40-8745D2EE7ECE}"/>
                </a:ext>
              </a:extLst>
            </p:cNvPr>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8" name="Oval 547">
              <a:extLst>
                <a:ext uri="{FF2B5EF4-FFF2-40B4-BE49-F238E27FC236}">
                  <a16:creationId xmlns:a16="http://schemas.microsoft.com/office/drawing/2014/main" id="{5C590D0B-6C6F-804B-B772-6DE54840C18A}"/>
                </a:ext>
              </a:extLst>
            </p:cNvPr>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9" name="Group 548">
            <a:extLst>
              <a:ext uri="{FF2B5EF4-FFF2-40B4-BE49-F238E27FC236}">
                <a16:creationId xmlns:a16="http://schemas.microsoft.com/office/drawing/2014/main" id="{0BF11224-C73B-9A46-AE58-42098E2CF0F6}"/>
              </a:ext>
            </a:extLst>
          </p:cNvPr>
          <p:cNvGrpSpPr/>
          <p:nvPr/>
        </p:nvGrpSpPr>
        <p:grpSpPr>
          <a:xfrm>
            <a:off x="5791071" y="4439707"/>
            <a:ext cx="423557" cy="423557"/>
            <a:chOff x="2857994" y="3429000"/>
            <a:chExt cx="609600" cy="609600"/>
          </a:xfrm>
        </p:grpSpPr>
        <p:sp>
          <p:nvSpPr>
            <p:cNvPr id="550" name="Rounded Rectangle 549">
              <a:extLst>
                <a:ext uri="{FF2B5EF4-FFF2-40B4-BE49-F238E27FC236}">
                  <a16:creationId xmlns:a16="http://schemas.microsoft.com/office/drawing/2014/main" id="{773BCDA0-B006-D44F-8B91-18A391667F4E}"/>
                </a:ext>
              </a:extLst>
            </p:cNvPr>
            <p:cNvSpPr/>
            <p:nvPr/>
          </p:nvSpPr>
          <p:spPr>
            <a:xfrm>
              <a:off x="2857994"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1" name="Oval 550">
              <a:extLst>
                <a:ext uri="{FF2B5EF4-FFF2-40B4-BE49-F238E27FC236}">
                  <a16:creationId xmlns:a16="http://schemas.microsoft.com/office/drawing/2014/main" id="{9DA29AB1-022D-C242-815D-855AA1EF2AC0}"/>
                </a:ext>
              </a:extLst>
            </p:cNvPr>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2" name="Oval 551">
              <a:extLst>
                <a:ext uri="{FF2B5EF4-FFF2-40B4-BE49-F238E27FC236}">
                  <a16:creationId xmlns:a16="http://schemas.microsoft.com/office/drawing/2014/main" id="{768930E7-D6EA-3B49-8763-71C3C22E05CB}"/>
                </a:ext>
              </a:extLst>
            </p:cNvPr>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3" name="Oval 552">
              <a:extLst>
                <a:ext uri="{FF2B5EF4-FFF2-40B4-BE49-F238E27FC236}">
                  <a16:creationId xmlns:a16="http://schemas.microsoft.com/office/drawing/2014/main" id="{DADD9F8F-75D1-124C-AB4C-4BDAC5134A25}"/>
                </a:ext>
              </a:extLst>
            </p:cNvPr>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54" name="Group 553">
            <a:extLst>
              <a:ext uri="{FF2B5EF4-FFF2-40B4-BE49-F238E27FC236}">
                <a16:creationId xmlns:a16="http://schemas.microsoft.com/office/drawing/2014/main" id="{760C69A9-3DEB-3B44-838F-08B385EF4F78}"/>
              </a:ext>
            </a:extLst>
          </p:cNvPr>
          <p:cNvGrpSpPr/>
          <p:nvPr/>
        </p:nvGrpSpPr>
        <p:grpSpPr>
          <a:xfrm>
            <a:off x="5776432" y="4983160"/>
            <a:ext cx="423557" cy="423557"/>
            <a:chOff x="3697186" y="3428010"/>
            <a:chExt cx="609600" cy="609600"/>
          </a:xfrm>
        </p:grpSpPr>
        <p:sp>
          <p:nvSpPr>
            <p:cNvPr id="555" name="Rounded Rectangle 554">
              <a:extLst>
                <a:ext uri="{FF2B5EF4-FFF2-40B4-BE49-F238E27FC236}">
                  <a16:creationId xmlns:a16="http://schemas.microsoft.com/office/drawing/2014/main" id="{A8F2B24F-5481-B34C-BC70-A82EA3DB8DC9}"/>
                </a:ext>
              </a:extLst>
            </p:cNvPr>
            <p:cNvSpPr/>
            <p:nvPr/>
          </p:nvSpPr>
          <p:spPr>
            <a:xfrm>
              <a:off x="3697186"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6" name="Oval 555">
              <a:extLst>
                <a:ext uri="{FF2B5EF4-FFF2-40B4-BE49-F238E27FC236}">
                  <a16:creationId xmlns:a16="http://schemas.microsoft.com/office/drawing/2014/main" id="{84A0A644-96BA-2A4C-B9F9-32295C0DED0E}"/>
                </a:ext>
              </a:extLst>
            </p:cNvPr>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7" name="Oval 556">
              <a:extLst>
                <a:ext uri="{FF2B5EF4-FFF2-40B4-BE49-F238E27FC236}">
                  <a16:creationId xmlns:a16="http://schemas.microsoft.com/office/drawing/2014/main" id="{93462331-8E49-BF49-AC76-CD9B01C41F48}"/>
                </a:ext>
              </a:extLst>
            </p:cNvPr>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8" name="Oval 557">
              <a:extLst>
                <a:ext uri="{FF2B5EF4-FFF2-40B4-BE49-F238E27FC236}">
                  <a16:creationId xmlns:a16="http://schemas.microsoft.com/office/drawing/2014/main" id="{F2DBA927-BAAE-0848-B4F7-AA923B27822B}"/>
                </a:ext>
              </a:extLst>
            </p:cNvPr>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9" name="Oval 558">
              <a:extLst>
                <a:ext uri="{FF2B5EF4-FFF2-40B4-BE49-F238E27FC236}">
                  <a16:creationId xmlns:a16="http://schemas.microsoft.com/office/drawing/2014/main" id="{34215D0A-2ABF-E448-90CA-56990A86122D}"/>
                </a:ext>
              </a:extLst>
            </p:cNvPr>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60" name="Group 559">
            <a:extLst>
              <a:ext uri="{FF2B5EF4-FFF2-40B4-BE49-F238E27FC236}">
                <a16:creationId xmlns:a16="http://schemas.microsoft.com/office/drawing/2014/main" id="{C301D33A-711D-B14A-8CD9-B56AE6B42C9C}"/>
              </a:ext>
            </a:extLst>
          </p:cNvPr>
          <p:cNvGrpSpPr/>
          <p:nvPr/>
        </p:nvGrpSpPr>
        <p:grpSpPr>
          <a:xfrm>
            <a:off x="5776432" y="5546028"/>
            <a:ext cx="423557" cy="423557"/>
            <a:chOff x="4516583" y="3428010"/>
            <a:chExt cx="609600" cy="609600"/>
          </a:xfrm>
        </p:grpSpPr>
        <p:sp>
          <p:nvSpPr>
            <p:cNvPr id="561" name="Rounded Rectangle 560">
              <a:extLst>
                <a:ext uri="{FF2B5EF4-FFF2-40B4-BE49-F238E27FC236}">
                  <a16:creationId xmlns:a16="http://schemas.microsoft.com/office/drawing/2014/main" id="{06B8265E-E997-0241-B7B6-EFB0D139ECE1}"/>
                </a:ext>
              </a:extLst>
            </p:cNvPr>
            <p:cNvSpPr/>
            <p:nvPr/>
          </p:nvSpPr>
          <p:spPr>
            <a:xfrm>
              <a:off x="4516583"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2" name="Oval 561">
              <a:extLst>
                <a:ext uri="{FF2B5EF4-FFF2-40B4-BE49-F238E27FC236}">
                  <a16:creationId xmlns:a16="http://schemas.microsoft.com/office/drawing/2014/main" id="{0C380C6E-CD2A-F447-9232-5FE1EB79B6D7}"/>
                </a:ext>
              </a:extLst>
            </p:cNvPr>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3" name="Oval 562">
              <a:extLst>
                <a:ext uri="{FF2B5EF4-FFF2-40B4-BE49-F238E27FC236}">
                  <a16:creationId xmlns:a16="http://schemas.microsoft.com/office/drawing/2014/main" id="{69961E0F-C7A1-BC42-8D37-3F81147032AE}"/>
                </a:ext>
              </a:extLst>
            </p:cNvPr>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4" name="Oval 563">
              <a:extLst>
                <a:ext uri="{FF2B5EF4-FFF2-40B4-BE49-F238E27FC236}">
                  <a16:creationId xmlns:a16="http://schemas.microsoft.com/office/drawing/2014/main" id="{E6361A8E-ED19-8945-96D7-D5A7FC189985}"/>
                </a:ext>
              </a:extLst>
            </p:cNvPr>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5" name="Oval 564">
              <a:extLst>
                <a:ext uri="{FF2B5EF4-FFF2-40B4-BE49-F238E27FC236}">
                  <a16:creationId xmlns:a16="http://schemas.microsoft.com/office/drawing/2014/main" id="{E10D389A-DD35-9345-A185-40FD03220236}"/>
                </a:ext>
              </a:extLst>
            </p:cNvPr>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6" name="Oval 565">
              <a:extLst>
                <a:ext uri="{FF2B5EF4-FFF2-40B4-BE49-F238E27FC236}">
                  <a16:creationId xmlns:a16="http://schemas.microsoft.com/office/drawing/2014/main" id="{65D1051F-77C1-2E45-AE5E-8FE2F7EED8C3}"/>
                </a:ext>
              </a:extLst>
            </p:cNvPr>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67" name="Group 566">
            <a:extLst>
              <a:ext uri="{FF2B5EF4-FFF2-40B4-BE49-F238E27FC236}">
                <a16:creationId xmlns:a16="http://schemas.microsoft.com/office/drawing/2014/main" id="{220DB5BE-527B-A042-A5F0-24E89660248F}"/>
              </a:ext>
            </a:extLst>
          </p:cNvPr>
          <p:cNvGrpSpPr/>
          <p:nvPr/>
        </p:nvGrpSpPr>
        <p:grpSpPr>
          <a:xfrm>
            <a:off x="5776432" y="6090686"/>
            <a:ext cx="423557" cy="423557"/>
            <a:chOff x="5359334" y="3425040"/>
            <a:chExt cx="609600" cy="609600"/>
          </a:xfrm>
        </p:grpSpPr>
        <p:sp>
          <p:nvSpPr>
            <p:cNvPr id="568" name="Rounded Rectangle 567">
              <a:extLst>
                <a:ext uri="{FF2B5EF4-FFF2-40B4-BE49-F238E27FC236}">
                  <a16:creationId xmlns:a16="http://schemas.microsoft.com/office/drawing/2014/main" id="{32027592-78B2-3A46-A16A-7FE2582E2613}"/>
                </a:ext>
              </a:extLst>
            </p:cNvPr>
            <p:cNvSpPr/>
            <p:nvPr/>
          </p:nvSpPr>
          <p:spPr>
            <a:xfrm>
              <a:off x="5359334" y="342504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9" name="Oval 568">
              <a:extLst>
                <a:ext uri="{FF2B5EF4-FFF2-40B4-BE49-F238E27FC236}">
                  <a16:creationId xmlns:a16="http://schemas.microsoft.com/office/drawing/2014/main" id="{5F81E5AA-2FB7-BF48-807C-C8D04FE14BA2}"/>
                </a:ext>
              </a:extLst>
            </p:cNvPr>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0" name="Oval 569">
              <a:extLst>
                <a:ext uri="{FF2B5EF4-FFF2-40B4-BE49-F238E27FC236}">
                  <a16:creationId xmlns:a16="http://schemas.microsoft.com/office/drawing/2014/main" id="{48D9A7AB-88E4-C045-9AE9-BC477124E10B}"/>
                </a:ext>
              </a:extLst>
            </p:cNvPr>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1" name="Oval 570">
              <a:extLst>
                <a:ext uri="{FF2B5EF4-FFF2-40B4-BE49-F238E27FC236}">
                  <a16:creationId xmlns:a16="http://schemas.microsoft.com/office/drawing/2014/main" id="{FB845E89-DBE4-454B-9BA3-8A270CF78DF9}"/>
                </a:ext>
              </a:extLst>
            </p:cNvPr>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Oval 571">
              <a:extLst>
                <a:ext uri="{FF2B5EF4-FFF2-40B4-BE49-F238E27FC236}">
                  <a16:creationId xmlns:a16="http://schemas.microsoft.com/office/drawing/2014/main" id="{8484600F-0F11-794B-93D5-08A49129D2C7}"/>
                </a:ext>
              </a:extLst>
            </p:cNvPr>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3" name="Oval 572">
              <a:extLst>
                <a:ext uri="{FF2B5EF4-FFF2-40B4-BE49-F238E27FC236}">
                  <a16:creationId xmlns:a16="http://schemas.microsoft.com/office/drawing/2014/main" id="{592DEE2F-BCE0-D945-9C70-2DF8FB37777B}"/>
                </a:ext>
              </a:extLst>
            </p:cNvPr>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4" name="Oval 573">
              <a:extLst>
                <a:ext uri="{FF2B5EF4-FFF2-40B4-BE49-F238E27FC236}">
                  <a16:creationId xmlns:a16="http://schemas.microsoft.com/office/drawing/2014/main" id="{02116C4A-BDBE-1F4B-941B-7B6A89E52646}"/>
                </a:ext>
              </a:extLst>
            </p:cNvPr>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5" name="Group 574">
            <a:extLst>
              <a:ext uri="{FF2B5EF4-FFF2-40B4-BE49-F238E27FC236}">
                <a16:creationId xmlns:a16="http://schemas.microsoft.com/office/drawing/2014/main" id="{BE69B898-CCAD-8748-930C-0D4634E57DA3}"/>
              </a:ext>
            </a:extLst>
          </p:cNvPr>
          <p:cNvGrpSpPr/>
          <p:nvPr/>
        </p:nvGrpSpPr>
        <p:grpSpPr>
          <a:xfrm>
            <a:off x="5181601" y="5543109"/>
            <a:ext cx="423557" cy="423557"/>
            <a:chOff x="2857994" y="3429000"/>
            <a:chExt cx="609600" cy="609600"/>
          </a:xfrm>
        </p:grpSpPr>
        <p:sp>
          <p:nvSpPr>
            <p:cNvPr id="576" name="Rounded Rectangle 575">
              <a:extLst>
                <a:ext uri="{FF2B5EF4-FFF2-40B4-BE49-F238E27FC236}">
                  <a16:creationId xmlns:a16="http://schemas.microsoft.com/office/drawing/2014/main" id="{848641CA-B5BD-F44B-A90C-9577E609B855}"/>
                </a:ext>
              </a:extLst>
            </p:cNvPr>
            <p:cNvSpPr/>
            <p:nvPr/>
          </p:nvSpPr>
          <p:spPr>
            <a:xfrm>
              <a:off x="2857994"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7" name="Oval 576">
              <a:extLst>
                <a:ext uri="{FF2B5EF4-FFF2-40B4-BE49-F238E27FC236}">
                  <a16:creationId xmlns:a16="http://schemas.microsoft.com/office/drawing/2014/main" id="{CB36E2A4-5505-0645-8870-5736056CA312}"/>
                </a:ext>
              </a:extLst>
            </p:cNvPr>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8" name="Oval 577">
              <a:extLst>
                <a:ext uri="{FF2B5EF4-FFF2-40B4-BE49-F238E27FC236}">
                  <a16:creationId xmlns:a16="http://schemas.microsoft.com/office/drawing/2014/main" id="{1F303512-744C-4B41-BBF5-64C4BAF504BB}"/>
                </a:ext>
              </a:extLst>
            </p:cNvPr>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9" name="Oval 578">
              <a:extLst>
                <a:ext uri="{FF2B5EF4-FFF2-40B4-BE49-F238E27FC236}">
                  <a16:creationId xmlns:a16="http://schemas.microsoft.com/office/drawing/2014/main" id="{71E0EBB4-F9CD-2D4F-8B6D-73D5DA050341}"/>
                </a:ext>
              </a:extLst>
            </p:cNvPr>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80" name="Group 579">
            <a:extLst>
              <a:ext uri="{FF2B5EF4-FFF2-40B4-BE49-F238E27FC236}">
                <a16:creationId xmlns:a16="http://schemas.microsoft.com/office/drawing/2014/main" id="{D82C4222-24E0-F54A-B499-203786FC03C1}"/>
              </a:ext>
            </a:extLst>
          </p:cNvPr>
          <p:cNvGrpSpPr/>
          <p:nvPr/>
        </p:nvGrpSpPr>
        <p:grpSpPr>
          <a:xfrm>
            <a:off x="5181601" y="4999652"/>
            <a:ext cx="423557" cy="423557"/>
            <a:chOff x="2857994" y="3429000"/>
            <a:chExt cx="609600" cy="609600"/>
          </a:xfrm>
        </p:grpSpPr>
        <p:sp>
          <p:nvSpPr>
            <p:cNvPr id="581" name="Rounded Rectangle 580">
              <a:extLst>
                <a:ext uri="{FF2B5EF4-FFF2-40B4-BE49-F238E27FC236}">
                  <a16:creationId xmlns:a16="http://schemas.microsoft.com/office/drawing/2014/main" id="{579E351B-82A6-5843-A088-A58E2D7E5B03}"/>
                </a:ext>
              </a:extLst>
            </p:cNvPr>
            <p:cNvSpPr/>
            <p:nvPr/>
          </p:nvSpPr>
          <p:spPr>
            <a:xfrm>
              <a:off x="2857994"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2" name="Oval 581">
              <a:extLst>
                <a:ext uri="{FF2B5EF4-FFF2-40B4-BE49-F238E27FC236}">
                  <a16:creationId xmlns:a16="http://schemas.microsoft.com/office/drawing/2014/main" id="{F5CAE712-782B-164A-BD8A-B24F2576EB36}"/>
                </a:ext>
              </a:extLst>
            </p:cNvPr>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3" name="Oval 582">
              <a:extLst>
                <a:ext uri="{FF2B5EF4-FFF2-40B4-BE49-F238E27FC236}">
                  <a16:creationId xmlns:a16="http://schemas.microsoft.com/office/drawing/2014/main" id="{06444F4E-8B2E-8A40-A9B4-4A8D6C24270B}"/>
                </a:ext>
              </a:extLst>
            </p:cNvPr>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4" name="Oval 583">
              <a:extLst>
                <a:ext uri="{FF2B5EF4-FFF2-40B4-BE49-F238E27FC236}">
                  <a16:creationId xmlns:a16="http://schemas.microsoft.com/office/drawing/2014/main" id="{4BFD41C1-104C-E148-8238-FC5C3A94A040}"/>
                </a:ext>
              </a:extLst>
            </p:cNvPr>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85" name="Group 584">
            <a:extLst>
              <a:ext uri="{FF2B5EF4-FFF2-40B4-BE49-F238E27FC236}">
                <a16:creationId xmlns:a16="http://schemas.microsoft.com/office/drawing/2014/main" id="{EE616799-134B-D743-B917-CD7D4F61A1E2}"/>
              </a:ext>
            </a:extLst>
          </p:cNvPr>
          <p:cNvGrpSpPr/>
          <p:nvPr/>
        </p:nvGrpSpPr>
        <p:grpSpPr>
          <a:xfrm>
            <a:off x="5181601" y="4456195"/>
            <a:ext cx="423557" cy="423557"/>
            <a:chOff x="2857994" y="3429000"/>
            <a:chExt cx="609600" cy="609600"/>
          </a:xfrm>
        </p:grpSpPr>
        <p:sp>
          <p:nvSpPr>
            <p:cNvPr id="586" name="Rounded Rectangle 585">
              <a:extLst>
                <a:ext uri="{FF2B5EF4-FFF2-40B4-BE49-F238E27FC236}">
                  <a16:creationId xmlns:a16="http://schemas.microsoft.com/office/drawing/2014/main" id="{A97A6E99-2166-0D4E-BE7D-BE4B0D268188}"/>
                </a:ext>
              </a:extLst>
            </p:cNvPr>
            <p:cNvSpPr/>
            <p:nvPr/>
          </p:nvSpPr>
          <p:spPr>
            <a:xfrm>
              <a:off x="2857994"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Oval 586">
              <a:extLst>
                <a:ext uri="{FF2B5EF4-FFF2-40B4-BE49-F238E27FC236}">
                  <a16:creationId xmlns:a16="http://schemas.microsoft.com/office/drawing/2014/main" id="{F1054677-6906-8448-B4BE-94138D0685EE}"/>
                </a:ext>
              </a:extLst>
            </p:cNvPr>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Oval 587">
              <a:extLst>
                <a:ext uri="{FF2B5EF4-FFF2-40B4-BE49-F238E27FC236}">
                  <a16:creationId xmlns:a16="http://schemas.microsoft.com/office/drawing/2014/main" id="{65667DE4-C0CD-3047-8787-2A7CA3E592C5}"/>
                </a:ext>
              </a:extLst>
            </p:cNvPr>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Oval 588">
              <a:extLst>
                <a:ext uri="{FF2B5EF4-FFF2-40B4-BE49-F238E27FC236}">
                  <a16:creationId xmlns:a16="http://schemas.microsoft.com/office/drawing/2014/main" id="{A4524693-FC86-4243-9C36-7EF049F6720A}"/>
                </a:ext>
              </a:extLst>
            </p:cNvPr>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90" name="Group 589">
            <a:extLst>
              <a:ext uri="{FF2B5EF4-FFF2-40B4-BE49-F238E27FC236}">
                <a16:creationId xmlns:a16="http://schemas.microsoft.com/office/drawing/2014/main" id="{ED00A2D7-B791-7349-9D54-5B746BF0A1B1}"/>
              </a:ext>
            </a:extLst>
          </p:cNvPr>
          <p:cNvGrpSpPr/>
          <p:nvPr/>
        </p:nvGrpSpPr>
        <p:grpSpPr>
          <a:xfrm>
            <a:off x="5181601" y="3912738"/>
            <a:ext cx="423557" cy="423557"/>
            <a:chOff x="2857994" y="3429000"/>
            <a:chExt cx="609600" cy="609600"/>
          </a:xfrm>
        </p:grpSpPr>
        <p:sp>
          <p:nvSpPr>
            <p:cNvPr id="591" name="Rounded Rectangle 590">
              <a:extLst>
                <a:ext uri="{FF2B5EF4-FFF2-40B4-BE49-F238E27FC236}">
                  <a16:creationId xmlns:a16="http://schemas.microsoft.com/office/drawing/2014/main" id="{592E10C0-FFF9-4048-8D63-1D2D2CD7E2B1}"/>
                </a:ext>
              </a:extLst>
            </p:cNvPr>
            <p:cNvSpPr/>
            <p:nvPr/>
          </p:nvSpPr>
          <p:spPr>
            <a:xfrm>
              <a:off x="2857994"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2" name="Oval 591">
              <a:extLst>
                <a:ext uri="{FF2B5EF4-FFF2-40B4-BE49-F238E27FC236}">
                  <a16:creationId xmlns:a16="http://schemas.microsoft.com/office/drawing/2014/main" id="{6F330225-D0B1-7743-B503-D5FA3DADE64B}"/>
                </a:ext>
              </a:extLst>
            </p:cNvPr>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3" name="Oval 592">
              <a:extLst>
                <a:ext uri="{FF2B5EF4-FFF2-40B4-BE49-F238E27FC236}">
                  <a16:creationId xmlns:a16="http://schemas.microsoft.com/office/drawing/2014/main" id="{39F019E6-B0C0-A74C-AC4C-B18C572415A6}"/>
                </a:ext>
              </a:extLst>
            </p:cNvPr>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4" name="Oval 593">
              <a:extLst>
                <a:ext uri="{FF2B5EF4-FFF2-40B4-BE49-F238E27FC236}">
                  <a16:creationId xmlns:a16="http://schemas.microsoft.com/office/drawing/2014/main" id="{BFFD587C-9DC8-5140-80DB-42AF65AF2235}"/>
                </a:ext>
              </a:extLst>
            </p:cNvPr>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95" name="Group 594">
            <a:extLst>
              <a:ext uri="{FF2B5EF4-FFF2-40B4-BE49-F238E27FC236}">
                <a16:creationId xmlns:a16="http://schemas.microsoft.com/office/drawing/2014/main" id="{FFE7B1DB-8273-8D4E-9AD9-FA1C162BD3D5}"/>
              </a:ext>
            </a:extLst>
          </p:cNvPr>
          <p:cNvGrpSpPr/>
          <p:nvPr/>
        </p:nvGrpSpPr>
        <p:grpSpPr>
          <a:xfrm>
            <a:off x="5181601" y="3369281"/>
            <a:ext cx="423557" cy="423557"/>
            <a:chOff x="2857994" y="3429000"/>
            <a:chExt cx="609600" cy="609600"/>
          </a:xfrm>
        </p:grpSpPr>
        <p:sp>
          <p:nvSpPr>
            <p:cNvPr id="596" name="Rounded Rectangle 595">
              <a:extLst>
                <a:ext uri="{FF2B5EF4-FFF2-40B4-BE49-F238E27FC236}">
                  <a16:creationId xmlns:a16="http://schemas.microsoft.com/office/drawing/2014/main" id="{7576418E-55B5-A641-A738-A5651C216174}"/>
                </a:ext>
              </a:extLst>
            </p:cNvPr>
            <p:cNvSpPr/>
            <p:nvPr/>
          </p:nvSpPr>
          <p:spPr>
            <a:xfrm>
              <a:off x="2857994"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7" name="Oval 596">
              <a:extLst>
                <a:ext uri="{FF2B5EF4-FFF2-40B4-BE49-F238E27FC236}">
                  <a16:creationId xmlns:a16="http://schemas.microsoft.com/office/drawing/2014/main" id="{5A3BC274-482F-E64B-8172-228D040A9C54}"/>
                </a:ext>
              </a:extLst>
            </p:cNvPr>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8" name="Oval 597">
              <a:extLst>
                <a:ext uri="{FF2B5EF4-FFF2-40B4-BE49-F238E27FC236}">
                  <a16:creationId xmlns:a16="http://schemas.microsoft.com/office/drawing/2014/main" id="{A8739E9C-13EF-894F-BDF4-9F5C3E1516B7}"/>
                </a:ext>
              </a:extLst>
            </p:cNvPr>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9" name="Oval 598">
              <a:extLst>
                <a:ext uri="{FF2B5EF4-FFF2-40B4-BE49-F238E27FC236}">
                  <a16:creationId xmlns:a16="http://schemas.microsoft.com/office/drawing/2014/main" id="{BBCC42BF-2B3C-3345-BE19-1F28F3BCEB36}"/>
                </a:ext>
              </a:extLst>
            </p:cNvPr>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00" name="Slide Number Placeholder 3">
            <a:extLst>
              <a:ext uri="{FF2B5EF4-FFF2-40B4-BE49-F238E27FC236}">
                <a16:creationId xmlns:a16="http://schemas.microsoft.com/office/drawing/2014/main" id="{B805A653-9867-A042-AC3E-63E6656B8355}"/>
              </a:ext>
            </a:extLst>
          </p:cNvPr>
          <p:cNvSpPr txBox="1">
            <a:spLocks/>
          </p:cNvSpPr>
          <p:nvPr/>
        </p:nvSpPr>
        <p:spPr>
          <a:xfrm>
            <a:off x="6994184" y="6151846"/>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a:pPr/>
              <a:t>9</a:t>
            </a:fld>
            <a:endParaRPr lang="en-US" altLang="zh-TW"/>
          </a:p>
        </p:txBody>
      </p:sp>
      <p:grpSp>
        <p:nvGrpSpPr>
          <p:cNvPr id="601" name="Group 600">
            <a:extLst>
              <a:ext uri="{FF2B5EF4-FFF2-40B4-BE49-F238E27FC236}">
                <a16:creationId xmlns:a16="http://schemas.microsoft.com/office/drawing/2014/main" id="{DFA58AB2-7B29-A44F-BDAE-27531CD01962}"/>
              </a:ext>
            </a:extLst>
          </p:cNvPr>
          <p:cNvGrpSpPr/>
          <p:nvPr/>
        </p:nvGrpSpPr>
        <p:grpSpPr>
          <a:xfrm>
            <a:off x="7196444" y="3351343"/>
            <a:ext cx="423557" cy="423557"/>
            <a:chOff x="1219200" y="3429000"/>
            <a:chExt cx="609600" cy="609600"/>
          </a:xfrm>
        </p:grpSpPr>
        <p:sp>
          <p:nvSpPr>
            <p:cNvPr id="602" name="Rounded Rectangle 601">
              <a:extLst>
                <a:ext uri="{FF2B5EF4-FFF2-40B4-BE49-F238E27FC236}">
                  <a16:creationId xmlns:a16="http://schemas.microsoft.com/office/drawing/2014/main" id="{CC50FEA3-720E-9D41-AA1F-3A0DFA8AB43B}"/>
                </a:ext>
              </a:extLst>
            </p:cNvPr>
            <p:cNvSpPr/>
            <p:nvPr/>
          </p:nvSpPr>
          <p:spPr>
            <a:xfrm>
              <a:off x="1219200"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3" name="Oval 602">
              <a:extLst>
                <a:ext uri="{FF2B5EF4-FFF2-40B4-BE49-F238E27FC236}">
                  <a16:creationId xmlns:a16="http://schemas.microsoft.com/office/drawing/2014/main" id="{4D7E335E-2602-5F40-9859-E01E978D9CA9}"/>
                </a:ext>
              </a:extLst>
            </p:cNvPr>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04" name="Group 603">
            <a:extLst>
              <a:ext uri="{FF2B5EF4-FFF2-40B4-BE49-F238E27FC236}">
                <a16:creationId xmlns:a16="http://schemas.microsoft.com/office/drawing/2014/main" id="{E123D154-7373-BC42-AD89-C677AD86EA5E}"/>
              </a:ext>
            </a:extLst>
          </p:cNvPr>
          <p:cNvGrpSpPr/>
          <p:nvPr/>
        </p:nvGrpSpPr>
        <p:grpSpPr>
          <a:xfrm>
            <a:off x="7192489" y="3894796"/>
            <a:ext cx="423557" cy="423557"/>
            <a:chOff x="2038597" y="3429000"/>
            <a:chExt cx="609600" cy="609600"/>
          </a:xfrm>
        </p:grpSpPr>
        <p:sp>
          <p:nvSpPr>
            <p:cNvPr id="605" name="Rounded Rectangle 604">
              <a:extLst>
                <a:ext uri="{FF2B5EF4-FFF2-40B4-BE49-F238E27FC236}">
                  <a16:creationId xmlns:a16="http://schemas.microsoft.com/office/drawing/2014/main" id="{F2837021-C9E4-AF44-86D9-9AAA2B21736F}"/>
                </a:ext>
              </a:extLst>
            </p:cNvPr>
            <p:cNvSpPr/>
            <p:nvPr/>
          </p:nvSpPr>
          <p:spPr>
            <a:xfrm>
              <a:off x="2038597"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6" name="Oval 605">
              <a:extLst>
                <a:ext uri="{FF2B5EF4-FFF2-40B4-BE49-F238E27FC236}">
                  <a16:creationId xmlns:a16="http://schemas.microsoft.com/office/drawing/2014/main" id="{B9C25D7C-D599-5E42-A3D8-8566673DE6E2}"/>
                </a:ext>
              </a:extLst>
            </p:cNvPr>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7" name="Oval 606">
              <a:extLst>
                <a:ext uri="{FF2B5EF4-FFF2-40B4-BE49-F238E27FC236}">
                  <a16:creationId xmlns:a16="http://schemas.microsoft.com/office/drawing/2014/main" id="{7FE331FE-AD91-9D42-A601-BA9CAA339ED9}"/>
                </a:ext>
              </a:extLst>
            </p:cNvPr>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08" name="Group 607">
            <a:extLst>
              <a:ext uri="{FF2B5EF4-FFF2-40B4-BE49-F238E27FC236}">
                <a16:creationId xmlns:a16="http://schemas.microsoft.com/office/drawing/2014/main" id="{A209D5BD-16DF-BF41-80F6-8670FC181B43}"/>
              </a:ext>
            </a:extLst>
          </p:cNvPr>
          <p:cNvGrpSpPr/>
          <p:nvPr/>
        </p:nvGrpSpPr>
        <p:grpSpPr>
          <a:xfrm>
            <a:off x="7196444" y="4438249"/>
            <a:ext cx="423557" cy="423557"/>
            <a:chOff x="2857994" y="3429000"/>
            <a:chExt cx="609600" cy="609600"/>
          </a:xfrm>
        </p:grpSpPr>
        <p:sp>
          <p:nvSpPr>
            <p:cNvPr id="609" name="Rounded Rectangle 608">
              <a:extLst>
                <a:ext uri="{FF2B5EF4-FFF2-40B4-BE49-F238E27FC236}">
                  <a16:creationId xmlns:a16="http://schemas.microsoft.com/office/drawing/2014/main" id="{49DDC775-DAC8-0B49-9D37-AC17DBFD62C7}"/>
                </a:ext>
              </a:extLst>
            </p:cNvPr>
            <p:cNvSpPr/>
            <p:nvPr/>
          </p:nvSpPr>
          <p:spPr>
            <a:xfrm>
              <a:off x="2857994"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0" name="Oval 609">
              <a:extLst>
                <a:ext uri="{FF2B5EF4-FFF2-40B4-BE49-F238E27FC236}">
                  <a16:creationId xmlns:a16="http://schemas.microsoft.com/office/drawing/2014/main" id="{728DD9D6-9FB7-0E4F-8827-452BA3344850}"/>
                </a:ext>
              </a:extLst>
            </p:cNvPr>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1" name="Oval 610">
              <a:extLst>
                <a:ext uri="{FF2B5EF4-FFF2-40B4-BE49-F238E27FC236}">
                  <a16:creationId xmlns:a16="http://schemas.microsoft.com/office/drawing/2014/main" id="{4544FBF2-C8A4-154A-8349-1B4412C42DA5}"/>
                </a:ext>
              </a:extLst>
            </p:cNvPr>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2" name="Oval 611">
              <a:extLst>
                <a:ext uri="{FF2B5EF4-FFF2-40B4-BE49-F238E27FC236}">
                  <a16:creationId xmlns:a16="http://schemas.microsoft.com/office/drawing/2014/main" id="{4C2BB5F4-995C-FF4A-99A8-6832559936E6}"/>
                </a:ext>
              </a:extLst>
            </p:cNvPr>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3" name="Group 612">
            <a:extLst>
              <a:ext uri="{FF2B5EF4-FFF2-40B4-BE49-F238E27FC236}">
                <a16:creationId xmlns:a16="http://schemas.microsoft.com/office/drawing/2014/main" id="{1B3A9E33-DDC4-E945-A224-56C4A1F74142}"/>
              </a:ext>
            </a:extLst>
          </p:cNvPr>
          <p:cNvGrpSpPr/>
          <p:nvPr/>
        </p:nvGrpSpPr>
        <p:grpSpPr>
          <a:xfrm>
            <a:off x="7181805" y="4981702"/>
            <a:ext cx="423557" cy="423557"/>
            <a:chOff x="3697186" y="3428010"/>
            <a:chExt cx="609600" cy="609600"/>
          </a:xfrm>
        </p:grpSpPr>
        <p:sp>
          <p:nvSpPr>
            <p:cNvPr id="614" name="Rounded Rectangle 613">
              <a:extLst>
                <a:ext uri="{FF2B5EF4-FFF2-40B4-BE49-F238E27FC236}">
                  <a16:creationId xmlns:a16="http://schemas.microsoft.com/office/drawing/2014/main" id="{C03CB337-E531-E944-AEFB-A2B17864B69D}"/>
                </a:ext>
              </a:extLst>
            </p:cNvPr>
            <p:cNvSpPr/>
            <p:nvPr/>
          </p:nvSpPr>
          <p:spPr>
            <a:xfrm>
              <a:off x="3697186"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Oval 614">
              <a:extLst>
                <a:ext uri="{FF2B5EF4-FFF2-40B4-BE49-F238E27FC236}">
                  <a16:creationId xmlns:a16="http://schemas.microsoft.com/office/drawing/2014/main" id="{486CC4EF-9372-AF41-BA4B-B2263215D7D0}"/>
                </a:ext>
              </a:extLst>
            </p:cNvPr>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 name="Oval 615">
              <a:extLst>
                <a:ext uri="{FF2B5EF4-FFF2-40B4-BE49-F238E27FC236}">
                  <a16:creationId xmlns:a16="http://schemas.microsoft.com/office/drawing/2014/main" id="{4C2A0157-EAAD-714B-8337-E084D3E04A38}"/>
                </a:ext>
              </a:extLst>
            </p:cNvPr>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Oval 616">
              <a:extLst>
                <a:ext uri="{FF2B5EF4-FFF2-40B4-BE49-F238E27FC236}">
                  <a16:creationId xmlns:a16="http://schemas.microsoft.com/office/drawing/2014/main" id="{7850F912-0D72-5E46-BB3F-8735C3B74A29}"/>
                </a:ext>
              </a:extLst>
            </p:cNvPr>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8" name="Oval 617">
              <a:extLst>
                <a:ext uri="{FF2B5EF4-FFF2-40B4-BE49-F238E27FC236}">
                  <a16:creationId xmlns:a16="http://schemas.microsoft.com/office/drawing/2014/main" id="{94A45BF2-1925-C64C-8695-DBDA718ED750}"/>
                </a:ext>
              </a:extLst>
            </p:cNvPr>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9" name="Group 618">
            <a:extLst>
              <a:ext uri="{FF2B5EF4-FFF2-40B4-BE49-F238E27FC236}">
                <a16:creationId xmlns:a16="http://schemas.microsoft.com/office/drawing/2014/main" id="{959FBB6E-169C-404A-AA7D-CFF73E0BB5E2}"/>
              </a:ext>
            </a:extLst>
          </p:cNvPr>
          <p:cNvGrpSpPr/>
          <p:nvPr/>
        </p:nvGrpSpPr>
        <p:grpSpPr>
          <a:xfrm>
            <a:off x="7181805" y="5544570"/>
            <a:ext cx="423557" cy="423557"/>
            <a:chOff x="4516583" y="3428010"/>
            <a:chExt cx="609600" cy="609600"/>
          </a:xfrm>
        </p:grpSpPr>
        <p:sp>
          <p:nvSpPr>
            <p:cNvPr id="620" name="Rounded Rectangle 619">
              <a:extLst>
                <a:ext uri="{FF2B5EF4-FFF2-40B4-BE49-F238E27FC236}">
                  <a16:creationId xmlns:a16="http://schemas.microsoft.com/office/drawing/2014/main" id="{50452D61-64CA-5441-8B20-09E800555D76}"/>
                </a:ext>
              </a:extLst>
            </p:cNvPr>
            <p:cNvSpPr/>
            <p:nvPr/>
          </p:nvSpPr>
          <p:spPr>
            <a:xfrm>
              <a:off x="4516583"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1" name="Oval 620">
              <a:extLst>
                <a:ext uri="{FF2B5EF4-FFF2-40B4-BE49-F238E27FC236}">
                  <a16:creationId xmlns:a16="http://schemas.microsoft.com/office/drawing/2014/main" id="{19CDE6A6-9CCE-BD40-9B05-93DAC7AA9AA6}"/>
                </a:ext>
              </a:extLst>
            </p:cNvPr>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2" name="Oval 621">
              <a:extLst>
                <a:ext uri="{FF2B5EF4-FFF2-40B4-BE49-F238E27FC236}">
                  <a16:creationId xmlns:a16="http://schemas.microsoft.com/office/drawing/2014/main" id="{D253D2FD-5A5F-E54C-9EDD-A978CAFDC5F5}"/>
                </a:ext>
              </a:extLst>
            </p:cNvPr>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3" name="Oval 622">
              <a:extLst>
                <a:ext uri="{FF2B5EF4-FFF2-40B4-BE49-F238E27FC236}">
                  <a16:creationId xmlns:a16="http://schemas.microsoft.com/office/drawing/2014/main" id="{E0E3B1A7-1FC6-1740-8849-6325FC926F13}"/>
                </a:ext>
              </a:extLst>
            </p:cNvPr>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4" name="Oval 623">
              <a:extLst>
                <a:ext uri="{FF2B5EF4-FFF2-40B4-BE49-F238E27FC236}">
                  <a16:creationId xmlns:a16="http://schemas.microsoft.com/office/drawing/2014/main" id="{04D0E0B3-3C94-0B4B-8956-F571398442D1}"/>
                </a:ext>
              </a:extLst>
            </p:cNvPr>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5" name="Oval 624">
              <a:extLst>
                <a:ext uri="{FF2B5EF4-FFF2-40B4-BE49-F238E27FC236}">
                  <a16:creationId xmlns:a16="http://schemas.microsoft.com/office/drawing/2014/main" id="{FDFB8913-707A-6842-A722-D5CA168F1214}"/>
                </a:ext>
              </a:extLst>
            </p:cNvPr>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6" name="Group 625">
            <a:extLst>
              <a:ext uri="{FF2B5EF4-FFF2-40B4-BE49-F238E27FC236}">
                <a16:creationId xmlns:a16="http://schemas.microsoft.com/office/drawing/2014/main" id="{842ADC17-2648-E645-AD8C-9459B21C3C2F}"/>
              </a:ext>
            </a:extLst>
          </p:cNvPr>
          <p:cNvGrpSpPr/>
          <p:nvPr/>
        </p:nvGrpSpPr>
        <p:grpSpPr>
          <a:xfrm>
            <a:off x="7181805" y="6089228"/>
            <a:ext cx="423557" cy="423557"/>
            <a:chOff x="5359334" y="3425040"/>
            <a:chExt cx="609600" cy="609600"/>
          </a:xfrm>
        </p:grpSpPr>
        <p:sp>
          <p:nvSpPr>
            <p:cNvPr id="627" name="Rounded Rectangle 626">
              <a:extLst>
                <a:ext uri="{FF2B5EF4-FFF2-40B4-BE49-F238E27FC236}">
                  <a16:creationId xmlns:a16="http://schemas.microsoft.com/office/drawing/2014/main" id="{21F7A2E1-B08F-0243-B72C-2866828A213F}"/>
                </a:ext>
              </a:extLst>
            </p:cNvPr>
            <p:cNvSpPr/>
            <p:nvPr/>
          </p:nvSpPr>
          <p:spPr>
            <a:xfrm>
              <a:off x="5359334" y="342504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8" name="Oval 627">
              <a:extLst>
                <a:ext uri="{FF2B5EF4-FFF2-40B4-BE49-F238E27FC236}">
                  <a16:creationId xmlns:a16="http://schemas.microsoft.com/office/drawing/2014/main" id="{64205A91-6B59-7A43-88B4-6BC731553871}"/>
                </a:ext>
              </a:extLst>
            </p:cNvPr>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9" name="Oval 628">
              <a:extLst>
                <a:ext uri="{FF2B5EF4-FFF2-40B4-BE49-F238E27FC236}">
                  <a16:creationId xmlns:a16="http://schemas.microsoft.com/office/drawing/2014/main" id="{5723A4EB-18EF-3A48-A6AF-4AED182C10DC}"/>
                </a:ext>
              </a:extLst>
            </p:cNvPr>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0" name="Oval 629">
              <a:extLst>
                <a:ext uri="{FF2B5EF4-FFF2-40B4-BE49-F238E27FC236}">
                  <a16:creationId xmlns:a16="http://schemas.microsoft.com/office/drawing/2014/main" id="{24752ACF-1216-AE4F-8CCE-0AB93A0A4D3B}"/>
                </a:ext>
              </a:extLst>
            </p:cNvPr>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1" name="Oval 630">
              <a:extLst>
                <a:ext uri="{FF2B5EF4-FFF2-40B4-BE49-F238E27FC236}">
                  <a16:creationId xmlns:a16="http://schemas.microsoft.com/office/drawing/2014/main" id="{BE6B8CF6-D9C9-3D4F-80C3-0F4E6ACD364E}"/>
                </a:ext>
              </a:extLst>
            </p:cNvPr>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2" name="Oval 631">
              <a:extLst>
                <a:ext uri="{FF2B5EF4-FFF2-40B4-BE49-F238E27FC236}">
                  <a16:creationId xmlns:a16="http://schemas.microsoft.com/office/drawing/2014/main" id="{428B2B42-9BD1-AC4E-B5C7-C54A5CC8F2A4}"/>
                </a:ext>
              </a:extLst>
            </p:cNvPr>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3" name="Oval 632">
              <a:extLst>
                <a:ext uri="{FF2B5EF4-FFF2-40B4-BE49-F238E27FC236}">
                  <a16:creationId xmlns:a16="http://schemas.microsoft.com/office/drawing/2014/main" id="{049CC602-8033-E44B-A500-DC8F2D54BD2B}"/>
                </a:ext>
              </a:extLst>
            </p:cNvPr>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34" name="Group 633">
            <a:extLst>
              <a:ext uri="{FF2B5EF4-FFF2-40B4-BE49-F238E27FC236}">
                <a16:creationId xmlns:a16="http://schemas.microsoft.com/office/drawing/2014/main" id="{1FEA6E25-3304-F34C-B55C-9725058364A0}"/>
              </a:ext>
            </a:extLst>
          </p:cNvPr>
          <p:cNvGrpSpPr/>
          <p:nvPr/>
        </p:nvGrpSpPr>
        <p:grpSpPr>
          <a:xfrm>
            <a:off x="6636495" y="3906670"/>
            <a:ext cx="423557" cy="423557"/>
            <a:chOff x="3697186" y="3428010"/>
            <a:chExt cx="609600" cy="609600"/>
          </a:xfrm>
        </p:grpSpPr>
        <p:sp>
          <p:nvSpPr>
            <p:cNvPr id="635" name="Rounded Rectangle 634">
              <a:extLst>
                <a:ext uri="{FF2B5EF4-FFF2-40B4-BE49-F238E27FC236}">
                  <a16:creationId xmlns:a16="http://schemas.microsoft.com/office/drawing/2014/main" id="{46A17631-986B-8B40-BC74-DAAAA0DC4CA9}"/>
                </a:ext>
              </a:extLst>
            </p:cNvPr>
            <p:cNvSpPr/>
            <p:nvPr/>
          </p:nvSpPr>
          <p:spPr>
            <a:xfrm>
              <a:off x="3697186"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6" name="Oval 635">
              <a:extLst>
                <a:ext uri="{FF2B5EF4-FFF2-40B4-BE49-F238E27FC236}">
                  <a16:creationId xmlns:a16="http://schemas.microsoft.com/office/drawing/2014/main" id="{58716997-8F5E-8844-98B1-93853FD4F346}"/>
                </a:ext>
              </a:extLst>
            </p:cNvPr>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7" name="Oval 636">
              <a:extLst>
                <a:ext uri="{FF2B5EF4-FFF2-40B4-BE49-F238E27FC236}">
                  <a16:creationId xmlns:a16="http://schemas.microsoft.com/office/drawing/2014/main" id="{4149B7AD-4331-9241-928B-C984C65583D9}"/>
                </a:ext>
              </a:extLst>
            </p:cNvPr>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8" name="Oval 637">
              <a:extLst>
                <a:ext uri="{FF2B5EF4-FFF2-40B4-BE49-F238E27FC236}">
                  <a16:creationId xmlns:a16="http://schemas.microsoft.com/office/drawing/2014/main" id="{F2E27C0F-6F65-DE48-8671-92C2CB9F8631}"/>
                </a:ext>
              </a:extLst>
            </p:cNvPr>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9" name="Oval 638">
              <a:extLst>
                <a:ext uri="{FF2B5EF4-FFF2-40B4-BE49-F238E27FC236}">
                  <a16:creationId xmlns:a16="http://schemas.microsoft.com/office/drawing/2014/main" id="{AA369CE7-1C86-0649-86A7-BA623AE3FAE4}"/>
                </a:ext>
              </a:extLst>
            </p:cNvPr>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40" name="Group 639">
            <a:extLst>
              <a:ext uri="{FF2B5EF4-FFF2-40B4-BE49-F238E27FC236}">
                <a16:creationId xmlns:a16="http://schemas.microsoft.com/office/drawing/2014/main" id="{586D395F-98FF-8B45-A30C-D8E8836C4811}"/>
              </a:ext>
            </a:extLst>
          </p:cNvPr>
          <p:cNvGrpSpPr/>
          <p:nvPr/>
        </p:nvGrpSpPr>
        <p:grpSpPr>
          <a:xfrm>
            <a:off x="6636495" y="4444867"/>
            <a:ext cx="423557" cy="423557"/>
            <a:chOff x="3697186" y="3428010"/>
            <a:chExt cx="609600" cy="609600"/>
          </a:xfrm>
        </p:grpSpPr>
        <p:sp>
          <p:nvSpPr>
            <p:cNvPr id="641" name="Rounded Rectangle 640">
              <a:extLst>
                <a:ext uri="{FF2B5EF4-FFF2-40B4-BE49-F238E27FC236}">
                  <a16:creationId xmlns:a16="http://schemas.microsoft.com/office/drawing/2014/main" id="{13A584D7-7329-6548-9520-841B15D7B267}"/>
                </a:ext>
              </a:extLst>
            </p:cNvPr>
            <p:cNvSpPr/>
            <p:nvPr/>
          </p:nvSpPr>
          <p:spPr>
            <a:xfrm>
              <a:off x="3697186"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2" name="Oval 641">
              <a:extLst>
                <a:ext uri="{FF2B5EF4-FFF2-40B4-BE49-F238E27FC236}">
                  <a16:creationId xmlns:a16="http://schemas.microsoft.com/office/drawing/2014/main" id="{F63BDC28-0134-BE4C-A676-A0B035DC03E6}"/>
                </a:ext>
              </a:extLst>
            </p:cNvPr>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3" name="Oval 642">
              <a:extLst>
                <a:ext uri="{FF2B5EF4-FFF2-40B4-BE49-F238E27FC236}">
                  <a16:creationId xmlns:a16="http://schemas.microsoft.com/office/drawing/2014/main" id="{DD125D35-E8F5-4145-A0EF-F85B2715607C}"/>
                </a:ext>
              </a:extLst>
            </p:cNvPr>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4" name="Oval 643">
              <a:extLst>
                <a:ext uri="{FF2B5EF4-FFF2-40B4-BE49-F238E27FC236}">
                  <a16:creationId xmlns:a16="http://schemas.microsoft.com/office/drawing/2014/main" id="{AD3919F3-A890-C64E-A520-540DCFD02056}"/>
                </a:ext>
              </a:extLst>
            </p:cNvPr>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5" name="Oval 644">
              <a:extLst>
                <a:ext uri="{FF2B5EF4-FFF2-40B4-BE49-F238E27FC236}">
                  <a16:creationId xmlns:a16="http://schemas.microsoft.com/office/drawing/2014/main" id="{45F16586-BC2D-1340-B815-70A13C66AAB2}"/>
                </a:ext>
              </a:extLst>
            </p:cNvPr>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46" name="Group 645">
            <a:extLst>
              <a:ext uri="{FF2B5EF4-FFF2-40B4-BE49-F238E27FC236}">
                <a16:creationId xmlns:a16="http://schemas.microsoft.com/office/drawing/2014/main" id="{FDA4E3C3-414F-AA41-9B6F-85DA3EF9B2E9}"/>
              </a:ext>
            </a:extLst>
          </p:cNvPr>
          <p:cNvGrpSpPr/>
          <p:nvPr/>
        </p:nvGrpSpPr>
        <p:grpSpPr>
          <a:xfrm>
            <a:off x="6636495" y="4983064"/>
            <a:ext cx="423557" cy="423557"/>
            <a:chOff x="3697186" y="3428010"/>
            <a:chExt cx="609600" cy="609600"/>
          </a:xfrm>
        </p:grpSpPr>
        <p:sp>
          <p:nvSpPr>
            <p:cNvPr id="647" name="Rounded Rectangle 646">
              <a:extLst>
                <a:ext uri="{FF2B5EF4-FFF2-40B4-BE49-F238E27FC236}">
                  <a16:creationId xmlns:a16="http://schemas.microsoft.com/office/drawing/2014/main" id="{38241CB6-C8A7-D849-83A9-558995A5F081}"/>
                </a:ext>
              </a:extLst>
            </p:cNvPr>
            <p:cNvSpPr/>
            <p:nvPr/>
          </p:nvSpPr>
          <p:spPr>
            <a:xfrm>
              <a:off x="3697186"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8" name="Oval 647">
              <a:extLst>
                <a:ext uri="{FF2B5EF4-FFF2-40B4-BE49-F238E27FC236}">
                  <a16:creationId xmlns:a16="http://schemas.microsoft.com/office/drawing/2014/main" id="{93EFAC8A-8549-8945-B23F-2986D4D8FB34}"/>
                </a:ext>
              </a:extLst>
            </p:cNvPr>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9" name="Oval 648">
              <a:extLst>
                <a:ext uri="{FF2B5EF4-FFF2-40B4-BE49-F238E27FC236}">
                  <a16:creationId xmlns:a16="http://schemas.microsoft.com/office/drawing/2014/main" id="{6CEA07F0-F1BF-B842-B6ED-AAB0636865CF}"/>
                </a:ext>
              </a:extLst>
            </p:cNvPr>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0" name="Oval 649">
              <a:extLst>
                <a:ext uri="{FF2B5EF4-FFF2-40B4-BE49-F238E27FC236}">
                  <a16:creationId xmlns:a16="http://schemas.microsoft.com/office/drawing/2014/main" id="{FE361636-5454-A149-9E02-69277A49C311}"/>
                </a:ext>
              </a:extLst>
            </p:cNvPr>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 name="Oval 650">
              <a:extLst>
                <a:ext uri="{FF2B5EF4-FFF2-40B4-BE49-F238E27FC236}">
                  <a16:creationId xmlns:a16="http://schemas.microsoft.com/office/drawing/2014/main" id="{6A1A135E-4AEA-714F-B7A3-8FA3CC685ED3}"/>
                </a:ext>
              </a:extLst>
            </p:cNvPr>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52" name="Group 651">
            <a:extLst>
              <a:ext uri="{FF2B5EF4-FFF2-40B4-BE49-F238E27FC236}">
                <a16:creationId xmlns:a16="http://schemas.microsoft.com/office/drawing/2014/main" id="{8C377297-2340-2A47-ACC5-0B7D16816181}"/>
              </a:ext>
            </a:extLst>
          </p:cNvPr>
          <p:cNvGrpSpPr/>
          <p:nvPr/>
        </p:nvGrpSpPr>
        <p:grpSpPr>
          <a:xfrm>
            <a:off x="6636495" y="5545011"/>
            <a:ext cx="423557" cy="423557"/>
            <a:chOff x="3697186" y="3428010"/>
            <a:chExt cx="609600" cy="609600"/>
          </a:xfrm>
        </p:grpSpPr>
        <p:sp>
          <p:nvSpPr>
            <p:cNvPr id="653" name="Rounded Rectangle 652">
              <a:extLst>
                <a:ext uri="{FF2B5EF4-FFF2-40B4-BE49-F238E27FC236}">
                  <a16:creationId xmlns:a16="http://schemas.microsoft.com/office/drawing/2014/main" id="{91A8BF1D-5FA8-244B-8280-5993A23FED9B}"/>
                </a:ext>
              </a:extLst>
            </p:cNvPr>
            <p:cNvSpPr/>
            <p:nvPr/>
          </p:nvSpPr>
          <p:spPr>
            <a:xfrm>
              <a:off x="3697186"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4" name="Oval 653">
              <a:extLst>
                <a:ext uri="{FF2B5EF4-FFF2-40B4-BE49-F238E27FC236}">
                  <a16:creationId xmlns:a16="http://schemas.microsoft.com/office/drawing/2014/main" id="{45CAE813-E045-5B47-98FC-FC8BB4699471}"/>
                </a:ext>
              </a:extLst>
            </p:cNvPr>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5" name="Oval 654">
              <a:extLst>
                <a:ext uri="{FF2B5EF4-FFF2-40B4-BE49-F238E27FC236}">
                  <a16:creationId xmlns:a16="http://schemas.microsoft.com/office/drawing/2014/main" id="{FF115063-4A52-5746-8FE3-06453EB5C39A}"/>
                </a:ext>
              </a:extLst>
            </p:cNvPr>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6" name="Oval 655">
              <a:extLst>
                <a:ext uri="{FF2B5EF4-FFF2-40B4-BE49-F238E27FC236}">
                  <a16:creationId xmlns:a16="http://schemas.microsoft.com/office/drawing/2014/main" id="{CC6202A0-BF00-AB41-A47B-A7B4DEC1C4C9}"/>
                </a:ext>
              </a:extLst>
            </p:cNvPr>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7" name="Oval 656">
              <a:extLst>
                <a:ext uri="{FF2B5EF4-FFF2-40B4-BE49-F238E27FC236}">
                  <a16:creationId xmlns:a16="http://schemas.microsoft.com/office/drawing/2014/main" id="{A853F066-DA9A-744D-8013-8F23B627ECF8}"/>
                </a:ext>
              </a:extLst>
            </p:cNvPr>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58" name="Group 657">
            <a:extLst>
              <a:ext uri="{FF2B5EF4-FFF2-40B4-BE49-F238E27FC236}">
                <a16:creationId xmlns:a16="http://schemas.microsoft.com/office/drawing/2014/main" id="{DDABC3C4-31DB-A548-89B5-75F7A72E4C9A}"/>
              </a:ext>
            </a:extLst>
          </p:cNvPr>
          <p:cNvGrpSpPr/>
          <p:nvPr/>
        </p:nvGrpSpPr>
        <p:grpSpPr>
          <a:xfrm>
            <a:off x="6636495" y="6083208"/>
            <a:ext cx="423557" cy="423557"/>
            <a:chOff x="3697186" y="3428010"/>
            <a:chExt cx="609600" cy="609600"/>
          </a:xfrm>
        </p:grpSpPr>
        <p:sp>
          <p:nvSpPr>
            <p:cNvPr id="659" name="Rounded Rectangle 658">
              <a:extLst>
                <a:ext uri="{FF2B5EF4-FFF2-40B4-BE49-F238E27FC236}">
                  <a16:creationId xmlns:a16="http://schemas.microsoft.com/office/drawing/2014/main" id="{280DE626-766F-6744-9B12-DA202A1CC443}"/>
                </a:ext>
              </a:extLst>
            </p:cNvPr>
            <p:cNvSpPr/>
            <p:nvPr/>
          </p:nvSpPr>
          <p:spPr>
            <a:xfrm>
              <a:off x="3697186"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0" name="Oval 659">
              <a:extLst>
                <a:ext uri="{FF2B5EF4-FFF2-40B4-BE49-F238E27FC236}">
                  <a16:creationId xmlns:a16="http://schemas.microsoft.com/office/drawing/2014/main" id="{77246854-E4D7-8249-954D-070D7319FB70}"/>
                </a:ext>
              </a:extLst>
            </p:cNvPr>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1" name="Oval 660">
              <a:extLst>
                <a:ext uri="{FF2B5EF4-FFF2-40B4-BE49-F238E27FC236}">
                  <a16:creationId xmlns:a16="http://schemas.microsoft.com/office/drawing/2014/main" id="{B8F3D417-8F1B-7044-9150-C2908FB7929A}"/>
                </a:ext>
              </a:extLst>
            </p:cNvPr>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2" name="Oval 661">
              <a:extLst>
                <a:ext uri="{FF2B5EF4-FFF2-40B4-BE49-F238E27FC236}">
                  <a16:creationId xmlns:a16="http://schemas.microsoft.com/office/drawing/2014/main" id="{6B525056-2CF8-0D49-99D1-E51CA426612F}"/>
                </a:ext>
              </a:extLst>
            </p:cNvPr>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3" name="Oval 662">
              <a:extLst>
                <a:ext uri="{FF2B5EF4-FFF2-40B4-BE49-F238E27FC236}">
                  <a16:creationId xmlns:a16="http://schemas.microsoft.com/office/drawing/2014/main" id="{90A3CD41-5D92-E44F-A836-B7BDD51C48E0}"/>
                </a:ext>
              </a:extLst>
            </p:cNvPr>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4" name="Slide Number Placeholder 3">
            <a:extLst>
              <a:ext uri="{FF2B5EF4-FFF2-40B4-BE49-F238E27FC236}">
                <a16:creationId xmlns:a16="http://schemas.microsoft.com/office/drawing/2014/main" id="{95EAD41C-5879-A84A-8231-297D1FD0D544}"/>
              </a:ext>
            </a:extLst>
          </p:cNvPr>
          <p:cNvSpPr txBox="1">
            <a:spLocks/>
          </p:cNvSpPr>
          <p:nvPr/>
        </p:nvSpPr>
        <p:spPr>
          <a:xfrm>
            <a:off x="8386968" y="6161526"/>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a:pPr/>
              <a:t>9</a:t>
            </a:fld>
            <a:endParaRPr lang="en-US" altLang="zh-TW"/>
          </a:p>
        </p:txBody>
      </p:sp>
      <p:grpSp>
        <p:nvGrpSpPr>
          <p:cNvPr id="665" name="Group 664">
            <a:extLst>
              <a:ext uri="{FF2B5EF4-FFF2-40B4-BE49-F238E27FC236}">
                <a16:creationId xmlns:a16="http://schemas.microsoft.com/office/drawing/2014/main" id="{9D30DFDF-C25C-5846-954E-4E5325CF5612}"/>
              </a:ext>
            </a:extLst>
          </p:cNvPr>
          <p:cNvGrpSpPr/>
          <p:nvPr/>
        </p:nvGrpSpPr>
        <p:grpSpPr>
          <a:xfrm>
            <a:off x="8589228" y="3361023"/>
            <a:ext cx="423557" cy="423557"/>
            <a:chOff x="1219200" y="3429000"/>
            <a:chExt cx="609600" cy="609600"/>
          </a:xfrm>
        </p:grpSpPr>
        <p:sp>
          <p:nvSpPr>
            <p:cNvPr id="666" name="Rounded Rectangle 665">
              <a:extLst>
                <a:ext uri="{FF2B5EF4-FFF2-40B4-BE49-F238E27FC236}">
                  <a16:creationId xmlns:a16="http://schemas.microsoft.com/office/drawing/2014/main" id="{5DEBA039-FB6F-9848-A124-1AD1C7F27A23}"/>
                </a:ext>
              </a:extLst>
            </p:cNvPr>
            <p:cNvSpPr/>
            <p:nvPr/>
          </p:nvSpPr>
          <p:spPr>
            <a:xfrm>
              <a:off x="1219200"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7" name="Oval 666">
              <a:extLst>
                <a:ext uri="{FF2B5EF4-FFF2-40B4-BE49-F238E27FC236}">
                  <a16:creationId xmlns:a16="http://schemas.microsoft.com/office/drawing/2014/main" id="{9333D8EF-3C97-4342-86CC-927AB0BF4C31}"/>
                </a:ext>
              </a:extLst>
            </p:cNvPr>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68" name="Group 667">
            <a:extLst>
              <a:ext uri="{FF2B5EF4-FFF2-40B4-BE49-F238E27FC236}">
                <a16:creationId xmlns:a16="http://schemas.microsoft.com/office/drawing/2014/main" id="{37E725E8-8B19-C740-81C6-E887E4B65AEE}"/>
              </a:ext>
            </a:extLst>
          </p:cNvPr>
          <p:cNvGrpSpPr/>
          <p:nvPr/>
        </p:nvGrpSpPr>
        <p:grpSpPr>
          <a:xfrm>
            <a:off x="8585273" y="3904476"/>
            <a:ext cx="423557" cy="423557"/>
            <a:chOff x="2038597" y="3429000"/>
            <a:chExt cx="609600" cy="609600"/>
          </a:xfrm>
        </p:grpSpPr>
        <p:sp>
          <p:nvSpPr>
            <p:cNvPr id="669" name="Rounded Rectangle 668">
              <a:extLst>
                <a:ext uri="{FF2B5EF4-FFF2-40B4-BE49-F238E27FC236}">
                  <a16:creationId xmlns:a16="http://schemas.microsoft.com/office/drawing/2014/main" id="{5024365C-A795-DA4B-A69C-775A5971A3FC}"/>
                </a:ext>
              </a:extLst>
            </p:cNvPr>
            <p:cNvSpPr/>
            <p:nvPr/>
          </p:nvSpPr>
          <p:spPr>
            <a:xfrm>
              <a:off x="2038597"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0" name="Oval 669">
              <a:extLst>
                <a:ext uri="{FF2B5EF4-FFF2-40B4-BE49-F238E27FC236}">
                  <a16:creationId xmlns:a16="http://schemas.microsoft.com/office/drawing/2014/main" id="{37EADDFC-E680-3244-AFFC-C1BCB4651D45}"/>
                </a:ext>
              </a:extLst>
            </p:cNvPr>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1" name="Oval 670">
              <a:extLst>
                <a:ext uri="{FF2B5EF4-FFF2-40B4-BE49-F238E27FC236}">
                  <a16:creationId xmlns:a16="http://schemas.microsoft.com/office/drawing/2014/main" id="{2EC71901-5F99-254B-8314-BC89DDA2FA9C}"/>
                </a:ext>
              </a:extLst>
            </p:cNvPr>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72" name="Group 671">
            <a:extLst>
              <a:ext uri="{FF2B5EF4-FFF2-40B4-BE49-F238E27FC236}">
                <a16:creationId xmlns:a16="http://schemas.microsoft.com/office/drawing/2014/main" id="{94A95C6D-2FB4-2B49-B91C-B2AF7B1407C8}"/>
              </a:ext>
            </a:extLst>
          </p:cNvPr>
          <p:cNvGrpSpPr/>
          <p:nvPr/>
        </p:nvGrpSpPr>
        <p:grpSpPr>
          <a:xfrm>
            <a:off x="8589228" y="4447929"/>
            <a:ext cx="423557" cy="423557"/>
            <a:chOff x="2857994" y="3429000"/>
            <a:chExt cx="609600" cy="609600"/>
          </a:xfrm>
        </p:grpSpPr>
        <p:sp>
          <p:nvSpPr>
            <p:cNvPr id="673" name="Rounded Rectangle 672">
              <a:extLst>
                <a:ext uri="{FF2B5EF4-FFF2-40B4-BE49-F238E27FC236}">
                  <a16:creationId xmlns:a16="http://schemas.microsoft.com/office/drawing/2014/main" id="{FCD0DF0F-EF17-C449-87E4-1654784671FC}"/>
                </a:ext>
              </a:extLst>
            </p:cNvPr>
            <p:cNvSpPr/>
            <p:nvPr/>
          </p:nvSpPr>
          <p:spPr>
            <a:xfrm>
              <a:off x="2857994"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4" name="Oval 673">
              <a:extLst>
                <a:ext uri="{FF2B5EF4-FFF2-40B4-BE49-F238E27FC236}">
                  <a16:creationId xmlns:a16="http://schemas.microsoft.com/office/drawing/2014/main" id="{105996C5-F92D-904F-AE45-68BF5BEEF28F}"/>
                </a:ext>
              </a:extLst>
            </p:cNvPr>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5" name="Oval 674">
              <a:extLst>
                <a:ext uri="{FF2B5EF4-FFF2-40B4-BE49-F238E27FC236}">
                  <a16:creationId xmlns:a16="http://schemas.microsoft.com/office/drawing/2014/main" id="{8BA19C9F-7DD2-BF4C-B235-254089ED1694}"/>
                </a:ext>
              </a:extLst>
            </p:cNvPr>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6" name="Oval 675">
              <a:extLst>
                <a:ext uri="{FF2B5EF4-FFF2-40B4-BE49-F238E27FC236}">
                  <a16:creationId xmlns:a16="http://schemas.microsoft.com/office/drawing/2014/main" id="{142051B8-C60C-0345-830C-87A4A4B0B06B}"/>
                </a:ext>
              </a:extLst>
            </p:cNvPr>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77" name="Group 676">
            <a:extLst>
              <a:ext uri="{FF2B5EF4-FFF2-40B4-BE49-F238E27FC236}">
                <a16:creationId xmlns:a16="http://schemas.microsoft.com/office/drawing/2014/main" id="{A89EF369-CDAE-BD46-939E-6B1610D83840}"/>
              </a:ext>
            </a:extLst>
          </p:cNvPr>
          <p:cNvGrpSpPr/>
          <p:nvPr/>
        </p:nvGrpSpPr>
        <p:grpSpPr>
          <a:xfrm>
            <a:off x="8574589" y="4991382"/>
            <a:ext cx="423557" cy="423557"/>
            <a:chOff x="3697186" y="3428010"/>
            <a:chExt cx="609600" cy="609600"/>
          </a:xfrm>
        </p:grpSpPr>
        <p:sp>
          <p:nvSpPr>
            <p:cNvPr id="678" name="Rounded Rectangle 677">
              <a:extLst>
                <a:ext uri="{FF2B5EF4-FFF2-40B4-BE49-F238E27FC236}">
                  <a16:creationId xmlns:a16="http://schemas.microsoft.com/office/drawing/2014/main" id="{0CA1C8B4-E4A4-EC43-BA66-81575965A03B}"/>
                </a:ext>
              </a:extLst>
            </p:cNvPr>
            <p:cNvSpPr/>
            <p:nvPr/>
          </p:nvSpPr>
          <p:spPr>
            <a:xfrm>
              <a:off x="3697186"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9" name="Oval 678">
              <a:extLst>
                <a:ext uri="{FF2B5EF4-FFF2-40B4-BE49-F238E27FC236}">
                  <a16:creationId xmlns:a16="http://schemas.microsoft.com/office/drawing/2014/main" id="{348B925B-E7DB-F84A-93A9-EFDD9E18BFFF}"/>
                </a:ext>
              </a:extLst>
            </p:cNvPr>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0" name="Oval 679">
              <a:extLst>
                <a:ext uri="{FF2B5EF4-FFF2-40B4-BE49-F238E27FC236}">
                  <a16:creationId xmlns:a16="http://schemas.microsoft.com/office/drawing/2014/main" id="{740F6696-3250-174C-A343-69C8EBE1CACF}"/>
                </a:ext>
              </a:extLst>
            </p:cNvPr>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1" name="Oval 680">
              <a:extLst>
                <a:ext uri="{FF2B5EF4-FFF2-40B4-BE49-F238E27FC236}">
                  <a16:creationId xmlns:a16="http://schemas.microsoft.com/office/drawing/2014/main" id="{DC2BCCD0-65B1-3642-B900-8EB08AFAB20A}"/>
                </a:ext>
              </a:extLst>
            </p:cNvPr>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2" name="Oval 681">
              <a:extLst>
                <a:ext uri="{FF2B5EF4-FFF2-40B4-BE49-F238E27FC236}">
                  <a16:creationId xmlns:a16="http://schemas.microsoft.com/office/drawing/2014/main" id="{F9E50FF8-E32A-B94B-AF8B-B1957FC04DA5}"/>
                </a:ext>
              </a:extLst>
            </p:cNvPr>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83" name="Group 682">
            <a:extLst>
              <a:ext uri="{FF2B5EF4-FFF2-40B4-BE49-F238E27FC236}">
                <a16:creationId xmlns:a16="http://schemas.microsoft.com/office/drawing/2014/main" id="{4533B52F-D60F-D04F-B4A4-0ABC7E852C3B}"/>
              </a:ext>
            </a:extLst>
          </p:cNvPr>
          <p:cNvGrpSpPr/>
          <p:nvPr/>
        </p:nvGrpSpPr>
        <p:grpSpPr>
          <a:xfrm>
            <a:off x="8574589" y="5554250"/>
            <a:ext cx="423557" cy="423557"/>
            <a:chOff x="4516583" y="3428010"/>
            <a:chExt cx="609600" cy="609600"/>
          </a:xfrm>
        </p:grpSpPr>
        <p:sp>
          <p:nvSpPr>
            <p:cNvPr id="684" name="Rounded Rectangle 683">
              <a:extLst>
                <a:ext uri="{FF2B5EF4-FFF2-40B4-BE49-F238E27FC236}">
                  <a16:creationId xmlns:a16="http://schemas.microsoft.com/office/drawing/2014/main" id="{7C48D0F7-0769-5B4A-A6FD-BF5063EE2959}"/>
                </a:ext>
              </a:extLst>
            </p:cNvPr>
            <p:cNvSpPr/>
            <p:nvPr/>
          </p:nvSpPr>
          <p:spPr>
            <a:xfrm>
              <a:off x="4516583"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5" name="Oval 684">
              <a:extLst>
                <a:ext uri="{FF2B5EF4-FFF2-40B4-BE49-F238E27FC236}">
                  <a16:creationId xmlns:a16="http://schemas.microsoft.com/office/drawing/2014/main" id="{D8624A95-B3CF-0E47-A5CD-B91456D3CB66}"/>
                </a:ext>
              </a:extLst>
            </p:cNvPr>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6" name="Oval 685">
              <a:extLst>
                <a:ext uri="{FF2B5EF4-FFF2-40B4-BE49-F238E27FC236}">
                  <a16:creationId xmlns:a16="http://schemas.microsoft.com/office/drawing/2014/main" id="{6BFF03D8-CE8C-A448-94AD-AA731D961E6B}"/>
                </a:ext>
              </a:extLst>
            </p:cNvPr>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7" name="Oval 686">
              <a:extLst>
                <a:ext uri="{FF2B5EF4-FFF2-40B4-BE49-F238E27FC236}">
                  <a16:creationId xmlns:a16="http://schemas.microsoft.com/office/drawing/2014/main" id="{118B07BC-1330-D048-B44E-B25752DFA5AF}"/>
                </a:ext>
              </a:extLst>
            </p:cNvPr>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8" name="Oval 687">
              <a:extLst>
                <a:ext uri="{FF2B5EF4-FFF2-40B4-BE49-F238E27FC236}">
                  <a16:creationId xmlns:a16="http://schemas.microsoft.com/office/drawing/2014/main" id="{67B6C29F-CA1C-D24B-8295-3FDF8449390A}"/>
                </a:ext>
              </a:extLst>
            </p:cNvPr>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9" name="Oval 688">
              <a:extLst>
                <a:ext uri="{FF2B5EF4-FFF2-40B4-BE49-F238E27FC236}">
                  <a16:creationId xmlns:a16="http://schemas.microsoft.com/office/drawing/2014/main" id="{0BEF6614-BFBB-1442-9A9D-6483CD7EDE09}"/>
                </a:ext>
              </a:extLst>
            </p:cNvPr>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90" name="Group 689">
            <a:extLst>
              <a:ext uri="{FF2B5EF4-FFF2-40B4-BE49-F238E27FC236}">
                <a16:creationId xmlns:a16="http://schemas.microsoft.com/office/drawing/2014/main" id="{E808C5BB-73BE-7B43-9AA1-239DF7F5DB23}"/>
              </a:ext>
            </a:extLst>
          </p:cNvPr>
          <p:cNvGrpSpPr/>
          <p:nvPr/>
        </p:nvGrpSpPr>
        <p:grpSpPr>
          <a:xfrm>
            <a:off x="8574589" y="6098908"/>
            <a:ext cx="423557" cy="423557"/>
            <a:chOff x="5359334" y="3425040"/>
            <a:chExt cx="609600" cy="609600"/>
          </a:xfrm>
        </p:grpSpPr>
        <p:sp>
          <p:nvSpPr>
            <p:cNvPr id="691" name="Rounded Rectangle 690">
              <a:extLst>
                <a:ext uri="{FF2B5EF4-FFF2-40B4-BE49-F238E27FC236}">
                  <a16:creationId xmlns:a16="http://schemas.microsoft.com/office/drawing/2014/main" id="{600C10B6-4513-3A48-9F96-6B13AF580E82}"/>
                </a:ext>
              </a:extLst>
            </p:cNvPr>
            <p:cNvSpPr/>
            <p:nvPr/>
          </p:nvSpPr>
          <p:spPr>
            <a:xfrm>
              <a:off x="5359334" y="342504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2" name="Oval 691">
              <a:extLst>
                <a:ext uri="{FF2B5EF4-FFF2-40B4-BE49-F238E27FC236}">
                  <a16:creationId xmlns:a16="http://schemas.microsoft.com/office/drawing/2014/main" id="{7D73DBAC-6E09-4547-9401-570BD0E15F21}"/>
                </a:ext>
              </a:extLst>
            </p:cNvPr>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3" name="Oval 692">
              <a:extLst>
                <a:ext uri="{FF2B5EF4-FFF2-40B4-BE49-F238E27FC236}">
                  <a16:creationId xmlns:a16="http://schemas.microsoft.com/office/drawing/2014/main" id="{73BADC42-E894-4548-983B-4208101F8B6E}"/>
                </a:ext>
              </a:extLst>
            </p:cNvPr>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4" name="Oval 693">
              <a:extLst>
                <a:ext uri="{FF2B5EF4-FFF2-40B4-BE49-F238E27FC236}">
                  <a16:creationId xmlns:a16="http://schemas.microsoft.com/office/drawing/2014/main" id="{1F7E4AE3-D574-994C-BFFA-BE295F6D96F6}"/>
                </a:ext>
              </a:extLst>
            </p:cNvPr>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5" name="Oval 694">
              <a:extLst>
                <a:ext uri="{FF2B5EF4-FFF2-40B4-BE49-F238E27FC236}">
                  <a16:creationId xmlns:a16="http://schemas.microsoft.com/office/drawing/2014/main" id="{E3BA5AB4-627E-1D41-A7B8-DFC042027F8F}"/>
                </a:ext>
              </a:extLst>
            </p:cNvPr>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6" name="Oval 695">
              <a:extLst>
                <a:ext uri="{FF2B5EF4-FFF2-40B4-BE49-F238E27FC236}">
                  <a16:creationId xmlns:a16="http://schemas.microsoft.com/office/drawing/2014/main" id="{FDD385A7-5CCE-2A42-8C29-1D10C0B2F0AC}"/>
                </a:ext>
              </a:extLst>
            </p:cNvPr>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7" name="Oval 696">
              <a:extLst>
                <a:ext uri="{FF2B5EF4-FFF2-40B4-BE49-F238E27FC236}">
                  <a16:creationId xmlns:a16="http://schemas.microsoft.com/office/drawing/2014/main" id="{ABF16665-7757-0D41-95CD-44B34220C780}"/>
                </a:ext>
              </a:extLst>
            </p:cNvPr>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98" name="Slide Number Placeholder 3">
            <a:extLst>
              <a:ext uri="{FF2B5EF4-FFF2-40B4-BE49-F238E27FC236}">
                <a16:creationId xmlns:a16="http://schemas.microsoft.com/office/drawing/2014/main" id="{AFF6B686-32C1-ED49-8D2E-1F3F012EB519}"/>
              </a:ext>
            </a:extLst>
          </p:cNvPr>
          <p:cNvSpPr txBox="1">
            <a:spLocks/>
          </p:cNvSpPr>
          <p:nvPr/>
        </p:nvSpPr>
        <p:spPr>
          <a:xfrm>
            <a:off x="9758544" y="6157331"/>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a:pPr/>
              <a:t>9</a:t>
            </a:fld>
            <a:endParaRPr lang="en-US" altLang="zh-TW"/>
          </a:p>
        </p:txBody>
      </p:sp>
      <p:grpSp>
        <p:nvGrpSpPr>
          <p:cNvPr id="699" name="Group 698">
            <a:extLst>
              <a:ext uri="{FF2B5EF4-FFF2-40B4-BE49-F238E27FC236}">
                <a16:creationId xmlns:a16="http://schemas.microsoft.com/office/drawing/2014/main" id="{88727E87-0FA4-FF4D-9176-1752617DDC8A}"/>
              </a:ext>
            </a:extLst>
          </p:cNvPr>
          <p:cNvGrpSpPr/>
          <p:nvPr/>
        </p:nvGrpSpPr>
        <p:grpSpPr>
          <a:xfrm>
            <a:off x="9960804" y="3356828"/>
            <a:ext cx="423557" cy="423557"/>
            <a:chOff x="1219200" y="3429000"/>
            <a:chExt cx="609600" cy="609600"/>
          </a:xfrm>
        </p:grpSpPr>
        <p:sp>
          <p:nvSpPr>
            <p:cNvPr id="700" name="Rounded Rectangle 699">
              <a:extLst>
                <a:ext uri="{FF2B5EF4-FFF2-40B4-BE49-F238E27FC236}">
                  <a16:creationId xmlns:a16="http://schemas.microsoft.com/office/drawing/2014/main" id="{44EAF6EA-5F2B-F845-BD72-FDCCE627AF00}"/>
                </a:ext>
              </a:extLst>
            </p:cNvPr>
            <p:cNvSpPr/>
            <p:nvPr/>
          </p:nvSpPr>
          <p:spPr>
            <a:xfrm>
              <a:off x="1219200"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1" name="Oval 700">
              <a:extLst>
                <a:ext uri="{FF2B5EF4-FFF2-40B4-BE49-F238E27FC236}">
                  <a16:creationId xmlns:a16="http://schemas.microsoft.com/office/drawing/2014/main" id="{953AA8C1-A128-AC40-8CBD-807AB2C78C3E}"/>
                </a:ext>
              </a:extLst>
            </p:cNvPr>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02" name="Group 701">
            <a:extLst>
              <a:ext uri="{FF2B5EF4-FFF2-40B4-BE49-F238E27FC236}">
                <a16:creationId xmlns:a16="http://schemas.microsoft.com/office/drawing/2014/main" id="{4D051DA8-8054-2A43-887B-951CDE65DB93}"/>
              </a:ext>
            </a:extLst>
          </p:cNvPr>
          <p:cNvGrpSpPr/>
          <p:nvPr/>
        </p:nvGrpSpPr>
        <p:grpSpPr>
          <a:xfrm>
            <a:off x="9956849" y="3900281"/>
            <a:ext cx="423557" cy="423557"/>
            <a:chOff x="2038597" y="3429000"/>
            <a:chExt cx="609600" cy="609600"/>
          </a:xfrm>
        </p:grpSpPr>
        <p:sp>
          <p:nvSpPr>
            <p:cNvPr id="703" name="Rounded Rectangle 702">
              <a:extLst>
                <a:ext uri="{FF2B5EF4-FFF2-40B4-BE49-F238E27FC236}">
                  <a16:creationId xmlns:a16="http://schemas.microsoft.com/office/drawing/2014/main" id="{E20E1447-DE7C-9147-A18E-5CCEF905AD02}"/>
                </a:ext>
              </a:extLst>
            </p:cNvPr>
            <p:cNvSpPr/>
            <p:nvPr/>
          </p:nvSpPr>
          <p:spPr>
            <a:xfrm>
              <a:off x="2038597"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4" name="Oval 703">
              <a:extLst>
                <a:ext uri="{FF2B5EF4-FFF2-40B4-BE49-F238E27FC236}">
                  <a16:creationId xmlns:a16="http://schemas.microsoft.com/office/drawing/2014/main" id="{A128ACEF-99A5-EF45-A7F6-2D244F92542B}"/>
                </a:ext>
              </a:extLst>
            </p:cNvPr>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5" name="Oval 704">
              <a:extLst>
                <a:ext uri="{FF2B5EF4-FFF2-40B4-BE49-F238E27FC236}">
                  <a16:creationId xmlns:a16="http://schemas.microsoft.com/office/drawing/2014/main" id="{C977D6EA-D928-1145-970D-DDB2B27BFD99}"/>
                </a:ext>
              </a:extLst>
            </p:cNvPr>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06" name="Group 705">
            <a:extLst>
              <a:ext uri="{FF2B5EF4-FFF2-40B4-BE49-F238E27FC236}">
                <a16:creationId xmlns:a16="http://schemas.microsoft.com/office/drawing/2014/main" id="{73F8FE70-BB7A-3945-ACC9-992D1248D681}"/>
              </a:ext>
            </a:extLst>
          </p:cNvPr>
          <p:cNvGrpSpPr/>
          <p:nvPr/>
        </p:nvGrpSpPr>
        <p:grpSpPr>
          <a:xfrm>
            <a:off x="9960804" y="4443734"/>
            <a:ext cx="423557" cy="423557"/>
            <a:chOff x="2857994" y="3429000"/>
            <a:chExt cx="609600" cy="609600"/>
          </a:xfrm>
        </p:grpSpPr>
        <p:sp>
          <p:nvSpPr>
            <p:cNvPr id="707" name="Rounded Rectangle 706">
              <a:extLst>
                <a:ext uri="{FF2B5EF4-FFF2-40B4-BE49-F238E27FC236}">
                  <a16:creationId xmlns:a16="http://schemas.microsoft.com/office/drawing/2014/main" id="{09DB6457-42A2-084D-AFC8-53A7E31818EB}"/>
                </a:ext>
              </a:extLst>
            </p:cNvPr>
            <p:cNvSpPr/>
            <p:nvPr/>
          </p:nvSpPr>
          <p:spPr>
            <a:xfrm>
              <a:off x="2857994"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8" name="Oval 707">
              <a:extLst>
                <a:ext uri="{FF2B5EF4-FFF2-40B4-BE49-F238E27FC236}">
                  <a16:creationId xmlns:a16="http://schemas.microsoft.com/office/drawing/2014/main" id="{2719A8BA-8418-464C-BB35-492DF271C20A}"/>
                </a:ext>
              </a:extLst>
            </p:cNvPr>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9" name="Oval 708">
              <a:extLst>
                <a:ext uri="{FF2B5EF4-FFF2-40B4-BE49-F238E27FC236}">
                  <a16:creationId xmlns:a16="http://schemas.microsoft.com/office/drawing/2014/main" id="{BDED0E06-3368-3842-8F3A-1E43B536584E}"/>
                </a:ext>
              </a:extLst>
            </p:cNvPr>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0" name="Oval 709">
              <a:extLst>
                <a:ext uri="{FF2B5EF4-FFF2-40B4-BE49-F238E27FC236}">
                  <a16:creationId xmlns:a16="http://schemas.microsoft.com/office/drawing/2014/main" id="{DDA0AB4F-6277-714B-9C0E-02D9B6334B25}"/>
                </a:ext>
              </a:extLst>
            </p:cNvPr>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1" name="Group 710">
            <a:extLst>
              <a:ext uri="{FF2B5EF4-FFF2-40B4-BE49-F238E27FC236}">
                <a16:creationId xmlns:a16="http://schemas.microsoft.com/office/drawing/2014/main" id="{9453D2D9-FAC7-6648-ABB4-5CD021267D3E}"/>
              </a:ext>
            </a:extLst>
          </p:cNvPr>
          <p:cNvGrpSpPr/>
          <p:nvPr/>
        </p:nvGrpSpPr>
        <p:grpSpPr>
          <a:xfrm>
            <a:off x="9946165" y="4987187"/>
            <a:ext cx="423557" cy="423557"/>
            <a:chOff x="3697186" y="3428010"/>
            <a:chExt cx="609600" cy="609600"/>
          </a:xfrm>
        </p:grpSpPr>
        <p:sp>
          <p:nvSpPr>
            <p:cNvPr id="712" name="Rounded Rectangle 711">
              <a:extLst>
                <a:ext uri="{FF2B5EF4-FFF2-40B4-BE49-F238E27FC236}">
                  <a16:creationId xmlns:a16="http://schemas.microsoft.com/office/drawing/2014/main" id="{451A9602-3369-334E-9353-8C8371AA6172}"/>
                </a:ext>
              </a:extLst>
            </p:cNvPr>
            <p:cNvSpPr/>
            <p:nvPr/>
          </p:nvSpPr>
          <p:spPr>
            <a:xfrm>
              <a:off x="3697186"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3" name="Oval 712">
              <a:extLst>
                <a:ext uri="{FF2B5EF4-FFF2-40B4-BE49-F238E27FC236}">
                  <a16:creationId xmlns:a16="http://schemas.microsoft.com/office/drawing/2014/main" id="{7F0A4298-055A-724D-AA69-A721CE84BF95}"/>
                </a:ext>
              </a:extLst>
            </p:cNvPr>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4" name="Oval 713">
              <a:extLst>
                <a:ext uri="{FF2B5EF4-FFF2-40B4-BE49-F238E27FC236}">
                  <a16:creationId xmlns:a16="http://schemas.microsoft.com/office/drawing/2014/main" id="{FE57E2A0-D675-3A41-B688-7364176F8A7D}"/>
                </a:ext>
              </a:extLst>
            </p:cNvPr>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5" name="Oval 714">
              <a:extLst>
                <a:ext uri="{FF2B5EF4-FFF2-40B4-BE49-F238E27FC236}">
                  <a16:creationId xmlns:a16="http://schemas.microsoft.com/office/drawing/2014/main" id="{2512D60E-DB08-DD4A-AAEE-A6487862FA42}"/>
                </a:ext>
              </a:extLst>
            </p:cNvPr>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6" name="Oval 715">
              <a:extLst>
                <a:ext uri="{FF2B5EF4-FFF2-40B4-BE49-F238E27FC236}">
                  <a16:creationId xmlns:a16="http://schemas.microsoft.com/office/drawing/2014/main" id="{249115AD-CECE-254B-B8DF-E18CA609D130}"/>
                </a:ext>
              </a:extLst>
            </p:cNvPr>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7" name="Group 716">
            <a:extLst>
              <a:ext uri="{FF2B5EF4-FFF2-40B4-BE49-F238E27FC236}">
                <a16:creationId xmlns:a16="http://schemas.microsoft.com/office/drawing/2014/main" id="{6B31B741-FC29-B447-B81E-13517F7A8FC9}"/>
              </a:ext>
            </a:extLst>
          </p:cNvPr>
          <p:cNvGrpSpPr/>
          <p:nvPr/>
        </p:nvGrpSpPr>
        <p:grpSpPr>
          <a:xfrm>
            <a:off x="9946165" y="5550055"/>
            <a:ext cx="423557" cy="423557"/>
            <a:chOff x="4516583" y="3428010"/>
            <a:chExt cx="609600" cy="609600"/>
          </a:xfrm>
        </p:grpSpPr>
        <p:sp>
          <p:nvSpPr>
            <p:cNvPr id="718" name="Rounded Rectangle 717">
              <a:extLst>
                <a:ext uri="{FF2B5EF4-FFF2-40B4-BE49-F238E27FC236}">
                  <a16:creationId xmlns:a16="http://schemas.microsoft.com/office/drawing/2014/main" id="{EF1D52F7-E981-9F47-AA1C-B90E91008C6F}"/>
                </a:ext>
              </a:extLst>
            </p:cNvPr>
            <p:cNvSpPr/>
            <p:nvPr/>
          </p:nvSpPr>
          <p:spPr>
            <a:xfrm>
              <a:off x="4516583"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9" name="Oval 718">
              <a:extLst>
                <a:ext uri="{FF2B5EF4-FFF2-40B4-BE49-F238E27FC236}">
                  <a16:creationId xmlns:a16="http://schemas.microsoft.com/office/drawing/2014/main" id="{5479B76C-C67D-2745-BCAD-028A15DB08C6}"/>
                </a:ext>
              </a:extLst>
            </p:cNvPr>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0" name="Oval 719">
              <a:extLst>
                <a:ext uri="{FF2B5EF4-FFF2-40B4-BE49-F238E27FC236}">
                  <a16:creationId xmlns:a16="http://schemas.microsoft.com/office/drawing/2014/main" id="{D0079962-F730-684D-A8F7-AE891DB01EFE}"/>
                </a:ext>
              </a:extLst>
            </p:cNvPr>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1" name="Oval 720">
              <a:extLst>
                <a:ext uri="{FF2B5EF4-FFF2-40B4-BE49-F238E27FC236}">
                  <a16:creationId xmlns:a16="http://schemas.microsoft.com/office/drawing/2014/main" id="{A7507165-83D9-2941-AB88-5A85D5402AA6}"/>
                </a:ext>
              </a:extLst>
            </p:cNvPr>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2" name="Oval 721">
              <a:extLst>
                <a:ext uri="{FF2B5EF4-FFF2-40B4-BE49-F238E27FC236}">
                  <a16:creationId xmlns:a16="http://schemas.microsoft.com/office/drawing/2014/main" id="{4AFF0CCB-1117-DC40-BB8A-C44AF0A760D7}"/>
                </a:ext>
              </a:extLst>
            </p:cNvPr>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3" name="Oval 722">
              <a:extLst>
                <a:ext uri="{FF2B5EF4-FFF2-40B4-BE49-F238E27FC236}">
                  <a16:creationId xmlns:a16="http://schemas.microsoft.com/office/drawing/2014/main" id="{57A7D1DA-9651-8549-9646-46565BA5A77B}"/>
                </a:ext>
              </a:extLst>
            </p:cNvPr>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24" name="Group 723">
            <a:extLst>
              <a:ext uri="{FF2B5EF4-FFF2-40B4-BE49-F238E27FC236}">
                <a16:creationId xmlns:a16="http://schemas.microsoft.com/office/drawing/2014/main" id="{97C155BF-45A9-824E-BDC7-D4EA8C2D1BBF}"/>
              </a:ext>
            </a:extLst>
          </p:cNvPr>
          <p:cNvGrpSpPr/>
          <p:nvPr/>
        </p:nvGrpSpPr>
        <p:grpSpPr>
          <a:xfrm>
            <a:off x="9946165" y="6094713"/>
            <a:ext cx="423557" cy="423557"/>
            <a:chOff x="5359334" y="3425040"/>
            <a:chExt cx="609600" cy="609600"/>
          </a:xfrm>
        </p:grpSpPr>
        <p:sp>
          <p:nvSpPr>
            <p:cNvPr id="725" name="Rounded Rectangle 724">
              <a:extLst>
                <a:ext uri="{FF2B5EF4-FFF2-40B4-BE49-F238E27FC236}">
                  <a16:creationId xmlns:a16="http://schemas.microsoft.com/office/drawing/2014/main" id="{C5D3F9C9-EB1D-C147-B39F-0D8E9579CA49}"/>
                </a:ext>
              </a:extLst>
            </p:cNvPr>
            <p:cNvSpPr/>
            <p:nvPr/>
          </p:nvSpPr>
          <p:spPr>
            <a:xfrm>
              <a:off x="5359334" y="342504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6" name="Oval 725">
              <a:extLst>
                <a:ext uri="{FF2B5EF4-FFF2-40B4-BE49-F238E27FC236}">
                  <a16:creationId xmlns:a16="http://schemas.microsoft.com/office/drawing/2014/main" id="{2D68E344-3BD1-9B4A-B2BA-32F9F0035D62}"/>
                </a:ext>
              </a:extLst>
            </p:cNvPr>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7" name="Oval 726">
              <a:extLst>
                <a:ext uri="{FF2B5EF4-FFF2-40B4-BE49-F238E27FC236}">
                  <a16:creationId xmlns:a16="http://schemas.microsoft.com/office/drawing/2014/main" id="{8B82DB5F-6740-BA45-B470-9A45B74263B1}"/>
                </a:ext>
              </a:extLst>
            </p:cNvPr>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8" name="Oval 727">
              <a:extLst>
                <a:ext uri="{FF2B5EF4-FFF2-40B4-BE49-F238E27FC236}">
                  <a16:creationId xmlns:a16="http://schemas.microsoft.com/office/drawing/2014/main" id="{ACC9AD16-A76C-ED4F-85B9-440D9C9F2AAC}"/>
                </a:ext>
              </a:extLst>
            </p:cNvPr>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9" name="Oval 728">
              <a:extLst>
                <a:ext uri="{FF2B5EF4-FFF2-40B4-BE49-F238E27FC236}">
                  <a16:creationId xmlns:a16="http://schemas.microsoft.com/office/drawing/2014/main" id="{4949D2DB-B8CE-914F-A304-437127DF11F1}"/>
                </a:ext>
              </a:extLst>
            </p:cNvPr>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0" name="Oval 729">
              <a:extLst>
                <a:ext uri="{FF2B5EF4-FFF2-40B4-BE49-F238E27FC236}">
                  <a16:creationId xmlns:a16="http://schemas.microsoft.com/office/drawing/2014/main" id="{97A4DC4E-15D4-A74C-9882-90001A1F2D91}"/>
                </a:ext>
              </a:extLst>
            </p:cNvPr>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1" name="Oval 730">
              <a:extLst>
                <a:ext uri="{FF2B5EF4-FFF2-40B4-BE49-F238E27FC236}">
                  <a16:creationId xmlns:a16="http://schemas.microsoft.com/office/drawing/2014/main" id="{76BE5B6B-8527-8341-AFCD-146CA5A854C5}"/>
                </a:ext>
              </a:extLst>
            </p:cNvPr>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2" name="Group 731">
            <a:extLst>
              <a:ext uri="{FF2B5EF4-FFF2-40B4-BE49-F238E27FC236}">
                <a16:creationId xmlns:a16="http://schemas.microsoft.com/office/drawing/2014/main" id="{2FEBCECC-D0C3-FF4D-9630-0EA655B60B06}"/>
              </a:ext>
            </a:extLst>
          </p:cNvPr>
          <p:cNvGrpSpPr/>
          <p:nvPr/>
        </p:nvGrpSpPr>
        <p:grpSpPr>
          <a:xfrm>
            <a:off x="8003325" y="3897754"/>
            <a:ext cx="423557" cy="423557"/>
            <a:chOff x="4516583" y="3428010"/>
            <a:chExt cx="609600" cy="609600"/>
          </a:xfrm>
        </p:grpSpPr>
        <p:sp>
          <p:nvSpPr>
            <p:cNvPr id="733" name="Rounded Rectangle 732">
              <a:extLst>
                <a:ext uri="{FF2B5EF4-FFF2-40B4-BE49-F238E27FC236}">
                  <a16:creationId xmlns:a16="http://schemas.microsoft.com/office/drawing/2014/main" id="{5D9789A3-6A71-E84A-BB4C-FB8BD510BD37}"/>
                </a:ext>
              </a:extLst>
            </p:cNvPr>
            <p:cNvSpPr/>
            <p:nvPr/>
          </p:nvSpPr>
          <p:spPr>
            <a:xfrm>
              <a:off x="4516583"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4" name="Oval 733">
              <a:extLst>
                <a:ext uri="{FF2B5EF4-FFF2-40B4-BE49-F238E27FC236}">
                  <a16:creationId xmlns:a16="http://schemas.microsoft.com/office/drawing/2014/main" id="{B761EFFC-B5D2-DC40-874D-866352653327}"/>
                </a:ext>
              </a:extLst>
            </p:cNvPr>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5" name="Oval 734">
              <a:extLst>
                <a:ext uri="{FF2B5EF4-FFF2-40B4-BE49-F238E27FC236}">
                  <a16:creationId xmlns:a16="http://schemas.microsoft.com/office/drawing/2014/main" id="{424579EF-C88D-B244-90A7-AD0EEB663005}"/>
                </a:ext>
              </a:extLst>
            </p:cNvPr>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6" name="Oval 735">
              <a:extLst>
                <a:ext uri="{FF2B5EF4-FFF2-40B4-BE49-F238E27FC236}">
                  <a16:creationId xmlns:a16="http://schemas.microsoft.com/office/drawing/2014/main" id="{11F50B6C-2B29-5148-A468-9FAC4D4253C9}"/>
                </a:ext>
              </a:extLst>
            </p:cNvPr>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7" name="Oval 736">
              <a:extLst>
                <a:ext uri="{FF2B5EF4-FFF2-40B4-BE49-F238E27FC236}">
                  <a16:creationId xmlns:a16="http://schemas.microsoft.com/office/drawing/2014/main" id="{13FBDCE8-BCE3-384C-83C7-A632943B8F18}"/>
                </a:ext>
              </a:extLst>
            </p:cNvPr>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8" name="Oval 737">
              <a:extLst>
                <a:ext uri="{FF2B5EF4-FFF2-40B4-BE49-F238E27FC236}">
                  <a16:creationId xmlns:a16="http://schemas.microsoft.com/office/drawing/2014/main" id="{B41486C9-FC85-2D4A-95A1-0A80C818641C}"/>
                </a:ext>
              </a:extLst>
            </p:cNvPr>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9" name="Group 738">
            <a:extLst>
              <a:ext uri="{FF2B5EF4-FFF2-40B4-BE49-F238E27FC236}">
                <a16:creationId xmlns:a16="http://schemas.microsoft.com/office/drawing/2014/main" id="{B4844DCF-DC16-CD44-A1B5-814ADADF4E94}"/>
              </a:ext>
            </a:extLst>
          </p:cNvPr>
          <p:cNvGrpSpPr/>
          <p:nvPr/>
        </p:nvGrpSpPr>
        <p:grpSpPr>
          <a:xfrm>
            <a:off x="8005649" y="4454582"/>
            <a:ext cx="423557" cy="423557"/>
            <a:chOff x="4516583" y="3428010"/>
            <a:chExt cx="609600" cy="609600"/>
          </a:xfrm>
        </p:grpSpPr>
        <p:sp>
          <p:nvSpPr>
            <p:cNvPr id="740" name="Rounded Rectangle 739">
              <a:extLst>
                <a:ext uri="{FF2B5EF4-FFF2-40B4-BE49-F238E27FC236}">
                  <a16:creationId xmlns:a16="http://schemas.microsoft.com/office/drawing/2014/main" id="{A9A6007D-31AB-9348-84B5-69AF34F01C88}"/>
                </a:ext>
              </a:extLst>
            </p:cNvPr>
            <p:cNvSpPr/>
            <p:nvPr/>
          </p:nvSpPr>
          <p:spPr>
            <a:xfrm>
              <a:off x="4516583"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1" name="Oval 740">
              <a:extLst>
                <a:ext uri="{FF2B5EF4-FFF2-40B4-BE49-F238E27FC236}">
                  <a16:creationId xmlns:a16="http://schemas.microsoft.com/office/drawing/2014/main" id="{C0633005-D319-1349-89F9-F40E3353F094}"/>
                </a:ext>
              </a:extLst>
            </p:cNvPr>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2" name="Oval 741">
              <a:extLst>
                <a:ext uri="{FF2B5EF4-FFF2-40B4-BE49-F238E27FC236}">
                  <a16:creationId xmlns:a16="http://schemas.microsoft.com/office/drawing/2014/main" id="{30B05B6E-837D-3B49-8946-886629E1546E}"/>
                </a:ext>
              </a:extLst>
            </p:cNvPr>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3" name="Oval 742">
              <a:extLst>
                <a:ext uri="{FF2B5EF4-FFF2-40B4-BE49-F238E27FC236}">
                  <a16:creationId xmlns:a16="http://schemas.microsoft.com/office/drawing/2014/main" id="{BA434031-4EDE-7F4F-B54D-7FB9D78EF276}"/>
                </a:ext>
              </a:extLst>
            </p:cNvPr>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4" name="Oval 743">
              <a:extLst>
                <a:ext uri="{FF2B5EF4-FFF2-40B4-BE49-F238E27FC236}">
                  <a16:creationId xmlns:a16="http://schemas.microsoft.com/office/drawing/2014/main" id="{0655E5A2-8733-BE46-B74E-39A7CE9CFDBA}"/>
                </a:ext>
              </a:extLst>
            </p:cNvPr>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5" name="Oval 744">
              <a:extLst>
                <a:ext uri="{FF2B5EF4-FFF2-40B4-BE49-F238E27FC236}">
                  <a16:creationId xmlns:a16="http://schemas.microsoft.com/office/drawing/2014/main" id="{F070841C-1F73-5E4E-958C-3BB48DD7E7D6}"/>
                </a:ext>
              </a:extLst>
            </p:cNvPr>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6" name="Group 745">
            <a:extLst>
              <a:ext uri="{FF2B5EF4-FFF2-40B4-BE49-F238E27FC236}">
                <a16:creationId xmlns:a16="http://schemas.microsoft.com/office/drawing/2014/main" id="{9C8966CD-D5C1-7F4E-92CD-2694676CDD31}"/>
              </a:ext>
            </a:extLst>
          </p:cNvPr>
          <p:cNvGrpSpPr/>
          <p:nvPr/>
        </p:nvGrpSpPr>
        <p:grpSpPr>
          <a:xfrm>
            <a:off x="8007973" y="4987660"/>
            <a:ext cx="423557" cy="423557"/>
            <a:chOff x="4516583" y="3428010"/>
            <a:chExt cx="609600" cy="609600"/>
          </a:xfrm>
        </p:grpSpPr>
        <p:sp>
          <p:nvSpPr>
            <p:cNvPr id="747" name="Rounded Rectangle 746">
              <a:extLst>
                <a:ext uri="{FF2B5EF4-FFF2-40B4-BE49-F238E27FC236}">
                  <a16:creationId xmlns:a16="http://schemas.microsoft.com/office/drawing/2014/main" id="{338C00EA-DE25-F048-85E3-78F17D6528CF}"/>
                </a:ext>
              </a:extLst>
            </p:cNvPr>
            <p:cNvSpPr/>
            <p:nvPr/>
          </p:nvSpPr>
          <p:spPr>
            <a:xfrm>
              <a:off x="4516583"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8" name="Oval 747">
              <a:extLst>
                <a:ext uri="{FF2B5EF4-FFF2-40B4-BE49-F238E27FC236}">
                  <a16:creationId xmlns:a16="http://schemas.microsoft.com/office/drawing/2014/main" id="{77F93252-F3CE-6247-A173-BB0718752326}"/>
                </a:ext>
              </a:extLst>
            </p:cNvPr>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9" name="Oval 748">
              <a:extLst>
                <a:ext uri="{FF2B5EF4-FFF2-40B4-BE49-F238E27FC236}">
                  <a16:creationId xmlns:a16="http://schemas.microsoft.com/office/drawing/2014/main" id="{B82DFB0F-3297-F545-96A6-934C206A168C}"/>
                </a:ext>
              </a:extLst>
            </p:cNvPr>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0" name="Oval 749">
              <a:extLst>
                <a:ext uri="{FF2B5EF4-FFF2-40B4-BE49-F238E27FC236}">
                  <a16:creationId xmlns:a16="http://schemas.microsoft.com/office/drawing/2014/main" id="{E50D2979-B130-724F-AED8-D8109CB4C450}"/>
                </a:ext>
              </a:extLst>
            </p:cNvPr>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1" name="Oval 750">
              <a:extLst>
                <a:ext uri="{FF2B5EF4-FFF2-40B4-BE49-F238E27FC236}">
                  <a16:creationId xmlns:a16="http://schemas.microsoft.com/office/drawing/2014/main" id="{457966CF-03CD-0F47-A447-77E775F5B67A}"/>
                </a:ext>
              </a:extLst>
            </p:cNvPr>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2" name="Oval 751">
              <a:extLst>
                <a:ext uri="{FF2B5EF4-FFF2-40B4-BE49-F238E27FC236}">
                  <a16:creationId xmlns:a16="http://schemas.microsoft.com/office/drawing/2014/main" id="{7CED705C-C56D-CA4F-B84C-65A46306573F}"/>
                </a:ext>
              </a:extLst>
            </p:cNvPr>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53" name="Group 752">
            <a:extLst>
              <a:ext uri="{FF2B5EF4-FFF2-40B4-BE49-F238E27FC236}">
                <a16:creationId xmlns:a16="http://schemas.microsoft.com/office/drawing/2014/main" id="{5C788D15-4269-7444-939F-3A37C8FD3014}"/>
              </a:ext>
            </a:extLst>
          </p:cNvPr>
          <p:cNvGrpSpPr/>
          <p:nvPr/>
        </p:nvGrpSpPr>
        <p:grpSpPr>
          <a:xfrm>
            <a:off x="8010297" y="5556363"/>
            <a:ext cx="423557" cy="423557"/>
            <a:chOff x="4516583" y="3428010"/>
            <a:chExt cx="609600" cy="609600"/>
          </a:xfrm>
        </p:grpSpPr>
        <p:sp>
          <p:nvSpPr>
            <p:cNvPr id="754" name="Rounded Rectangle 753">
              <a:extLst>
                <a:ext uri="{FF2B5EF4-FFF2-40B4-BE49-F238E27FC236}">
                  <a16:creationId xmlns:a16="http://schemas.microsoft.com/office/drawing/2014/main" id="{7813C530-2196-624E-A1D6-D368C6619A14}"/>
                </a:ext>
              </a:extLst>
            </p:cNvPr>
            <p:cNvSpPr/>
            <p:nvPr/>
          </p:nvSpPr>
          <p:spPr>
            <a:xfrm>
              <a:off x="4516583"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5" name="Oval 754">
              <a:extLst>
                <a:ext uri="{FF2B5EF4-FFF2-40B4-BE49-F238E27FC236}">
                  <a16:creationId xmlns:a16="http://schemas.microsoft.com/office/drawing/2014/main" id="{D8D9512D-A4C1-6246-96FB-E10401F490A7}"/>
                </a:ext>
              </a:extLst>
            </p:cNvPr>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6" name="Oval 755">
              <a:extLst>
                <a:ext uri="{FF2B5EF4-FFF2-40B4-BE49-F238E27FC236}">
                  <a16:creationId xmlns:a16="http://schemas.microsoft.com/office/drawing/2014/main" id="{E50C49D0-9B91-2148-B045-F1964C9622F3}"/>
                </a:ext>
              </a:extLst>
            </p:cNvPr>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7" name="Oval 756">
              <a:extLst>
                <a:ext uri="{FF2B5EF4-FFF2-40B4-BE49-F238E27FC236}">
                  <a16:creationId xmlns:a16="http://schemas.microsoft.com/office/drawing/2014/main" id="{E00425D8-A9B1-464B-A3F2-B890DA7D66E8}"/>
                </a:ext>
              </a:extLst>
            </p:cNvPr>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8" name="Oval 757">
              <a:extLst>
                <a:ext uri="{FF2B5EF4-FFF2-40B4-BE49-F238E27FC236}">
                  <a16:creationId xmlns:a16="http://schemas.microsoft.com/office/drawing/2014/main" id="{1DF2EBD2-1048-EB41-B511-391B845A729F}"/>
                </a:ext>
              </a:extLst>
            </p:cNvPr>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9" name="Oval 758">
              <a:extLst>
                <a:ext uri="{FF2B5EF4-FFF2-40B4-BE49-F238E27FC236}">
                  <a16:creationId xmlns:a16="http://schemas.microsoft.com/office/drawing/2014/main" id="{025C7F85-BBCA-5E44-8975-B10C363499F0}"/>
                </a:ext>
              </a:extLst>
            </p:cNvPr>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0" name="Group 759">
            <a:extLst>
              <a:ext uri="{FF2B5EF4-FFF2-40B4-BE49-F238E27FC236}">
                <a16:creationId xmlns:a16="http://schemas.microsoft.com/office/drawing/2014/main" id="{9925CAE6-4465-674F-AC86-06D202CC05C1}"/>
              </a:ext>
            </a:extLst>
          </p:cNvPr>
          <p:cNvGrpSpPr/>
          <p:nvPr/>
        </p:nvGrpSpPr>
        <p:grpSpPr>
          <a:xfrm>
            <a:off x="8012621" y="6101316"/>
            <a:ext cx="423557" cy="423557"/>
            <a:chOff x="4516583" y="3428010"/>
            <a:chExt cx="609600" cy="609600"/>
          </a:xfrm>
        </p:grpSpPr>
        <p:sp>
          <p:nvSpPr>
            <p:cNvPr id="761" name="Rounded Rectangle 760">
              <a:extLst>
                <a:ext uri="{FF2B5EF4-FFF2-40B4-BE49-F238E27FC236}">
                  <a16:creationId xmlns:a16="http://schemas.microsoft.com/office/drawing/2014/main" id="{BD6BB720-78BF-F14B-BB88-F382766765E5}"/>
                </a:ext>
              </a:extLst>
            </p:cNvPr>
            <p:cNvSpPr/>
            <p:nvPr/>
          </p:nvSpPr>
          <p:spPr>
            <a:xfrm>
              <a:off x="4516583"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2" name="Oval 761">
              <a:extLst>
                <a:ext uri="{FF2B5EF4-FFF2-40B4-BE49-F238E27FC236}">
                  <a16:creationId xmlns:a16="http://schemas.microsoft.com/office/drawing/2014/main" id="{AA477524-C8B6-9A4C-859C-B5369B62E683}"/>
                </a:ext>
              </a:extLst>
            </p:cNvPr>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3" name="Oval 762">
              <a:extLst>
                <a:ext uri="{FF2B5EF4-FFF2-40B4-BE49-F238E27FC236}">
                  <a16:creationId xmlns:a16="http://schemas.microsoft.com/office/drawing/2014/main" id="{D59123F8-199E-9A4F-83EE-7E7A89B8E6A2}"/>
                </a:ext>
              </a:extLst>
            </p:cNvPr>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4" name="Oval 763">
              <a:extLst>
                <a:ext uri="{FF2B5EF4-FFF2-40B4-BE49-F238E27FC236}">
                  <a16:creationId xmlns:a16="http://schemas.microsoft.com/office/drawing/2014/main" id="{95E31BEF-D12C-464C-8F0E-BF8C94FB469B}"/>
                </a:ext>
              </a:extLst>
            </p:cNvPr>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5" name="Oval 764">
              <a:extLst>
                <a:ext uri="{FF2B5EF4-FFF2-40B4-BE49-F238E27FC236}">
                  <a16:creationId xmlns:a16="http://schemas.microsoft.com/office/drawing/2014/main" id="{E7F57D59-41E5-7846-A61F-99ECAFE1C841}"/>
                </a:ext>
              </a:extLst>
            </p:cNvPr>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6" name="Oval 765">
              <a:extLst>
                <a:ext uri="{FF2B5EF4-FFF2-40B4-BE49-F238E27FC236}">
                  <a16:creationId xmlns:a16="http://schemas.microsoft.com/office/drawing/2014/main" id="{AB280E6A-A992-524F-8403-9628165C96DD}"/>
                </a:ext>
              </a:extLst>
            </p:cNvPr>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7" name="Group 766">
            <a:extLst>
              <a:ext uri="{FF2B5EF4-FFF2-40B4-BE49-F238E27FC236}">
                <a16:creationId xmlns:a16="http://schemas.microsoft.com/office/drawing/2014/main" id="{CA27902B-43DC-8E48-B11B-C8BE4BFAB0BA}"/>
              </a:ext>
            </a:extLst>
          </p:cNvPr>
          <p:cNvGrpSpPr/>
          <p:nvPr/>
        </p:nvGrpSpPr>
        <p:grpSpPr>
          <a:xfrm>
            <a:off x="9377337" y="3898515"/>
            <a:ext cx="423557" cy="423557"/>
            <a:chOff x="5359334" y="3425040"/>
            <a:chExt cx="609600" cy="609600"/>
          </a:xfrm>
        </p:grpSpPr>
        <p:sp>
          <p:nvSpPr>
            <p:cNvPr id="768" name="Rounded Rectangle 767">
              <a:extLst>
                <a:ext uri="{FF2B5EF4-FFF2-40B4-BE49-F238E27FC236}">
                  <a16:creationId xmlns:a16="http://schemas.microsoft.com/office/drawing/2014/main" id="{3328EF0F-8C6D-C44C-881E-57A9A05EA2A2}"/>
                </a:ext>
              </a:extLst>
            </p:cNvPr>
            <p:cNvSpPr/>
            <p:nvPr/>
          </p:nvSpPr>
          <p:spPr>
            <a:xfrm>
              <a:off x="5359334" y="342504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9" name="Oval 768">
              <a:extLst>
                <a:ext uri="{FF2B5EF4-FFF2-40B4-BE49-F238E27FC236}">
                  <a16:creationId xmlns:a16="http://schemas.microsoft.com/office/drawing/2014/main" id="{83457D0C-CF6D-5A40-B3FE-D3569BE2684B}"/>
                </a:ext>
              </a:extLst>
            </p:cNvPr>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0" name="Oval 769">
              <a:extLst>
                <a:ext uri="{FF2B5EF4-FFF2-40B4-BE49-F238E27FC236}">
                  <a16:creationId xmlns:a16="http://schemas.microsoft.com/office/drawing/2014/main" id="{355F2856-B02F-7247-BC64-5DA64DEC18D8}"/>
                </a:ext>
              </a:extLst>
            </p:cNvPr>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1" name="Oval 770">
              <a:extLst>
                <a:ext uri="{FF2B5EF4-FFF2-40B4-BE49-F238E27FC236}">
                  <a16:creationId xmlns:a16="http://schemas.microsoft.com/office/drawing/2014/main" id="{C6934E20-318F-5F4B-9CB6-0B5E096C614D}"/>
                </a:ext>
              </a:extLst>
            </p:cNvPr>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2" name="Oval 771">
              <a:extLst>
                <a:ext uri="{FF2B5EF4-FFF2-40B4-BE49-F238E27FC236}">
                  <a16:creationId xmlns:a16="http://schemas.microsoft.com/office/drawing/2014/main" id="{C2286CB0-D807-4146-89FE-FC57B067D131}"/>
                </a:ext>
              </a:extLst>
            </p:cNvPr>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3" name="Oval 772">
              <a:extLst>
                <a:ext uri="{FF2B5EF4-FFF2-40B4-BE49-F238E27FC236}">
                  <a16:creationId xmlns:a16="http://schemas.microsoft.com/office/drawing/2014/main" id="{E465120A-BF8B-914B-BA61-7D1EAFBFE370}"/>
                </a:ext>
              </a:extLst>
            </p:cNvPr>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4" name="Oval 773">
              <a:extLst>
                <a:ext uri="{FF2B5EF4-FFF2-40B4-BE49-F238E27FC236}">
                  <a16:creationId xmlns:a16="http://schemas.microsoft.com/office/drawing/2014/main" id="{FDFE8621-6B84-E846-9EAD-40CD523D8263}"/>
                </a:ext>
              </a:extLst>
            </p:cNvPr>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5" name="Group 774">
            <a:extLst>
              <a:ext uri="{FF2B5EF4-FFF2-40B4-BE49-F238E27FC236}">
                <a16:creationId xmlns:a16="http://schemas.microsoft.com/office/drawing/2014/main" id="{D31B0DE8-2E44-1C4C-81A3-8EDB19384361}"/>
              </a:ext>
            </a:extLst>
          </p:cNvPr>
          <p:cNvGrpSpPr/>
          <p:nvPr/>
        </p:nvGrpSpPr>
        <p:grpSpPr>
          <a:xfrm>
            <a:off x="9376153" y="4444229"/>
            <a:ext cx="423557" cy="423557"/>
            <a:chOff x="5359334" y="3425040"/>
            <a:chExt cx="609600" cy="609600"/>
          </a:xfrm>
        </p:grpSpPr>
        <p:sp>
          <p:nvSpPr>
            <p:cNvPr id="776" name="Rounded Rectangle 775">
              <a:extLst>
                <a:ext uri="{FF2B5EF4-FFF2-40B4-BE49-F238E27FC236}">
                  <a16:creationId xmlns:a16="http://schemas.microsoft.com/office/drawing/2014/main" id="{F2FFE311-F426-844B-BBBD-BAEB6A5D1644}"/>
                </a:ext>
              </a:extLst>
            </p:cNvPr>
            <p:cNvSpPr/>
            <p:nvPr/>
          </p:nvSpPr>
          <p:spPr>
            <a:xfrm>
              <a:off x="5359334" y="342504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7" name="Oval 776">
              <a:extLst>
                <a:ext uri="{FF2B5EF4-FFF2-40B4-BE49-F238E27FC236}">
                  <a16:creationId xmlns:a16="http://schemas.microsoft.com/office/drawing/2014/main" id="{28D15C21-5130-BE47-B406-D63719BCA610}"/>
                </a:ext>
              </a:extLst>
            </p:cNvPr>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8" name="Oval 777">
              <a:extLst>
                <a:ext uri="{FF2B5EF4-FFF2-40B4-BE49-F238E27FC236}">
                  <a16:creationId xmlns:a16="http://schemas.microsoft.com/office/drawing/2014/main" id="{A06AC1EF-0DEA-F240-9329-758113832877}"/>
                </a:ext>
              </a:extLst>
            </p:cNvPr>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9" name="Oval 778">
              <a:extLst>
                <a:ext uri="{FF2B5EF4-FFF2-40B4-BE49-F238E27FC236}">
                  <a16:creationId xmlns:a16="http://schemas.microsoft.com/office/drawing/2014/main" id="{AB0E2DB9-A7BD-4144-BB77-A630A303D278}"/>
                </a:ext>
              </a:extLst>
            </p:cNvPr>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0" name="Oval 779">
              <a:extLst>
                <a:ext uri="{FF2B5EF4-FFF2-40B4-BE49-F238E27FC236}">
                  <a16:creationId xmlns:a16="http://schemas.microsoft.com/office/drawing/2014/main" id="{A2C08192-710D-C84E-85C9-527056400067}"/>
                </a:ext>
              </a:extLst>
            </p:cNvPr>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1" name="Oval 780">
              <a:extLst>
                <a:ext uri="{FF2B5EF4-FFF2-40B4-BE49-F238E27FC236}">
                  <a16:creationId xmlns:a16="http://schemas.microsoft.com/office/drawing/2014/main" id="{F82E8AE3-19F9-E046-AB34-A5EE73ED0DE0}"/>
                </a:ext>
              </a:extLst>
            </p:cNvPr>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2" name="Oval 781">
              <a:extLst>
                <a:ext uri="{FF2B5EF4-FFF2-40B4-BE49-F238E27FC236}">
                  <a16:creationId xmlns:a16="http://schemas.microsoft.com/office/drawing/2014/main" id="{7F07FC78-A4EE-3A4C-88D5-76344BFCB151}"/>
                </a:ext>
              </a:extLst>
            </p:cNvPr>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83" name="Group 782">
            <a:extLst>
              <a:ext uri="{FF2B5EF4-FFF2-40B4-BE49-F238E27FC236}">
                <a16:creationId xmlns:a16="http://schemas.microsoft.com/office/drawing/2014/main" id="{7493E2E5-C381-C545-9BE6-57CA9D58C7DC}"/>
              </a:ext>
            </a:extLst>
          </p:cNvPr>
          <p:cNvGrpSpPr/>
          <p:nvPr/>
        </p:nvGrpSpPr>
        <p:grpSpPr>
          <a:xfrm>
            <a:off x="9374969" y="4989943"/>
            <a:ext cx="423557" cy="423557"/>
            <a:chOff x="5359334" y="3425040"/>
            <a:chExt cx="609600" cy="609600"/>
          </a:xfrm>
        </p:grpSpPr>
        <p:sp>
          <p:nvSpPr>
            <p:cNvPr id="784" name="Rounded Rectangle 783">
              <a:extLst>
                <a:ext uri="{FF2B5EF4-FFF2-40B4-BE49-F238E27FC236}">
                  <a16:creationId xmlns:a16="http://schemas.microsoft.com/office/drawing/2014/main" id="{58423D52-B4D8-364E-BE58-74F00D7002B2}"/>
                </a:ext>
              </a:extLst>
            </p:cNvPr>
            <p:cNvSpPr/>
            <p:nvPr/>
          </p:nvSpPr>
          <p:spPr>
            <a:xfrm>
              <a:off x="5359334" y="342504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5" name="Oval 784">
              <a:extLst>
                <a:ext uri="{FF2B5EF4-FFF2-40B4-BE49-F238E27FC236}">
                  <a16:creationId xmlns:a16="http://schemas.microsoft.com/office/drawing/2014/main" id="{52770E3E-0274-C04C-AAF2-8EFF852816AC}"/>
                </a:ext>
              </a:extLst>
            </p:cNvPr>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6" name="Oval 785">
              <a:extLst>
                <a:ext uri="{FF2B5EF4-FFF2-40B4-BE49-F238E27FC236}">
                  <a16:creationId xmlns:a16="http://schemas.microsoft.com/office/drawing/2014/main" id="{40B7EDAE-FFB4-C54F-AC90-1134557EC652}"/>
                </a:ext>
              </a:extLst>
            </p:cNvPr>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7" name="Oval 786">
              <a:extLst>
                <a:ext uri="{FF2B5EF4-FFF2-40B4-BE49-F238E27FC236}">
                  <a16:creationId xmlns:a16="http://schemas.microsoft.com/office/drawing/2014/main" id="{220905CB-15C2-D549-8BC1-4572AF02E319}"/>
                </a:ext>
              </a:extLst>
            </p:cNvPr>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8" name="Oval 787">
              <a:extLst>
                <a:ext uri="{FF2B5EF4-FFF2-40B4-BE49-F238E27FC236}">
                  <a16:creationId xmlns:a16="http://schemas.microsoft.com/office/drawing/2014/main" id="{3CFC4168-37C1-3D4A-9984-092C8D9CDFE7}"/>
                </a:ext>
              </a:extLst>
            </p:cNvPr>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9" name="Oval 788">
              <a:extLst>
                <a:ext uri="{FF2B5EF4-FFF2-40B4-BE49-F238E27FC236}">
                  <a16:creationId xmlns:a16="http://schemas.microsoft.com/office/drawing/2014/main" id="{FF113756-43BA-1F48-A54F-CB6428F74F27}"/>
                </a:ext>
              </a:extLst>
            </p:cNvPr>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0" name="Oval 789">
              <a:extLst>
                <a:ext uri="{FF2B5EF4-FFF2-40B4-BE49-F238E27FC236}">
                  <a16:creationId xmlns:a16="http://schemas.microsoft.com/office/drawing/2014/main" id="{B7CDA55B-1883-1B4B-8758-7FCFF1146945}"/>
                </a:ext>
              </a:extLst>
            </p:cNvPr>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91" name="Group 790">
            <a:extLst>
              <a:ext uri="{FF2B5EF4-FFF2-40B4-BE49-F238E27FC236}">
                <a16:creationId xmlns:a16="http://schemas.microsoft.com/office/drawing/2014/main" id="{30C1A95D-0954-1B46-ADB1-90816DFB4824}"/>
              </a:ext>
            </a:extLst>
          </p:cNvPr>
          <p:cNvGrpSpPr/>
          <p:nvPr/>
        </p:nvGrpSpPr>
        <p:grpSpPr>
          <a:xfrm>
            <a:off x="9373785" y="5535657"/>
            <a:ext cx="423557" cy="423557"/>
            <a:chOff x="5359334" y="3425040"/>
            <a:chExt cx="609600" cy="609600"/>
          </a:xfrm>
        </p:grpSpPr>
        <p:sp>
          <p:nvSpPr>
            <p:cNvPr id="792" name="Rounded Rectangle 791">
              <a:extLst>
                <a:ext uri="{FF2B5EF4-FFF2-40B4-BE49-F238E27FC236}">
                  <a16:creationId xmlns:a16="http://schemas.microsoft.com/office/drawing/2014/main" id="{D1E8D3C4-7C2B-864B-8FBC-A32E30CF5F3E}"/>
                </a:ext>
              </a:extLst>
            </p:cNvPr>
            <p:cNvSpPr/>
            <p:nvPr/>
          </p:nvSpPr>
          <p:spPr>
            <a:xfrm>
              <a:off x="5359334" y="342504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3" name="Oval 792">
              <a:extLst>
                <a:ext uri="{FF2B5EF4-FFF2-40B4-BE49-F238E27FC236}">
                  <a16:creationId xmlns:a16="http://schemas.microsoft.com/office/drawing/2014/main" id="{F177E319-5F03-7A46-92BB-584B82E95FEB}"/>
                </a:ext>
              </a:extLst>
            </p:cNvPr>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4" name="Oval 793">
              <a:extLst>
                <a:ext uri="{FF2B5EF4-FFF2-40B4-BE49-F238E27FC236}">
                  <a16:creationId xmlns:a16="http://schemas.microsoft.com/office/drawing/2014/main" id="{81CF1E6B-B02F-9F4A-9084-07B07DB6A3F4}"/>
                </a:ext>
              </a:extLst>
            </p:cNvPr>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5" name="Oval 794">
              <a:extLst>
                <a:ext uri="{FF2B5EF4-FFF2-40B4-BE49-F238E27FC236}">
                  <a16:creationId xmlns:a16="http://schemas.microsoft.com/office/drawing/2014/main" id="{2D4C20F8-FD0C-9F42-A7C4-63C7C38C9118}"/>
                </a:ext>
              </a:extLst>
            </p:cNvPr>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6" name="Oval 795">
              <a:extLst>
                <a:ext uri="{FF2B5EF4-FFF2-40B4-BE49-F238E27FC236}">
                  <a16:creationId xmlns:a16="http://schemas.microsoft.com/office/drawing/2014/main" id="{D14B431A-B5F3-F945-BDE3-E4F21B77987E}"/>
                </a:ext>
              </a:extLst>
            </p:cNvPr>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7" name="Oval 796">
              <a:extLst>
                <a:ext uri="{FF2B5EF4-FFF2-40B4-BE49-F238E27FC236}">
                  <a16:creationId xmlns:a16="http://schemas.microsoft.com/office/drawing/2014/main" id="{561DE4D0-696C-F94D-A484-8332FD253E9A}"/>
                </a:ext>
              </a:extLst>
            </p:cNvPr>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8" name="Oval 797">
              <a:extLst>
                <a:ext uri="{FF2B5EF4-FFF2-40B4-BE49-F238E27FC236}">
                  <a16:creationId xmlns:a16="http://schemas.microsoft.com/office/drawing/2014/main" id="{1A786BDE-3F2E-464A-9C9C-B3B55401C4DB}"/>
                </a:ext>
              </a:extLst>
            </p:cNvPr>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99" name="Group 798">
            <a:extLst>
              <a:ext uri="{FF2B5EF4-FFF2-40B4-BE49-F238E27FC236}">
                <a16:creationId xmlns:a16="http://schemas.microsoft.com/office/drawing/2014/main" id="{02A28B54-A94D-5A40-89C0-3531E974AD6E}"/>
              </a:ext>
            </a:extLst>
          </p:cNvPr>
          <p:cNvGrpSpPr/>
          <p:nvPr/>
        </p:nvGrpSpPr>
        <p:grpSpPr>
          <a:xfrm>
            <a:off x="9372601" y="6081371"/>
            <a:ext cx="423557" cy="423557"/>
            <a:chOff x="5359334" y="3425040"/>
            <a:chExt cx="609600" cy="609600"/>
          </a:xfrm>
        </p:grpSpPr>
        <p:sp>
          <p:nvSpPr>
            <p:cNvPr id="800" name="Rounded Rectangle 799">
              <a:extLst>
                <a:ext uri="{FF2B5EF4-FFF2-40B4-BE49-F238E27FC236}">
                  <a16:creationId xmlns:a16="http://schemas.microsoft.com/office/drawing/2014/main" id="{3E6D3BEF-73E0-5548-A33F-34DD1CDB0CF3}"/>
                </a:ext>
              </a:extLst>
            </p:cNvPr>
            <p:cNvSpPr/>
            <p:nvPr/>
          </p:nvSpPr>
          <p:spPr>
            <a:xfrm>
              <a:off x="5359334" y="342504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1" name="Oval 800">
              <a:extLst>
                <a:ext uri="{FF2B5EF4-FFF2-40B4-BE49-F238E27FC236}">
                  <a16:creationId xmlns:a16="http://schemas.microsoft.com/office/drawing/2014/main" id="{A2B74A41-B7A7-4140-A94F-03BD8D3C39C8}"/>
                </a:ext>
              </a:extLst>
            </p:cNvPr>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2" name="Oval 801">
              <a:extLst>
                <a:ext uri="{FF2B5EF4-FFF2-40B4-BE49-F238E27FC236}">
                  <a16:creationId xmlns:a16="http://schemas.microsoft.com/office/drawing/2014/main" id="{BE21877C-6F83-C246-BE1C-7E63EF35E0DC}"/>
                </a:ext>
              </a:extLst>
            </p:cNvPr>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3" name="Oval 802">
              <a:extLst>
                <a:ext uri="{FF2B5EF4-FFF2-40B4-BE49-F238E27FC236}">
                  <a16:creationId xmlns:a16="http://schemas.microsoft.com/office/drawing/2014/main" id="{27B42042-8D37-4C4A-AB12-D129295116D7}"/>
                </a:ext>
              </a:extLst>
            </p:cNvPr>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4" name="Oval 803">
              <a:extLst>
                <a:ext uri="{FF2B5EF4-FFF2-40B4-BE49-F238E27FC236}">
                  <a16:creationId xmlns:a16="http://schemas.microsoft.com/office/drawing/2014/main" id="{059E0EF7-DA57-E14D-9CE5-45D3DB278093}"/>
                </a:ext>
              </a:extLst>
            </p:cNvPr>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5" name="Oval 804">
              <a:extLst>
                <a:ext uri="{FF2B5EF4-FFF2-40B4-BE49-F238E27FC236}">
                  <a16:creationId xmlns:a16="http://schemas.microsoft.com/office/drawing/2014/main" id="{81D8D7D1-DB33-4C4F-9766-A2647F416E87}"/>
                </a:ext>
              </a:extLst>
            </p:cNvPr>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6" name="Oval 805">
              <a:extLst>
                <a:ext uri="{FF2B5EF4-FFF2-40B4-BE49-F238E27FC236}">
                  <a16:creationId xmlns:a16="http://schemas.microsoft.com/office/drawing/2014/main" id="{4B63FB0E-C830-DF46-B0C0-E82180465097}"/>
                </a:ext>
              </a:extLst>
            </p:cNvPr>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407"/>
                                        </p:tgtEl>
                                      </p:cBhvr>
                                    </p:animEffect>
                                    <p:set>
                                      <p:cBhvr>
                                        <p:cTn id="7" dur="1" fill="hold">
                                          <p:stCondLst>
                                            <p:cond delay="499"/>
                                          </p:stCondLst>
                                        </p:cTn>
                                        <p:tgtEl>
                                          <p:spTgt spid="407"/>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440"/>
                                        </p:tgtEl>
                                      </p:cBhvr>
                                    </p:animEffect>
                                    <p:set>
                                      <p:cBhvr>
                                        <p:cTn id="10" dur="1" fill="hold">
                                          <p:stCondLst>
                                            <p:cond delay="499"/>
                                          </p:stCondLst>
                                        </p:cTn>
                                        <p:tgtEl>
                                          <p:spTgt spid="440"/>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500"/>
                                        <p:tgtEl>
                                          <p:spTgt spid="443"/>
                                        </p:tgtEl>
                                      </p:cBhvr>
                                    </p:animEffect>
                                    <p:set>
                                      <p:cBhvr>
                                        <p:cTn id="13" dur="1" fill="hold">
                                          <p:stCondLst>
                                            <p:cond delay="499"/>
                                          </p:stCondLst>
                                        </p:cTn>
                                        <p:tgtEl>
                                          <p:spTgt spid="443"/>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500"/>
                                        <p:tgtEl>
                                          <p:spTgt spid="447"/>
                                        </p:tgtEl>
                                      </p:cBhvr>
                                    </p:animEffect>
                                    <p:set>
                                      <p:cBhvr>
                                        <p:cTn id="16" dur="1" fill="hold">
                                          <p:stCondLst>
                                            <p:cond delay="499"/>
                                          </p:stCondLst>
                                        </p:cTn>
                                        <p:tgtEl>
                                          <p:spTgt spid="447"/>
                                        </p:tgtEl>
                                        <p:attrNameLst>
                                          <p:attrName>style.visibility</p:attrName>
                                        </p:attrNameLst>
                                      </p:cBhvr>
                                      <p:to>
                                        <p:strVal val="hidden"/>
                                      </p:to>
                                    </p:set>
                                  </p:childTnLst>
                                </p:cTn>
                              </p:par>
                              <p:par>
                                <p:cTn id="17" presetID="10" presetClass="exit" presetSubtype="0" fill="hold" nodeType="withEffect">
                                  <p:stCondLst>
                                    <p:cond delay="0"/>
                                  </p:stCondLst>
                                  <p:childTnLst>
                                    <p:animEffect transition="out" filter="fade">
                                      <p:cBhvr>
                                        <p:cTn id="18" dur="500"/>
                                        <p:tgtEl>
                                          <p:spTgt spid="452"/>
                                        </p:tgtEl>
                                      </p:cBhvr>
                                    </p:animEffect>
                                    <p:set>
                                      <p:cBhvr>
                                        <p:cTn id="19" dur="1" fill="hold">
                                          <p:stCondLst>
                                            <p:cond delay="499"/>
                                          </p:stCondLst>
                                        </p:cTn>
                                        <p:tgtEl>
                                          <p:spTgt spid="452"/>
                                        </p:tgtEl>
                                        <p:attrNameLst>
                                          <p:attrName>style.visibility</p:attrName>
                                        </p:attrNameLst>
                                      </p:cBhvr>
                                      <p:to>
                                        <p:strVal val="hidden"/>
                                      </p:to>
                                    </p:set>
                                  </p:childTnLst>
                                </p:cTn>
                              </p:par>
                              <p:par>
                                <p:cTn id="20" presetID="10" presetClass="exit" presetSubtype="0" fill="hold" nodeType="withEffect">
                                  <p:stCondLst>
                                    <p:cond delay="0"/>
                                  </p:stCondLst>
                                  <p:childTnLst>
                                    <p:animEffect transition="out" filter="fade">
                                      <p:cBhvr>
                                        <p:cTn id="21" dur="500"/>
                                        <p:tgtEl>
                                          <p:spTgt spid="458"/>
                                        </p:tgtEl>
                                      </p:cBhvr>
                                    </p:animEffect>
                                    <p:set>
                                      <p:cBhvr>
                                        <p:cTn id="22" dur="1" fill="hold">
                                          <p:stCondLst>
                                            <p:cond delay="499"/>
                                          </p:stCondLst>
                                        </p:cTn>
                                        <p:tgtEl>
                                          <p:spTgt spid="458"/>
                                        </p:tgtEl>
                                        <p:attrNameLst>
                                          <p:attrName>style.visibility</p:attrName>
                                        </p:attrNameLst>
                                      </p:cBhvr>
                                      <p:to>
                                        <p:strVal val="hidden"/>
                                      </p:to>
                                    </p:set>
                                  </p:childTnLst>
                                </p:cTn>
                              </p:par>
                              <p:par>
                                <p:cTn id="23" presetID="10" presetClass="exit" presetSubtype="0" fill="hold" nodeType="withEffect">
                                  <p:stCondLst>
                                    <p:cond delay="0"/>
                                  </p:stCondLst>
                                  <p:childTnLst>
                                    <p:animEffect transition="out" filter="fade">
                                      <p:cBhvr>
                                        <p:cTn id="24" dur="500"/>
                                        <p:tgtEl>
                                          <p:spTgt spid="465"/>
                                        </p:tgtEl>
                                      </p:cBhvr>
                                    </p:animEffect>
                                    <p:set>
                                      <p:cBhvr>
                                        <p:cTn id="25" dur="1" fill="hold">
                                          <p:stCondLst>
                                            <p:cond delay="499"/>
                                          </p:stCondLst>
                                        </p:cTn>
                                        <p:tgtEl>
                                          <p:spTgt spid="465"/>
                                        </p:tgtEl>
                                        <p:attrNameLst>
                                          <p:attrName>style.visibility</p:attrName>
                                        </p:attrNameLst>
                                      </p:cBhvr>
                                      <p:to>
                                        <p:strVal val="hidden"/>
                                      </p:to>
                                    </p:set>
                                  </p:childTnLst>
                                </p:cTn>
                              </p:par>
                              <p:par>
                                <p:cTn id="26" presetID="10" presetClass="exit" presetSubtype="0" fill="hold" nodeType="withEffect">
                                  <p:stCondLst>
                                    <p:cond delay="0"/>
                                  </p:stCondLst>
                                  <p:childTnLst>
                                    <p:animEffect transition="out" filter="fade">
                                      <p:cBhvr>
                                        <p:cTn id="27" dur="500"/>
                                        <p:tgtEl>
                                          <p:spTgt spid="473"/>
                                        </p:tgtEl>
                                      </p:cBhvr>
                                    </p:animEffect>
                                    <p:set>
                                      <p:cBhvr>
                                        <p:cTn id="28" dur="1" fill="hold">
                                          <p:stCondLst>
                                            <p:cond delay="499"/>
                                          </p:stCondLst>
                                        </p:cTn>
                                        <p:tgtEl>
                                          <p:spTgt spid="473"/>
                                        </p:tgtEl>
                                        <p:attrNameLst>
                                          <p:attrName>style.visibility</p:attrName>
                                        </p:attrNameLst>
                                      </p:cBhvr>
                                      <p:to>
                                        <p:strVal val="hidden"/>
                                      </p:to>
                                    </p:set>
                                  </p:childTnLst>
                                </p:cTn>
                              </p:par>
                              <p:par>
                                <p:cTn id="29" presetID="10" presetClass="exit" presetSubtype="0" fill="hold" nodeType="withEffect">
                                  <p:stCondLst>
                                    <p:cond delay="0"/>
                                  </p:stCondLst>
                                  <p:childTnLst>
                                    <p:animEffect transition="out" filter="fade">
                                      <p:cBhvr>
                                        <p:cTn id="30" dur="500"/>
                                        <p:tgtEl>
                                          <p:spTgt spid="476"/>
                                        </p:tgtEl>
                                      </p:cBhvr>
                                    </p:animEffect>
                                    <p:set>
                                      <p:cBhvr>
                                        <p:cTn id="31" dur="1" fill="hold">
                                          <p:stCondLst>
                                            <p:cond delay="499"/>
                                          </p:stCondLst>
                                        </p:cTn>
                                        <p:tgtEl>
                                          <p:spTgt spid="476"/>
                                        </p:tgtEl>
                                        <p:attrNameLst>
                                          <p:attrName>style.visibility</p:attrName>
                                        </p:attrNameLst>
                                      </p:cBhvr>
                                      <p:to>
                                        <p:strVal val="hidden"/>
                                      </p:to>
                                    </p:set>
                                  </p:childTnLst>
                                </p:cTn>
                              </p:par>
                              <p:par>
                                <p:cTn id="32" presetID="10" presetClass="exit" presetSubtype="0" fill="hold" nodeType="withEffect">
                                  <p:stCondLst>
                                    <p:cond delay="0"/>
                                  </p:stCondLst>
                                  <p:childTnLst>
                                    <p:animEffect transition="out" filter="fade">
                                      <p:cBhvr>
                                        <p:cTn id="33" dur="500"/>
                                        <p:tgtEl>
                                          <p:spTgt spid="479"/>
                                        </p:tgtEl>
                                      </p:cBhvr>
                                    </p:animEffect>
                                    <p:set>
                                      <p:cBhvr>
                                        <p:cTn id="34" dur="1" fill="hold">
                                          <p:stCondLst>
                                            <p:cond delay="499"/>
                                          </p:stCondLst>
                                        </p:cTn>
                                        <p:tgtEl>
                                          <p:spTgt spid="479"/>
                                        </p:tgtEl>
                                        <p:attrNameLst>
                                          <p:attrName>style.visibility</p:attrName>
                                        </p:attrNameLst>
                                      </p:cBhvr>
                                      <p:to>
                                        <p:strVal val="hidden"/>
                                      </p:to>
                                    </p:set>
                                  </p:childTnLst>
                                </p:cTn>
                              </p:par>
                              <p:par>
                                <p:cTn id="35" presetID="10" presetClass="exit" presetSubtype="0" fill="hold" nodeType="withEffect">
                                  <p:stCondLst>
                                    <p:cond delay="0"/>
                                  </p:stCondLst>
                                  <p:childTnLst>
                                    <p:animEffect transition="out" filter="fade">
                                      <p:cBhvr>
                                        <p:cTn id="36" dur="500"/>
                                        <p:tgtEl>
                                          <p:spTgt spid="482"/>
                                        </p:tgtEl>
                                      </p:cBhvr>
                                    </p:animEffect>
                                    <p:set>
                                      <p:cBhvr>
                                        <p:cTn id="37" dur="1" fill="hold">
                                          <p:stCondLst>
                                            <p:cond delay="499"/>
                                          </p:stCondLst>
                                        </p:cTn>
                                        <p:tgtEl>
                                          <p:spTgt spid="482"/>
                                        </p:tgtEl>
                                        <p:attrNameLst>
                                          <p:attrName>style.visibility</p:attrName>
                                        </p:attrNameLst>
                                      </p:cBhvr>
                                      <p:to>
                                        <p:strVal val="hidden"/>
                                      </p:to>
                                    </p:set>
                                  </p:childTnLst>
                                </p:cTn>
                              </p:par>
                              <p:par>
                                <p:cTn id="38" presetID="10" presetClass="exit" presetSubtype="0" fill="hold" nodeType="withEffect">
                                  <p:stCondLst>
                                    <p:cond delay="0"/>
                                  </p:stCondLst>
                                  <p:childTnLst>
                                    <p:animEffect transition="out" filter="fade">
                                      <p:cBhvr>
                                        <p:cTn id="39" dur="500"/>
                                        <p:tgtEl>
                                          <p:spTgt spid="485"/>
                                        </p:tgtEl>
                                      </p:cBhvr>
                                    </p:animEffect>
                                    <p:set>
                                      <p:cBhvr>
                                        <p:cTn id="40" dur="1" fill="hold">
                                          <p:stCondLst>
                                            <p:cond delay="499"/>
                                          </p:stCondLst>
                                        </p:cTn>
                                        <p:tgtEl>
                                          <p:spTgt spid="485"/>
                                        </p:tgtEl>
                                        <p:attrNameLst>
                                          <p:attrName>style.visibility</p:attrName>
                                        </p:attrNameLst>
                                      </p:cBhvr>
                                      <p:to>
                                        <p:strVal val="hidden"/>
                                      </p:to>
                                    </p:set>
                                  </p:childTnLst>
                                </p:cTn>
                              </p:par>
                              <p:par>
                                <p:cTn id="41" presetID="10" presetClass="exit" presetSubtype="0" fill="hold" nodeType="withEffect">
                                  <p:stCondLst>
                                    <p:cond delay="0"/>
                                  </p:stCondLst>
                                  <p:childTnLst>
                                    <p:animEffect transition="out" filter="fade">
                                      <p:cBhvr>
                                        <p:cTn id="42" dur="500"/>
                                        <p:tgtEl>
                                          <p:spTgt spid="414"/>
                                        </p:tgtEl>
                                      </p:cBhvr>
                                    </p:animEffect>
                                    <p:set>
                                      <p:cBhvr>
                                        <p:cTn id="43" dur="1" fill="hold">
                                          <p:stCondLst>
                                            <p:cond delay="499"/>
                                          </p:stCondLst>
                                        </p:cTn>
                                        <p:tgtEl>
                                          <p:spTgt spid="414"/>
                                        </p:tgtEl>
                                        <p:attrNameLst>
                                          <p:attrName>style.visibility</p:attrName>
                                        </p:attrNameLst>
                                      </p:cBhvr>
                                      <p:to>
                                        <p:strVal val="hidden"/>
                                      </p:to>
                                    </p:set>
                                  </p:childTnLst>
                                </p:cTn>
                              </p:par>
                              <p:par>
                                <p:cTn id="44" presetID="10" presetClass="exit" presetSubtype="0" fill="hold" nodeType="withEffect">
                                  <p:stCondLst>
                                    <p:cond delay="0"/>
                                  </p:stCondLst>
                                  <p:childTnLst>
                                    <p:animEffect transition="out" filter="fade">
                                      <p:cBhvr>
                                        <p:cTn id="45" dur="500"/>
                                        <p:tgtEl>
                                          <p:spTgt spid="419"/>
                                        </p:tgtEl>
                                      </p:cBhvr>
                                    </p:animEffect>
                                    <p:set>
                                      <p:cBhvr>
                                        <p:cTn id="46" dur="1" fill="hold">
                                          <p:stCondLst>
                                            <p:cond delay="499"/>
                                          </p:stCondLst>
                                        </p:cTn>
                                        <p:tgtEl>
                                          <p:spTgt spid="419"/>
                                        </p:tgtEl>
                                        <p:attrNameLst>
                                          <p:attrName>style.visibility</p:attrName>
                                        </p:attrNameLst>
                                      </p:cBhvr>
                                      <p:to>
                                        <p:strVal val="hidden"/>
                                      </p:to>
                                    </p:set>
                                  </p:childTnLst>
                                </p:cTn>
                              </p:par>
                              <p:par>
                                <p:cTn id="47" presetID="10" presetClass="exit" presetSubtype="0" fill="hold" nodeType="withEffect">
                                  <p:stCondLst>
                                    <p:cond delay="0"/>
                                  </p:stCondLst>
                                  <p:childTnLst>
                                    <p:animEffect transition="out" filter="fade">
                                      <p:cBhvr>
                                        <p:cTn id="48" dur="500"/>
                                        <p:tgtEl>
                                          <p:spTgt spid="425"/>
                                        </p:tgtEl>
                                      </p:cBhvr>
                                    </p:animEffect>
                                    <p:set>
                                      <p:cBhvr>
                                        <p:cTn id="49" dur="1" fill="hold">
                                          <p:stCondLst>
                                            <p:cond delay="499"/>
                                          </p:stCondLst>
                                        </p:cTn>
                                        <p:tgtEl>
                                          <p:spTgt spid="425"/>
                                        </p:tgtEl>
                                        <p:attrNameLst>
                                          <p:attrName>style.visibility</p:attrName>
                                        </p:attrNameLst>
                                      </p:cBhvr>
                                      <p:to>
                                        <p:strVal val="hidden"/>
                                      </p:to>
                                    </p:set>
                                  </p:childTnLst>
                                </p:cTn>
                              </p:par>
                              <p:par>
                                <p:cTn id="50" presetID="10" presetClass="exit" presetSubtype="0" fill="hold" nodeType="withEffect">
                                  <p:stCondLst>
                                    <p:cond delay="0"/>
                                  </p:stCondLst>
                                  <p:childTnLst>
                                    <p:animEffect transition="out" filter="fade">
                                      <p:cBhvr>
                                        <p:cTn id="51" dur="500"/>
                                        <p:tgtEl>
                                          <p:spTgt spid="432"/>
                                        </p:tgtEl>
                                      </p:cBhvr>
                                    </p:animEffect>
                                    <p:set>
                                      <p:cBhvr>
                                        <p:cTn id="52" dur="1" fill="hold">
                                          <p:stCondLst>
                                            <p:cond delay="499"/>
                                          </p:stCondLst>
                                        </p:cTn>
                                        <p:tgtEl>
                                          <p:spTgt spid="432"/>
                                        </p:tgtEl>
                                        <p:attrNameLst>
                                          <p:attrName>style.visibility</p:attrName>
                                        </p:attrNameLst>
                                      </p:cBhvr>
                                      <p:to>
                                        <p:strVal val="hidden"/>
                                      </p:to>
                                    </p:set>
                                  </p:childTnLst>
                                </p:cTn>
                              </p:par>
                              <p:par>
                                <p:cTn id="53" presetID="10" presetClass="exit" presetSubtype="0" fill="hold" grpId="0" nodeType="withEffect">
                                  <p:stCondLst>
                                    <p:cond delay="0"/>
                                  </p:stCondLst>
                                  <p:childTnLst>
                                    <p:animEffect transition="out" filter="fade">
                                      <p:cBhvr>
                                        <p:cTn id="54" dur="500"/>
                                        <p:tgtEl>
                                          <p:spTgt spid="541"/>
                                        </p:tgtEl>
                                      </p:cBhvr>
                                    </p:animEffect>
                                    <p:set>
                                      <p:cBhvr>
                                        <p:cTn id="55" dur="1" fill="hold">
                                          <p:stCondLst>
                                            <p:cond delay="499"/>
                                          </p:stCondLst>
                                        </p:cTn>
                                        <p:tgtEl>
                                          <p:spTgt spid="541"/>
                                        </p:tgtEl>
                                        <p:attrNameLst>
                                          <p:attrName>style.visibility</p:attrName>
                                        </p:attrNameLst>
                                      </p:cBhvr>
                                      <p:to>
                                        <p:strVal val="hidden"/>
                                      </p:to>
                                    </p:set>
                                  </p:childTnLst>
                                </p:cTn>
                              </p:par>
                              <p:par>
                                <p:cTn id="56" presetID="10" presetClass="exit" presetSubtype="0" fill="hold" nodeType="withEffect">
                                  <p:stCondLst>
                                    <p:cond delay="0"/>
                                  </p:stCondLst>
                                  <p:childTnLst>
                                    <p:animEffect transition="out" filter="fade">
                                      <p:cBhvr>
                                        <p:cTn id="57" dur="500"/>
                                        <p:tgtEl>
                                          <p:spTgt spid="542"/>
                                        </p:tgtEl>
                                      </p:cBhvr>
                                    </p:animEffect>
                                    <p:set>
                                      <p:cBhvr>
                                        <p:cTn id="58" dur="1" fill="hold">
                                          <p:stCondLst>
                                            <p:cond delay="499"/>
                                          </p:stCondLst>
                                        </p:cTn>
                                        <p:tgtEl>
                                          <p:spTgt spid="542"/>
                                        </p:tgtEl>
                                        <p:attrNameLst>
                                          <p:attrName>style.visibility</p:attrName>
                                        </p:attrNameLst>
                                      </p:cBhvr>
                                      <p:to>
                                        <p:strVal val="hidden"/>
                                      </p:to>
                                    </p:set>
                                  </p:childTnLst>
                                </p:cTn>
                              </p:par>
                              <p:par>
                                <p:cTn id="59" presetID="10" presetClass="exit" presetSubtype="0" fill="hold" nodeType="withEffect">
                                  <p:stCondLst>
                                    <p:cond delay="0"/>
                                  </p:stCondLst>
                                  <p:childTnLst>
                                    <p:animEffect transition="out" filter="fade">
                                      <p:cBhvr>
                                        <p:cTn id="60" dur="500"/>
                                        <p:tgtEl>
                                          <p:spTgt spid="545"/>
                                        </p:tgtEl>
                                      </p:cBhvr>
                                    </p:animEffect>
                                    <p:set>
                                      <p:cBhvr>
                                        <p:cTn id="61" dur="1" fill="hold">
                                          <p:stCondLst>
                                            <p:cond delay="499"/>
                                          </p:stCondLst>
                                        </p:cTn>
                                        <p:tgtEl>
                                          <p:spTgt spid="545"/>
                                        </p:tgtEl>
                                        <p:attrNameLst>
                                          <p:attrName>style.visibility</p:attrName>
                                        </p:attrNameLst>
                                      </p:cBhvr>
                                      <p:to>
                                        <p:strVal val="hidden"/>
                                      </p:to>
                                    </p:set>
                                  </p:childTnLst>
                                </p:cTn>
                              </p:par>
                              <p:par>
                                <p:cTn id="62" presetID="10" presetClass="exit" presetSubtype="0" fill="hold" nodeType="withEffect">
                                  <p:stCondLst>
                                    <p:cond delay="0"/>
                                  </p:stCondLst>
                                  <p:childTnLst>
                                    <p:animEffect transition="out" filter="fade">
                                      <p:cBhvr>
                                        <p:cTn id="63" dur="500"/>
                                        <p:tgtEl>
                                          <p:spTgt spid="549"/>
                                        </p:tgtEl>
                                      </p:cBhvr>
                                    </p:animEffect>
                                    <p:set>
                                      <p:cBhvr>
                                        <p:cTn id="64" dur="1" fill="hold">
                                          <p:stCondLst>
                                            <p:cond delay="499"/>
                                          </p:stCondLst>
                                        </p:cTn>
                                        <p:tgtEl>
                                          <p:spTgt spid="549"/>
                                        </p:tgtEl>
                                        <p:attrNameLst>
                                          <p:attrName>style.visibility</p:attrName>
                                        </p:attrNameLst>
                                      </p:cBhvr>
                                      <p:to>
                                        <p:strVal val="hidden"/>
                                      </p:to>
                                    </p:set>
                                  </p:childTnLst>
                                </p:cTn>
                              </p:par>
                              <p:par>
                                <p:cTn id="65" presetID="10" presetClass="exit" presetSubtype="0" fill="hold" nodeType="withEffect">
                                  <p:stCondLst>
                                    <p:cond delay="0"/>
                                  </p:stCondLst>
                                  <p:childTnLst>
                                    <p:animEffect transition="out" filter="fade">
                                      <p:cBhvr>
                                        <p:cTn id="66" dur="500"/>
                                        <p:tgtEl>
                                          <p:spTgt spid="554"/>
                                        </p:tgtEl>
                                      </p:cBhvr>
                                    </p:animEffect>
                                    <p:set>
                                      <p:cBhvr>
                                        <p:cTn id="67" dur="1" fill="hold">
                                          <p:stCondLst>
                                            <p:cond delay="499"/>
                                          </p:stCondLst>
                                        </p:cTn>
                                        <p:tgtEl>
                                          <p:spTgt spid="554"/>
                                        </p:tgtEl>
                                        <p:attrNameLst>
                                          <p:attrName>style.visibility</p:attrName>
                                        </p:attrNameLst>
                                      </p:cBhvr>
                                      <p:to>
                                        <p:strVal val="hidden"/>
                                      </p:to>
                                    </p:set>
                                  </p:childTnLst>
                                </p:cTn>
                              </p:par>
                              <p:par>
                                <p:cTn id="68" presetID="10" presetClass="exit" presetSubtype="0" fill="hold" nodeType="withEffect">
                                  <p:stCondLst>
                                    <p:cond delay="0"/>
                                  </p:stCondLst>
                                  <p:childTnLst>
                                    <p:animEffect transition="out" filter="fade">
                                      <p:cBhvr>
                                        <p:cTn id="69" dur="500"/>
                                        <p:tgtEl>
                                          <p:spTgt spid="560"/>
                                        </p:tgtEl>
                                      </p:cBhvr>
                                    </p:animEffect>
                                    <p:set>
                                      <p:cBhvr>
                                        <p:cTn id="70" dur="1" fill="hold">
                                          <p:stCondLst>
                                            <p:cond delay="499"/>
                                          </p:stCondLst>
                                        </p:cTn>
                                        <p:tgtEl>
                                          <p:spTgt spid="560"/>
                                        </p:tgtEl>
                                        <p:attrNameLst>
                                          <p:attrName>style.visibility</p:attrName>
                                        </p:attrNameLst>
                                      </p:cBhvr>
                                      <p:to>
                                        <p:strVal val="hidden"/>
                                      </p:to>
                                    </p:set>
                                  </p:childTnLst>
                                </p:cTn>
                              </p:par>
                              <p:par>
                                <p:cTn id="71" presetID="10" presetClass="exit" presetSubtype="0" fill="hold" nodeType="withEffect">
                                  <p:stCondLst>
                                    <p:cond delay="0"/>
                                  </p:stCondLst>
                                  <p:childTnLst>
                                    <p:animEffect transition="out" filter="fade">
                                      <p:cBhvr>
                                        <p:cTn id="72" dur="500"/>
                                        <p:tgtEl>
                                          <p:spTgt spid="567"/>
                                        </p:tgtEl>
                                      </p:cBhvr>
                                    </p:animEffect>
                                    <p:set>
                                      <p:cBhvr>
                                        <p:cTn id="73" dur="1" fill="hold">
                                          <p:stCondLst>
                                            <p:cond delay="499"/>
                                          </p:stCondLst>
                                        </p:cTn>
                                        <p:tgtEl>
                                          <p:spTgt spid="567"/>
                                        </p:tgtEl>
                                        <p:attrNameLst>
                                          <p:attrName>style.visibility</p:attrName>
                                        </p:attrNameLst>
                                      </p:cBhvr>
                                      <p:to>
                                        <p:strVal val="hidden"/>
                                      </p:to>
                                    </p:set>
                                  </p:childTnLst>
                                </p:cTn>
                              </p:par>
                              <p:par>
                                <p:cTn id="74" presetID="10" presetClass="exit" presetSubtype="0" fill="hold" nodeType="withEffect">
                                  <p:stCondLst>
                                    <p:cond delay="0"/>
                                  </p:stCondLst>
                                  <p:childTnLst>
                                    <p:animEffect transition="out" filter="fade">
                                      <p:cBhvr>
                                        <p:cTn id="75" dur="500"/>
                                        <p:tgtEl>
                                          <p:spTgt spid="575"/>
                                        </p:tgtEl>
                                      </p:cBhvr>
                                    </p:animEffect>
                                    <p:set>
                                      <p:cBhvr>
                                        <p:cTn id="76" dur="1" fill="hold">
                                          <p:stCondLst>
                                            <p:cond delay="499"/>
                                          </p:stCondLst>
                                        </p:cTn>
                                        <p:tgtEl>
                                          <p:spTgt spid="575"/>
                                        </p:tgtEl>
                                        <p:attrNameLst>
                                          <p:attrName>style.visibility</p:attrName>
                                        </p:attrNameLst>
                                      </p:cBhvr>
                                      <p:to>
                                        <p:strVal val="hidden"/>
                                      </p:to>
                                    </p:set>
                                  </p:childTnLst>
                                </p:cTn>
                              </p:par>
                              <p:par>
                                <p:cTn id="77" presetID="10" presetClass="exit" presetSubtype="0" fill="hold" nodeType="withEffect">
                                  <p:stCondLst>
                                    <p:cond delay="0"/>
                                  </p:stCondLst>
                                  <p:childTnLst>
                                    <p:animEffect transition="out" filter="fade">
                                      <p:cBhvr>
                                        <p:cTn id="78" dur="500"/>
                                        <p:tgtEl>
                                          <p:spTgt spid="580"/>
                                        </p:tgtEl>
                                      </p:cBhvr>
                                    </p:animEffect>
                                    <p:set>
                                      <p:cBhvr>
                                        <p:cTn id="79" dur="1" fill="hold">
                                          <p:stCondLst>
                                            <p:cond delay="499"/>
                                          </p:stCondLst>
                                        </p:cTn>
                                        <p:tgtEl>
                                          <p:spTgt spid="580"/>
                                        </p:tgtEl>
                                        <p:attrNameLst>
                                          <p:attrName>style.visibility</p:attrName>
                                        </p:attrNameLst>
                                      </p:cBhvr>
                                      <p:to>
                                        <p:strVal val="hidden"/>
                                      </p:to>
                                    </p:set>
                                  </p:childTnLst>
                                </p:cTn>
                              </p:par>
                              <p:par>
                                <p:cTn id="80" presetID="10" presetClass="exit" presetSubtype="0" fill="hold" nodeType="withEffect">
                                  <p:stCondLst>
                                    <p:cond delay="0"/>
                                  </p:stCondLst>
                                  <p:childTnLst>
                                    <p:animEffect transition="out" filter="fade">
                                      <p:cBhvr>
                                        <p:cTn id="81" dur="500"/>
                                        <p:tgtEl>
                                          <p:spTgt spid="585"/>
                                        </p:tgtEl>
                                      </p:cBhvr>
                                    </p:animEffect>
                                    <p:set>
                                      <p:cBhvr>
                                        <p:cTn id="82" dur="1" fill="hold">
                                          <p:stCondLst>
                                            <p:cond delay="499"/>
                                          </p:stCondLst>
                                        </p:cTn>
                                        <p:tgtEl>
                                          <p:spTgt spid="585"/>
                                        </p:tgtEl>
                                        <p:attrNameLst>
                                          <p:attrName>style.visibility</p:attrName>
                                        </p:attrNameLst>
                                      </p:cBhvr>
                                      <p:to>
                                        <p:strVal val="hidden"/>
                                      </p:to>
                                    </p:set>
                                  </p:childTnLst>
                                </p:cTn>
                              </p:par>
                              <p:par>
                                <p:cTn id="83" presetID="10" presetClass="exit" presetSubtype="0" fill="hold" nodeType="withEffect">
                                  <p:stCondLst>
                                    <p:cond delay="0"/>
                                  </p:stCondLst>
                                  <p:childTnLst>
                                    <p:animEffect transition="out" filter="fade">
                                      <p:cBhvr>
                                        <p:cTn id="84" dur="500"/>
                                        <p:tgtEl>
                                          <p:spTgt spid="590"/>
                                        </p:tgtEl>
                                      </p:cBhvr>
                                    </p:animEffect>
                                    <p:set>
                                      <p:cBhvr>
                                        <p:cTn id="85" dur="1" fill="hold">
                                          <p:stCondLst>
                                            <p:cond delay="499"/>
                                          </p:stCondLst>
                                        </p:cTn>
                                        <p:tgtEl>
                                          <p:spTgt spid="590"/>
                                        </p:tgtEl>
                                        <p:attrNameLst>
                                          <p:attrName>style.visibility</p:attrName>
                                        </p:attrNameLst>
                                      </p:cBhvr>
                                      <p:to>
                                        <p:strVal val="hidden"/>
                                      </p:to>
                                    </p:set>
                                  </p:childTnLst>
                                </p:cTn>
                              </p:par>
                              <p:par>
                                <p:cTn id="86" presetID="10" presetClass="exit" presetSubtype="0" fill="hold" nodeType="withEffect">
                                  <p:stCondLst>
                                    <p:cond delay="0"/>
                                  </p:stCondLst>
                                  <p:childTnLst>
                                    <p:animEffect transition="out" filter="fade">
                                      <p:cBhvr>
                                        <p:cTn id="87" dur="500"/>
                                        <p:tgtEl>
                                          <p:spTgt spid="595"/>
                                        </p:tgtEl>
                                      </p:cBhvr>
                                    </p:animEffect>
                                    <p:set>
                                      <p:cBhvr>
                                        <p:cTn id="88" dur="1" fill="hold">
                                          <p:stCondLst>
                                            <p:cond delay="499"/>
                                          </p:stCondLst>
                                        </p:cTn>
                                        <p:tgtEl>
                                          <p:spTgt spid="595"/>
                                        </p:tgtEl>
                                        <p:attrNameLst>
                                          <p:attrName>style.visibility</p:attrName>
                                        </p:attrNameLst>
                                      </p:cBhvr>
                                      <p:to>
                                        <p:strVal val="hidden"/>
                                      </p:to>
                                    </p:set>
                                  </p:childTnLst>
                                </p:cTn>
                              </p:par>
                              <p:par>
                                <p:cTn id="89" presetID="10" presetClass="exit" presetSubtype="0" fill="hold" grpId="0" nodeType="withEffect">
                                  <p:stCondLst>
                                    <p:cond delay="0"/>
                                  </p:stCondLst>
                                  <p:childTnLst>
                                    <p:animEffect transition="out" filter="fade">
                                      <p:cBhvr>
                                        <p:cTn id="90" dur="500"/>
                                        <p:tgtEl>
                                          <p:spTgt spid="600"/>
                                        </p:tgtEl>
                                      </p:cBhvr>
                                    </p:animEffect>
                                    <p:set>
                                      <p:cBhvr>
                                        <p:cTn id="91" dur="1" fill="hold">
                                          <p:stCondLst>
                                            <p:cond delay="499"/>
                                          </p:stCondLst>
                                        </p:cTn>
                                        <p:tgtEl>
                                          <p:spTgt spid="600"/>
                                        </p:tgtEl>
                                        <p:attrNameLst>
                                          <p:attrName>style.visibility</p:attrName>
                                        </p:attrNameLst>
                                      </p:cBhvr>
                                      <p:to>
                                        <p:strVal val="hidden"/>
                                      </p:to>
                                    </p:set>
                                  </p:childTnLst>
                                </p:cTn>
                              </p:par>
                              <p:par>
                                <p:cTn id="92" presetID="10" presetClass="exit" presetSubtype="0" fill="hold" nodeType="withEffect">
                                  <p:stCondLst>
                                    <p:cond delay="0"/>
                                  </p:stCondLst>
                                  <p:childTnLst>
                                    <p:animEffect transition="out" filter="fade">
                                      <p:cBhvr>
                                        <p:cTn id="93" dur="500"/>
                                        <p:tgtEl>
                                          <p:spTgt spid="601"/>
                                        </p:tgtEl>
                                      </p:cBhvr>
                                    </p:animEffect>
                                    <p:set>
                                      <p:cBhvr>
                                        <p:cTn id="94" dur="1" fill="hold">
                                          <p:stCondLst>
                                            <p:cond delay="499"/>
                                          </p:stCondLst>
                                        </p:cTn>
                                        <p:tgtEl>
                                          <p:spTgt spid="601"/>
                                        </p:tgtEl>
                                        <p:attrNameLst>
                                          <p:attrName>style.visibility</p:attrName>
                                        </p:attrNameLst>
                                      </p:cBhvr>
                                      <p:to>
                                        <p:strVal val="hidden"/>
                                      </p:to>
                                    </p:set>
                                  </p:childTnLst>
                                </p:cTn>
                              </p:par>
                              <p:par>
                                <p:cTn id="95" presetID="10" presetClass="exit" presetSubtype="0" fill="hold" nodeType="withEffect">
                                  <p:stCondLst>
                                    <p:cond delay="0"/>
                                  </p:stCondLst>
                                  <p:childTnLst>
                                    <p:animEffect transition="out" filter="fade">
                                      <p:cBhvr>
                                        <p:cTn id="96" dur="500"/>
                                        <p:tgtEl>
                                          <p:spTgt spid="604"/>
                                        </p:tgtEl>
                                      </p:cBhvr>
                                    </p:animEffect>
                                    <p:set>
                                      <p:cBhvr>
                                        <p:cTn id="97" dur="1" fill="hold">
                                          <p:stCondLst>
                                            <p:cond delay="499"/>
                                          </p:stCondLst>
                                        </p:cTn>
                                        <p:tgtEl>
                                          <p:spTgt spid="604"/>
                                        </p:tgtEl>
                                        <p:attrNameLst>
                                          <p:attrName>style.visibility</p:attrName>
                                        </p:attrNameLst>
                                      </p:cBhvr>
                                      <p:to>
                                        <p:strVal val="hidden"/>
                                      </p:to>
                                    </p:set>
                                  </p:childTnLst>
                                </p:cTn>
                              </p:par>
                              <p:par>
                                <p:cTn id="98" presetID="10" presetClass="exit" presetSubtype="0" fill="hold" nodeType="withEffect">
                                  <p:stCondLst>
                                    <p:cond delay="0"/>
                                  </p:stCondLst>
                                  <p:childTnLst>
                                    <p:animEffect transition="out" filter="fade">
                                      <p:cBhvr>
                                        <p:cTn id="99" dur="500"/>
                                        <p:tgtEl>
                                          <p:spTgt spid="608"/>
                                        </p:tgtEl>
                                      </p:cBhvr>
                                    </p:animEffect>
                                    <p:set>
                                      <p:cBhvr>
                                        <p:cTn id="100" dur="1" fill="hold">
                                          <p:stCondLst>
                                            <p:cond delay="499"/>
                                          </p:stCondLst>
                                        </p:cTn>
                                        <p:tgtEl>
                                          <p:spTgt spid="608"/>
                                        </p:tgtEl>
                                        <p:attrNameLst>
                                          <p:attrName>style.visibility</p:attrName>
                                        </p:attrNameLst>
                                      </p:cBhvr>
                                      <p:to>
                                        <p:strVal val="hidden"/>
                                      </p:to>
                                    </p:set>
                                  </p:childTnLst>
                                </p:cTn>
                              </p:par>
                              <p:par>
                                <p:cTn id="101" presetID="10" presetClass="exit" presetSubtype="0" fill="hold" nodeType="withEffect">
                                  <p:stCondLst>
                                    <p:cond delay="0"/>
                                  </p:stCondLst>
                                  <p:childTnLst>
                                    <p:animEffect transition="out" filter="fade">
                                      <p:cBhvr>
                                        <p:cTn id="102" dur="500"/>
                                        <p:tgtEl>
                                          <p:spTgt spid="613"/>
                                        </p:tgtEl>
                                      </p:cBhvr>
                                    </p:animEffect>
                                    <p:set>
                                      <p:cBhvr>
                                        <p:cTn id="103" dur="1" fill="hold">
                                          <p:stCondLst>
                                            <p:cond delay="499"/>
                                          </p:stCondLst>
                                        </p:cTn>
                                        <p:tgtEl>
                                          <p:spTgt spid="613"/>
                                        </p:tgtEl>
                                        <p:attrNameLst>
                                          <p:attrName>style.visibility</p:attrName>
                                        </p:attrNameLst>
                                      </p:cBhvr>
                                      <p:to>
                                        <p:strVal val="hidden"/>
                                      </p:to>
                                    </p:set>
                                  </p:childTnLst>
                                </p:cTn>
                              </p:par>
                              <p:par>
                                <p:cTn id="104" presetID="10" presetClass="exit" presetSubtype="0" fill="hold" nodeType="withEffect">
                                  <p:stCondLst>
                                    <p:cond delay="0"/>
                                  </p:stCondLst>
                                  <p:childTnLst>
                                    <p:animEffect transition="out" filter="fade">
                                      <p:cBhvr>
                                        <p:cTn id="105" dur="500"/>
                                        <p:tgtEl>
                                          <p:spTgt spid="619"/>
                                        </p:tgtEl>
                                      </p:cBhvr>
                                    </p:animEffect>
                                    <p:set>
                                      <p:cBhvr>
                                        <p:cTn id="106" dur="1" fill="hold">
                                          <p:stCondLst>
                                            <p:cond delay="499"/>
                                          </p:stCondLst>
                                        </p:cTn>
                                        <p:tgtEl>
                                          <p:spTgt spid="619"/>
                                        </p:tgtEl>
                                        <p:attrNameLst>
                                          <p:attrName>style.visibility</p:attrName>
                                        </p:attrNameLst>
                                      </p:cBhvr>
                                      <p:to>
                                        <p:strVal val="hidden"/>
                                      </p:to>
                                    </p:set>
                                  </p:childTnLst>
                                </p:cTn>
                              </p:par>
                              <p:par>
                                <p:cTn id="107" presetID="10" presetClass="exit" presetSubtype="0" fill="hold" nodeType="withEffect">
                                  <p:stCondLst>
                                    <p:cond delay="0"/>
                                  </p:stCondLst>
                                  <p:childTnLst>
                                    <p:animEffect transition="out" filter="fade">
                                      <p:cBhvr>
                                        <p:cTn id="108" dur="500"/>
                                        <p:tgtEl>
                                          <p:spTgt spid="626"/>
                                        </p:tgtEl>
                                      </p:cBhvr>
                                    </p:animEffect>
                                    <p:set>
                                      <p:cBhvr>
                                        <p:cTn id="109" dur="1" fill="hold">
                                          <p:stCondLst>
                                            <p:cond delay="499"/>
                                          </p:stCondLst>
                                        </p:cTn>
                                        <p:tgtEl>
                                          <p:spTgt spid="626"/>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634"/>
                                        </p:tgtEl>
                                      </p:cBhvr>
                                    </p:animEffect>
                                    <p:set>
                                      <p:cBhvr>
                                        <p:cTn id="112" dur="1" fill="hold">
                                          <p:stCondLst>
                                            <p:cond delay="499"/>
                                          </p:stCondLst>
                                        </p:cTn>
                                        <p:tgtEl>
                                          <p:spTgt spid="634"/>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640"/>
                                        </p:tgtEl>
                                      </p:cBhvr>
                                    </p:animEffect>
                                    <p:set>
                                      <p:cBhvr>
                                        <p:cTn id="115" dur="1" fill="hold">
                                          <p:stCondLst>
                                            <p:cond delay="499"/>
                                          </p:stCondLst>
                                        </p:cTn>
                                        <p:tgtEl>
                                          <p:spTgt spid="640"/>
                                        </p:tgtEl>
                                        <p:attrNameLst>
                                          <p:attrName>style.visibility</p:attrName>
                                        </p:attrNameLst>
                                      </p:cBhvr>
                                      <p:to>
                                        <p:strVal val="hidden"/>
                                      </p:to>
                                    </p:set>
                                  </p:childTnLst>
                                </p:cTn>
                              </p:par>
                              <p:par>
                                <p:cTn id="116" presetID="10" presetClass="exit" presetSubtype="0" fill="hold" nodeType="withEffect">
                                  <p:stCondLst>
                                    <p:cond delay="0"/>
                                  </p:stCondLst>
                                  <p:childTnLst>
                                    <p:animEffect transition="out" filter="fade">
                                      <p:cBhvr>
                                        <p:cTn id="117" dur="500"/>
                                        <p:tgtEl>
                                          <p:spTgt spid="646"/>
                                        </p:tgtEl>
                                      </p:cBhvr>
                                    </p:animEffect>
                                    <p:set>
                                      <p:cBhvr>
                                        <p:cTn id="118" dur="1" fill="hold">
                                          <p:stCondLst>
                                            <p:cond delay="499"/>
                                          </p:stCondLst>
                                        </p:cTn>
                                        <p:tgtEl>
                                          <p:spTgt spid="646"/>
                                        </p:tgtEl>
                                        <p:attrNameLst>
                                          <p:attrName>style.visibility</p:attrName>
                                        </p:attrNameLst>
                                      </p:cBhvr>
                                      <p:to>
                                        <p:strVal val="hidden"/>
                                      </p:to>
                                    </p:set>
                                  </p:childTnLst>
                                </p:cTn>
                              </p:par>
                              <p:par>
                                <p:cTn id="119" presetID="10" presetClass="exit" presetSubtype="0" fill="hold" nodeType="withEffect">
                                  <p:stCondLst>
                                    <p:cond delay="0"/>
                                  </p:stCondLst>
                                  <p:childTnLst>
                                    <p:animEffect transition="out" filter="fade">
                                      <p:cBhvr>
                                        <p:cTn id="120" dur="500"/>
                                        <p:tgtEl>
                                          <p:spTgt spid="652"/>
                                        </p:tgtEl>
                                      </p:cBhvr>
                                    </p:animEffect>
                                    <p:set>
                                      <p:cBhvr>
                                        <p:cTn id="121" dur="1" fill="hold">
                                          <p:stCondLst>
                                            <p:cond delay="499"/>
                                          </p:stCondLst>
                                        </p:cTn>
                                        <p:tgtEl>
                                          <p:spTgt spid="652"/>
                                        </p:tgtEl>
                                        <p:attrNameLst>
                                          <p:attrName>style.visibility</p:attrName>
                                        </p:attrNameLst>
                                      </p:cBhvr>
                                      <p:to>
                                        <p:strVal val="hidden"/>
                                      </p:to>
                                    </p:set>
                                  </p:childTnLst>
                                </p:cTn>
                              </p:par>
                              <p:par>
                                <p:cTn id="122" presetID="10" presetClass="exit" presetSubtype="0" fill="hold" nodeType="withEffect">
                                  <p:stCondLst>
                                    <p:cond delay="0"/>
                                  </p:stCondLst>
                                  <p:childTnLst>
                                    <p:animEffect transition="out" filter="fade">
                                      <p:cBhvr>
                                        <p:cTn id="123" dur="500"/>
                                        <p:tgtEl>
                                          <p:spTgt spid="658"/>
                                        </p:tgtEl>
                                      </p:cBhvr>
                                    </p:animEffect>
                                    <p:set>
                                      <p:cBhvr>
                                        <p:cTn id="124" dur="1" fill="hold">
                                          <p:stCondLst>
                                            <p:cond delay="499"/>
                                          </p:stCondLst>
                                        </p:cTn>
                                        <p:tgtEl>
                                          <p:spTgt spid="658"/>
                                        </p:tgtEl>
                                        <p:attrNameLst>
                                          <p:attrName>style.visibility</p:attrName>
                                        </p:attrNameLst>
                                      </p:cBhvr>
                                      <p:to>
                                        <p:strVal val="hidden"/>
                                      </p:to>
                                    </p:set>
                                  </p:childTnLst>
                                </p:cTn>
                              </p:par>
                              <p:par>
                                <p:cTn id="125" presetID="10" presetClass="exit" presetSubtype="0" fill="hold" grpId="0" nodeType="withEffect">
                                  <p:stCondLst>
                                    <p:cond delay="0"/>
                                  </p:stCondLst>
                                  <p:childTnLst>
                                    <p:animEffect transition="out" filter="fade">
                                      <p:cBhvr>
                                        <p:cTn id="126" dur="500"/>
                                        <p:tgtEl>
                                          <p:spTgt spid="664"/>
                                        </p:tgtEl>
                                      </p:cBhvr>
                                    </p:animEffect>
                                    <p:set>
                                      <p:cBhvr>
                                        <p:cTn id="127" dur="1" fill="hold">
                                          <p:stCondLst>
                                            <p:cond delay="499"/>
                                          </p:stCondLst>
                                        </p:cTn>
                                        <p:tgtEl>
                                          <p:spTgt spid="664"/>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665"/>
                                        </p:tgtEl>
                                      </p:cBhvr>
                                    </p:animEffect>
                                    <p:set>
                                      <p:cBhvr>
                                        <p:cTn id="130" dur="1" fill="hold">
                                          <p:stCondLst>
                                            <p:cond delay="499"/>
                                          </p:stCondLst>
                                        </p:cTn>
                                        <p:tgtEl>
                                          <p:spTgt spid="665"/>
                                        </p:tgtEl>
                                        <p:attrNameLst>
                                          <p:attrName>style.visibility</p:attrName>
                                        </p:attrNameLst>
                                      </p:cBhvr>
                                      <p:to>
                                        <p:strVal val="hidden"/>
                                      </p:to>
                                    </p:set>
                                  </p:childTnLst>
                                </p:cTn>
                              </p:par>
                              <p:par>
                                <p:cTn id="131" presetID="10" presetClass="exit" presetSubtype="0" fill="hold" nodeType="withEffect">
                                  <p:stCondLst>
                                    <p:cond delay="0"/>
                                  </p:stCondLst>
                                  <p:childTnLst>
                                    <p:animEffect transition="out" filter="fade">
                                      <p:cBhvr>
                                        <p:cTn id="132" dur="500"/>
                                        <p:tgtEl>
                                          <p:spTgt spid="668"/>
                                        </p:tgtEl>
                                      </p:cBhvr>
                                    </p:animEffect>
                                    <p:set>
                                      <p:cBhvr>
                                        <p:cTn id="133" dur="1" fill="hold">
                                          <p:stCondLst>
                                            <p:cond delay="499"/>
                                          </p:stCondLst>
                                        </p:cTn>
                                        <p:tgtEl>
                                          <p:spTgt spid="668"/>
                                        </p:tgtEl>
                                        <p:attrNameLst>
                                          <p:attrName>style.visibility</p:attrName>
                                        </p:attrNameLst>
                                      </p:cBhvr>
                                      <p:to>
                                        <p:strVal val="hidden"/>
                                      </p:to>
                                    </p:set>
                                  </p:childTnLst>
                                </p:cTn>
                              </p:par>
                              <p:par>
                                <p:cTn id="134" presetID="10" presetClass="exit" presetSubtype="0" fill="hold" nodeType="withEffect">
                                  <p:stCondLst>
                                    <p:cond delay="0"/>
                                  </p:stCondLst>
                                  <p:childTnLst>
                                    <p:animEffect transition="out" filter="fade">
                                      <p:cBhvr>
                                        <p:cTn id="135" dur="500"/>
                                        <p:tgtEl>
                                          <p:spTgt spid="672"/>
                                        </p:tgtEl>
                                      </p:cBhvr>
                                    </p:animEffect>
                                    <p:set>
                                      <p:cBhvr>
                                        <p:cTn id="136" dur="1" fill="hold">
                                          <p:stCondLst>
                                            <p:cond delay="499"/>
                                          </p:stCondLst>
                                        </p:cTn>
                                        <p:tgtEl>
                                          <p:spTgt spid="672"/>
                                        </p:tgtEl>
                                        <p:attrNameLst>
                                          <p:attrName>style.visibility</p:attrName>
                                        </p:attrNameLst>
                                      </p:cBhvr>
                                      <p:to>
                                        <p:strVal val="hidden"/>
                                      </p:to>
                                    </p:set>
                                  </p:childTnLst>
                                </p:cTn>
                              </p:par>
                              <p:par>
                                <p:cTn id="137" presetID="10" presetClass="exit" presetSubtype="0" fill="hold" nodeType="withEffect">
                                  <p:stCondLst>
                                    <p:cond delay="0"/>
                                  </p:stCondLst>
                                  <p:childTnLst>
                                    <p:animEffect transition="out" filter="fade">
                                      <p:cBhvr>
                                        <p:cTn id="138" dur="500"/>
                                        <p:tgtEl>
                                          <p:spTgt spid="677"/>
                                        </p:tgtEl>
                                      </p:cBhvr>
                                    </p:animEffect>
                                    <p:set>
                                      <p:cBhvr>
                                        <p:cTn id="139" dur="1" fill="hold">
                                          <p:stCondLst>
                                            <p:cond delay="499"/>
                                          </p:stCondLst>
                                        </p:cTn>
                                        <p:tgtEl>
                                          <p:spTgt spid="677"/>
                                        </p:tgtEl>
                                        <p:attrNameLst>
                                          <p:attrName>style.visibility</p:attrName>
                                        </p:attrNameLst>
                                      </p:cBhvr>
                                      <p:to>
                                        <p:strVal val="hidden"/>
                                      </p:to>
                                    </p:set>
                                  </p:childTnLst>
                                </p:cTn>
                              </p:par>
                              <p:par>
                                <p:cTn id="140" presetID="10" presetClass="exit" presetSubtype="0" fill="hold" nodeType="withEffect">
                                  <p:stCondLst>
                                    <p:cond delay="0"/>
                                  </p:stCondLst>
                                  <p:childTnLst>
                                    <p:animEffect transition="out" filter="fade">
                                      <p:cBhvr>
                                        <p:cTn id="141" dur="500"/>
                                        <p:tgtEl>
                                          <p:spTgt spid="683"/>
                                        </p:tgtEl>
                                      </p:cBhvr>
                                    </p:animEffect>
                                    <p:set>
                                      <p:cBhvr>
                                        <p:cTn id="142" dur="1" fill="hold">
                                          <p:stCondLst>
                                            <p:cond delay="499"/>
                                          </p:stCondLst>
                                        </p:cTn>
                                        <p:tgtEl>
                                          <p:spTgt spid="683"/>
                                        </p:tgtEl>
                                        <p:attrNameLst>
                                          <p:attrName>style.visibility</p:attrName>
                                        </p:attrNameLst>
                                      </p:cBhvr>
                                      <p:to>
                                        <p:strVal val="hidden"/>
                                      </p:to>
                                    </p:set>
                                  </p:childTnLst>
                                </p:cTn>
                              </p:par>
                              <p:par>
                                <p:cTn id="143" presetID="10" presetClass="exit" presetSubtype="0" fill="hold" nodeType="withEffect">
                                  <p:stCondLst>
                                    <p:cond delay="0"/>
                                  </p:stCondLst>
                                  <p:childTnLst>
                                    <p:animEffect transition="out" filter="fade">
                                      <p:cBhvr>
                                        <p:cTn id="144" dur="500"/>
                                        <p:tgtEl>
                                          <p:spTgt spid="690"/>
                                        </p:tgtEl>
                                      </p:cBhvr>
                                    </p:animEffect>
                                    <p:set>
                                      <p:cBhvr>
                                        <p:cTn id="145" dur="1" fill="hold">
                                          <p:stCondLst>
                                            <p:cond delay="499"/>
                                          </p:stCondLst>
                                        </p:cTn>
                                        <p:tgtEl>
                                          <p:spTgt spid="690"/>
                                        </p:tgtEl>
                                        <p:attrNameLst>
                                          <p:attrName>style.visibility</p:attrName>
                                        </p:attrNameLst>
                                      </p:cBhvr>
                                      <p:to>
                                        <p:strVal val="hidden"/>
                                      </p:to>
                                    </p:set>
                                  </p:childTnLst>
                                </p:cTn>
                              </p:par>
                              <p:par>
                                <p:cTn id="146" presetID="10" presetClass="exit" presetSubtype="0" fill="hold" grpId="0" nodeType="withEffect">
                                  <p:stCondLst>
                                    <p:cond delay="0"/>
                                  </p:stCondLst>
                                  <p:childTnLst>
                                    <p:animEffect transition="out" filter="fade">
                                      <p:cBhvr>
                                        <p:cTn id="147" dur="500"/>
                                        <p:tgtEl>
                                          <p:spTgt spid="698"/>
                                        </p:tgtEl>
                                      </p:cBhvr>
                                    </p:animEffect>
                                    <p:set>
                                      <p:cBhvr>
                                        <p:cTn id="148" dur="1" fill="hold">
                                          <p:stCondLst>
                                            <p:cond delay="499"/>
                                          </p:stCondLst>
                                        </p:cTn>
                                        <p:tgtEl>
                                          <p:spTgt spid="698"/>
                                        </p:tgtEl>
                                        <p:attrNameLst>
                                          <p:attrName>style.visibility</p:attrName>
                                        </p:attrNameLst>
                                      </p:cBhvr>
                                      <p:to>
                                        <p:strVal val="hidden"/>
                                      </p:to>
                                    </p:set>
                                  </p:childTnLst>
                                </p:cTn>
                              </p:par>
                              <p:par>
                                <p:cTn id="149" presetID="10" presetClass="exit" presetSubtype="0" fill="hold" nodeType="withEffect">
                                  <p:stCondLst>
                                    <p:cond delay="0"/>
                                  </p:stCondLst>
                                  <p:childTnLst>
                                    <p:animEffect transition="out" filter="fade">
                                      <p:cBhvr>
                                        <p:cTn id="150" dur="500"/>
                                        <p:tgtEl>
                                          <p:spTgt spid="699"/>
                                        </p:tgtEl>
                                      </p:cBhvr>
                                    </p:animEffect>
                                    <p:set>
                                      <p:cBhvr>
                                        <p:cTn id="151" dur="1" fill="hold">
                                          <p:stCondLst>
                                            <p:cond delay="499"/>
                                          </p:stCondLst>
                                        </p:cTn>
                                        <p:tgtEl>
                                          <p:spTgt spid="699"/>
                                        </p:tgtEl>
                                        <p:attrNameLst>
                                          <p:attrName>style.visibility</p:attrName>
                                        </p:attrNameLst>
                                      </p:cBhvr>
                                      <p:to>
                                        <p:strVal val="hidden"/>
                                      </p:to>
                                    </p:set>
                                  </p:childTnLst>
                                </p:cTn>
                              </p:par>
                              <p:par>
                                <p:cTn id="152" presetID="10" presetClass="exit" presetSubtype="0" fill="hold" nodeType="withEffect">
                                  <p:stCondLst>
                                    <p:cond delay="0"/>
                                  </p:stCondLst>
                                  <p:childTnLst>
                                    <p:animEffect transition="out" filter="fade">
                                      <p:cBhvr>
                                        <p:cTn id="153" dur="500"/>
                                        <p:tgtEl>
                                          <p:spTgt spid="702"/>
                                        </p:tgtEl>
                                      </p:cBhvr>
                                    </p:animEffect>
                                    <p:set>
                                      <p:cBhvr>
                                        <p:cTn id="154" dur="1" fill="hold">
                                          <p:stCondLst>
                                            <p:cond delay="499"/>
                                          </p:stCondLst>
                                        </p:cTn>
                                        <p:tgtEl>
                                          <p:spTgt spid="702"/>
                                        </p:tgtEl>
                                        <p:attrNameLst>
                                          <p:attrName>style.visibility</p:attrName>
                                        </p:attrNameLst>
                                      </p:cBhvr>
                                      <p:to>
                                        <p:strVal val="hidden"/>
                                      </p:to>
                                    </p:set>
                                  </p:childTnLst>
                                </p:cTn>
                              </p:par>
                              <p:par>
                                <p:cTn id="155" presetID="10" presetClass="exit" presetSubtype="0" fill="hold" nodeType="withEffect">
                                  <p:stCondLst>
                                    <p:cond delay="0"/>
                                  </p:stCondLst>
                                  <p:childTnLst>
                                    <p:animEffect transition="out" filter="fade">
                                      <p:cBhvr>
                                        <p:cTn id="156" dur="500"/>
                                        <p:tgtEl>
                                          <p:spTgt spid="706"/>
                                        </p:tgtEl>
                                      </p:cBhvr>
                                    </p:animEffect>
                                    <p:set>
                                      <p:cBhvr>
                                        <p:cTn id="157" dur="1" fill="hold">
                                          <p:stCondLst>
                                            <p:cond delay="499"/>
                                          </p:stCondLst>
                                        </p:cTn>
                                        <p:tgtEl>
                                          <p:spTgt spid="706"/>
                                        </p:tgtEl>
                                        <p:attrNameLst>
                                          <p:attrName>style.visibility</p:attrName>
                                        </p:attrNameLst>
                                      </p:cBhvr>
                                      <p:to>
                                        <p:strVal val="hidden"/>
                                      </p:to>
                                    </p:set>
                                  </p:childTnLst>
                                </p:cTn>
                              </p:par>
                              <p:par>
                                <p:cTn id="158" presetID="10" presetClass="exit" presetSubtype="0" fill="hold" nodeType="withEffect">
                                  <p:stCondLst>
                                    <p:cond delay="0"/>
                                  </p:stCondLst>
                                  <p:childTnLst>
                                    <p:animEffect transition="out" filter="fade">
                                      <p:cBhvr>
                                        <p:cTn id="159" dur="500"/>
                                        <p:tgtEl>
                                          <p:spTgt spid="711"/>
                                        </p:tgtEl>
                                      </p:cBhvr>
                                    </p:animEffect>
                                    <p:set>
                                      <p:cBhvr>
                                        <p:cTn id="160" dur="1" fill="hold">
                                          <p:stCondLst>
                                            <p:cond delay="499"/>
                                          </p:stCondLst>
                                        </p:cTn>
                                        <p:tgtEl>
                                          <p:spTgt spid="711"/>
                                        </p:tgtEl>
                                        <p:attrNameLst>
                                          <p:attrName>style.visibility</p:attrName>
                                        </p:attrNameLst>
                                      </p:cBhvr>
                                      <p:to>
                                        <p:strVal val="hidden"/>
                                      </p:to>
                                    </p:set>
                                  </p:childTnLst>
                                </p:cTn>
                              </p:par>
                              <p:par>
                                <p:cTn id="161" presetID="10" presetClass="exit" presetSubtype="0" fill="hold" nodeType="withEffect">
                                  <p:stCondLst>
                                    <p:cond delay="0"/>
                                  </p:stCondLst>
                                  <p:childTnLst>
                                    <p:animEffect transition="out" filter="fade">
                                      <p:cBhvr>
                                        <p:cTn id="162" dur="500"/>
                                        <p:tgtEl>
                                          <p:spTgt spid="717"/>
                                        </p:tgtEl>
                                      </p:cBhvr>
                                    </p:animEffect>
                                    <p:set>
                                      <p:cBhvr>
                                        <p:cTn id="163" dur="1" fill="hold">
                                          <p:stCondLst>
                                            <p:cond delay="499"/>
                                          </p:stCondLst>
                                        </p:cTn>
                                        <p:tgtEl>
                                          <p:spTgt spid="717"/>
                                        </p:tgtEl>
                                        <p:attrNameLst>
                                          <p:attrName>style.visibility</p:attrName>
                                        </p:attrNameLst>
                                      </p:cBhvr>
                                      <p:to>
                                        <p:strVal val="hidden"/>
                                      </p:to>
                                    </p:set>
                                  </p:childTnLst>
                                </p:cTn>
                              </p:par>
                              <p:par>
                                <p:cTn id="164" presetID="10" presetClass="exit" presetSubtype="0" fill="hold" nodeType="withEffect">
                                  <p:stCondLst>
                                    <p:cond delay="0"/>
                                  </p:stCondLst>
                                  <p:childTnLst>
                                    <p:animEffect transition="out" filter="fade">
                                      <p:cBhvr>
                                        <p:cTn id="165" dur="500"/>
                                        <p:tgtEl>
                                          <p:spTgt spid="724"/>
                                        </p:tgtEl>
                                      </p:cBhvr>
                                    </p:animEffect>
                                    <p:set>
                                      <p:cBhvr>
                                        <p:cTn id="166" dur="1" fill="hold">
                                          <p:stCondLst>
                                            <p:cond delay="499"/>
                                          </p:stCondLst>
                                        </p:cTn>
                                        <p:tgtEl>
                                          <p:spTgt spid="724"/>
                                        </p:tgtEl>
                                        <p:attrNameLst>
                                          <p:attrName>style.visibility</p:attrName>
                                        </p:attrNameLst>
                                      </p:cBhvr>
                                      <p:to>
                                        <p:strVal val="hidden"/>
                                      </p:to>
                                    </p:set>
                                  </p:childTnLst>
                                </p:cTn>
                              </p:par>
                              <p:par>
                                <p:cTn id="167" presetID="10" presetClass="exit" presetSubtype="0" fill="hold" nodeType="withEffect">
                                  <p:stCondLst>
                                    <p:cond delay="0"/>
                                  </p:stCondLst>
                                  <p:childTnLst>
                                    <p:animEffect transition="out" filter="fade">
                                      <p:cBhvr>
                                        <p:cTn id="168" dur="500"/>
                                        <p:tgtEl>
                                          <p:spTgt spid="732"/>
                                        </p:tgtEl>
                                      </p:cBhvr>
                                    </p:animEffect>
                                    <p:set>
                                      <p:cBhvr>
                                        <p:cTn id="169" dur="1" fill="hold">
                                          <p:stCondLst>
                                            <p:cond delay="499"/>
                                          </p:stCondLst>
                                        </p:cTn>
                                        <p:tgtEl>
                                          <p:spTgt spid="732"/>
                                        </p:tgtEl>
                                        <p:attrNameLst>
                                          <p:attrName>style.visibility</p:attrName>
                                        </p:attrNameLst>
                                      </p:cBhvr>
                                      <p:to>
                                        <p:strVal val="hidden"/>
                                      </p:to>
                                    </p:set>
                                  </p:childTnLst>
                                </p:cTn>
                              </p:par>
                              <p:par>
                                <p:cTn id="170" presetID="10" presetClass="exit" presetSubtype="0" fill="hold" nodeType="withEffect">
                                  <p:stCondLst>
                                    <p:cond delay="0"/>
                                  </p:stCondLst>
                                  <p:childTnLst>
                                    <p:animEffect transition="out" filter="fade">
                                      <p:cBhvr>
                                        <p:cTn id="171" dur="500"/>
                                        <p:tgtEl>
                                          <p:spTgt spid="739"/>
                                        </p:tgtEl>
                                      </p:cBhvr>
                                    </p:animEffect>
                                    <p:set>
                                      <p:cBhvr>
                                        <p:cTn id="172" dur="1" fill="hold">
                                          <p:stCondLst>
                                            <p:cond delay="499"/>
                                          </p:stCondLst>
                                        </p:cTn>
                                        <p:tgtEl>
                                          <p:spTgt spid="739"/>
                                        </p:tgtEl>
                                        <p:attrNameLst>
                                          <p:attrName>style.visibility</p:attrName>
                                        </p:attrNameLst>
                                      </p:cBhvr>
                                      <p:to>
                                        <p:strVal val="hidden"/>
                                      </p:to>
                                    </p:set>
                                  </p:childTnLst>
                                </p:cTn>
                              </p:par>
                              <p:par>
                                <p:cTn id="173" presetID="10" presetClass="exit" presetSubtype="0" fill="hold" nodeType="withEffect">
                                  <p:stCondLst>
                                    <p:cond delay="0"/>
                                  </p:stCondLst>
                                  <p:childTnLst>
                                    <p:animEffect transition="out" filter="fade">
                                      <p:cBhvr>
                                        <p:cTn id="174" dur="500"/>
                                        <p:tgtEl>
                                          <p:spTgt spid="746"/>
                                        </p:tgtEl>
                                      </p:cBhvr>
                                    </p:animEffect>
                                    <p:set>
                                      <p:cBhvr>
                                        <p:cTn id="175" dur="1" fill="hold">
                                          <p:stCondLst>
                                            <p:cond delay="499"/>
                                          </p:stCondLst>
                                        </p:cTn>
                                        <p:tgtEl>
                                          <p:spTgt spid="746"/>
                                        </p:tgtEl>
                                        <p:attrNameLst>
                                          <p:attrName>style.visibility</p:attrName>
                                        </p:attrNameLst>
                                      </p:cBhvr>
                                      <p:to>
                                        <p:strVal val="hidden"/>
                                      </p:to>
                                    </p:set>
                                  </p:childTnLst>
                                </p:cTn>
                              </p:par>
                              <p:par>
                                <p:cTn id="176" presetID="10" presetClass="exit" presetSubtype="0" fill="hold" nodeType="withEffect">
                                  <p:stCondLst>
                                    <p:cond delay="0"/>
                                  </p:stCondLst>
                                  <p:childTnLst>
                                    <p:animEffect transition="out" filter="fade">
                                      <p:cBhvr>
                                        <p:cTn id="177" dur="500"/>
                                        <p:tgtEl>
                                          <p:spTgt spid="753"/>
                                        </p:tgtEl>
                                      </p:cBhvr>
                                    </p:animEffect>
                                    <p:set>
                                      <p:cBhvr>
                                        <p:cTn id="178" dur="1" fill="hold">
                                          <p:stCondLst>
                                            <p:cond delay="499"/>
                                          </p:stCondLst>
                                        </p:cTn>
                                        <p:tgtEl>
                                          <p:spTgt spid="753"/>
                                        </p:tgtEl>
                                        <p:attrNameLst>
                                          <p:attrName>style.visibility</p:attrName>
                                        </p:attrNameLst>
                                      </p:cBhvr>
                                      <p:to>
                                        <p:strVal val="hidden"/>
                                      </p:to>
                                    </p:set>
                                  </p:childTnLst>
                                </p:cTn>
                              </p:par>
                              <p:par>
                                <p:cTn id="179" presetID="10" presetClass="exit" presetSubtype="0" fill="hold" nodeType="withEffect">
                                  <p:stCondLst>
                                    <p:cond delay="0"/>
                                  </p:stCondLst>
                                  <p:childTnLst>
                                    <p:animEffect transition="out" filter="fade">
                                      <p:cBhvr>
                                        <p:cTn id="180" dur="500"/>
                                        <p:tgtEl>
                                          <p:spTgt spid="760"/>
                                        </p:tgtEl>
                                      </p:cBhvr>
                                    </p:animEffect>
                                    <p:set>
                                      <p:cBhvr>
                                        <p:cTn id="181" dur="1" fill="hold">
                                          <p:stCondLst>
                                            <p:cond delay="499"/>
                                          </p:stCondLst>
                                        </p:cTn>
                                        <p:tgtEl>
                                          <p:spTgt spid="760"/>
                                        </p:tgtEl>
                                        <p:attrNameLst>
                                          <p:attrName>style.visibility</p:attrName>
                                        </p:attrNameLst>
                                      </p:cBhvr>
                                      <p:to>
                                        <p:strVal val="hidden"/>
                                      </p:to>
                                    </p:set>
                                  </p:childTnLst>
                                </p:cTn>
                              </p:par>
                              <p:par>
                                <p:cTn id="182" presetID="10" presetClass="exit" presetSubtype="0" fill="hold" nodeType="withEffect">
                                  <p:stCondLst>
                                    <p:cond delay="0"/>
                                  </p:stCondLst>
                                  <p:childTnLst>
                                    <p:animEffect transition="out" filter="fade">
                                      <p:cBhvr>
                                        <p:cTn id="183" dur="500"/>
                                        <p:tgtEl>
                                          <p:spTgt spid="767"/>
                                        </p:tgtEl>
                                      </p:cBhvr>
                                    </p:animEffect>
                                    <p:set>
                                      <p:cBhvr>
                                        <p:cTn id="184" dur="1" fill="hold">
                                          <p:stCondLst>
                                            <p:cond delay="499"/>
                                          </p:stCondLst>
                                        </p:cTn>
                                        <p:tgtEl>
                                          <p:spTgt spid="767"/>
                                        </p:tgtEl>
                                        <p:attrNameLst>
                                          <p:attrName>style.visibility</p:attrName>
                                        </p:attrNameLst>
                                      </p:cBhvr>
                                      <p:to>
                                        <p:strVal val="hidden"/>
                                      </p:to>
                                    </p:set>
                                  </p:childTnLst>
                                </p:cTn>
                              </p:par>
                              <p:par>
                                <p:cTn id="185" presetID="10" presetClass="exit" presetSubtype="0" fill="hold" nodeType="withEffect">
                                  <p:stCondLst>
                                    <p:cond delay="0"/>
                                  </p:stCondLst>
                                  <p:childTnLst>
                                    <p:animEffect transition="out" filter="fade">
                                      <p:cBhvr>
                                        <p:cTn id="186" dur="500"/>
                                        <p:tgtEl>
                                          <p:spTgt spid="775"/>
                                        </p:tgtEl>
                                      </p:cBhvr>
                                    </p:animEffect>
                                    <p:set>
                                      <p:cBhvr>
                                        <p:cTn id="187" dur="1" fill="hold">
                                          <p:stCondLst>
                                            <p:cond delay="499"/>
                                          </p:stCondLst>
                                        </p:cTn>
                                        <p:tgtEl>
                                          <p:spTgt spid="775"/>
                                        </p:tgtEl>
                                        <p:attrNameLst>
                                          <p:attrName>style.visibility</p:attrName>
                                        </p:attrNameLst>
                                      </p:cBhvr>
                                      <p:to>
                                        <p:strVal val="hidden"/>
                                      </p:to>
                                    </p:set>
                                  </p:childTnLst>
                                </p:cTn>
                              </p:par>
                              <p:par>
                                <p:cTn id="188" presetID="10" presetClass="exit" presetSubtype="0" fill="hold" nodeType="withEffect">
                                  <p:stCondLst>
                                    <p:cond delay="0"/>
                                  </p:stCondLst>
                                  <p:childTnLst>
                                    <p:animEffect transition="out" filter="fade">
                                      <p:cBhvr>
                                        <p:cTn id="189" dur="500"/>
                                        <p:tgtEl>
                                          <p:spTgt spid="783"/>
                                        </p:tgtEl>
                                      </p:cBhvr>
                                    </p:animEffect>
                                    <p:set>
                                      <p:cBhvr>
                                        <p:cTn id="190" dur="1" fill="hold">
                                          <p:stCondLst>
                                            <p:cond delay="499"/>
                                          </p:stCondLst>
                                        </p:cTn>
                                        <p:tgtEl>
                                          <p:spTgt spid="783"/>
                                        </p:tgtEl>
                                        <p:attrNameLst>
                                          <p:attrName>style.visibility</p:attrName>
                                        </p:attrNameLst>
                                      </p:cBhvr>
                                      <p:to>
                                        <p:strVal val="hidden"/>
                                      </p:to>
                                    </p:set>
                                  </p:childTnLst>
                                </p:cTn>
                              </p:par>
                              <p:par>
                                <p:cTn id="191" presetID="10" presetClass="exit" presetSubtype="0" fill="hold" nodeType="withEffect">
                                  <p:stCondLst>
                                    <p:cond delay="0"/>
                                  </p:stCondLst>
                                  <p:childTnLst>
                                    <p:animEffect transition="out" filter="fade">
                                      <p:cBhvr>
                                        <p:cTn id="192" dur="500"/>
                                        <p:tgtEl>
                                          <p:spTgt spid="791"/>
                                        </p:tgtEl>
                                      </p:cBhvr>
                                    </p:animEffect>
                                    <p:set>
                                      <p:cBhvr>
                                        <p:cTn id="193" dur="1" fill="hold">
                                          <p:stCondLst>
                                            <p:cond delay="499"/>
                                          </p:stCondLst>
                                        </p:cTn>
                                        <p:tgtEl>
                                          <p:spTgt spid="791"/>
                                        </p:tgtEl>
                                        <p:attrNameLst>
                                          <p:attrName>style.visibility</p:attrName>
                                        </p:attrNameLst>
                                      </p:cBhvr>
                                      <p:to>
                                        <p:strVal val="hidden"/>
                                      </p:to>
                                    </p:set>
                                  </p:childTnLst>
                                </p:cTn>
                              </p:par>
                              <p:par>
                                <p:cTn id="194" presetID="10" presetClass="exit" presetSubtype="0" fill="hold" nodeType="withEffect">
                                  <p:stCondLst>
                                    <p:cond delay="0"/>
                                  </p:stCondLst>
                                  <p:childTnLst>
                                    <p:animEffect transition="out" filter="fade">
                                      <p:cBhvr>
                                        <p:cTn id="195" dur="500"/>
                                        <p:tgtEl>
                                          <p:spTgt spid="799"/>
                                        </p:tgtEl>
                                      </p:cBhvr>
                                    </p:animEffect>
                                    <p:set>
                                      <p:cBhvr>
                                        <p:cTn id="196" dur="1" fill="hold">
                                          <p:stCondLst>
                                            <p:cond delay="499"/>
                                          </p:stCondLst>
                                        </p:cTn>
                                        <p:tgtEl>
                                          <p:spTgt spid="79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1" grpId="0"/>
      <p:bldP spid="600" grpId="0"/>
      <p:bldP spid="664" grpId="0"/>
      <p:bldP spid="69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538" name="Rectangle 2"/>
          <p:cNvSpPr>
            <a:spLocks noGrp="1" noChangeArrowheads="1"/>
          </p:cNvSpPr>
          <p:nvPr>
            <p:ph type="title"/>
          </p:nvPr>
        </p:nvSpPr>
        <p:spPr>
          <a:xfrm>
            <a:off x="2506134" y="457202"/>
            <a:ext cx="7704667" cy="914399"/>
          </a:xfrm>
        </p:spPr>
        <p:txBody>
          <a:bodyPr/>
          <a:lstStyle/>
          <a:p>
            <a:r>
              <a:rPr lang="en-US" altLang="zh-TW">
                <a:ea typeface="新細明體" pitchFamily="-106" charset="-120"/>
                <a:cs typeface="新細明體" pitchFamily="-106" charset="-120"/>
              </a:rPr>
              <a:t>Posterior/Conditional Probability</a:t>
            </a:r>
          </a:p>
        </p:txBody>
      </p:sp>
      <mc:AlternateContent xmlns:mc="http://schemas.openxmlformats.org/markup-compatibility/2006" xmlns:a14="http://schemas.microsoft.com/office/drawing/2010/main">
        <mc:Choice Requires="a14">
          <p:sp>
            <p:nvSpPr>
              <p:cNvPr id="577539" name="Rectangle 3"/>
              <p:cNvSpPr>
                <a:spLocks noGrp="1" noChangeArrowheads="1"/>
              </p:cNvSpPr>
              <p:nvPr>
                <p:ph idx="1"/>
              </p:nvPr>
            </p:nvSpPr>
            <p:spPr>
              <a:xfrm>
                <a:off x="2493433" y="1371600"/>
                <a:ext cx="7924800" cy="1676400"/>
              </a:xfrm>
            </p:spPr>
            <p:txBody>
              <a:bodyPr>
                <a:normAutofit/>
              </a:bodyPr>
              <a:lstStyle/>
              <a:p>
                <a:pPr marL="0" indent="0">
                  <a:spcBef>
                    <a:spcPts val="1200"/>
                  </a:spcBef>
                  <a:buNone/>
                </a:pPr>
                <a:r>
                  <a:rPr lang="en-US" altLang="zh-TW" sz="2400" dirty="0">
                    <a:latin typeface="Corbel" panose="020B0503020204020204" pitchFamily="34" charset="0"/>
                    <a:ea typeface="新細明體" pitchFamily="-106" charset="-120"/>
                    <a:cs typeface="Times"/>
                  </a:rPr>
                  <a:t>Probability that an event occurs, given that some other event occurs.</a:t>
                </a:r>
              </a:p>
              <a:p>
                <a:pPr marL="0" indent="0">
                  <a:spcBef>
                    <a:spcPts val="1200"/>
                  </a:spcBef>
                  <a:buNone/>
                </a:pPr>
                <a14:m>
                  <m:oMathPara xmlns:m="http://schemas.openxmlformats.org/officeDocument/2006/math">
                    <m:oMathParaPr>
                      <m:jc m:val="centerGroup"/>
                    </m:oMathParaPr>
                    <m:oMath xmlns:m="http://schemas.openxmlformats.org/officeDocument/2006/math">
                      <m:func>
                        <m:funcPr>
                          <m:ctrlPr>
                            <a:rPr lang="en-US" altLang="zh-TW" sz="2000" i="1">
                              <a:latin typeface="Cambria Math" panose="02040503050406030204" pitchFamily="18" charset="0"/>
                              <a:ea typeface="新細明體" pitchFamily="-106" charset="-120"/>
                              <a:cs typeface="Times"/>
                            </a:rPr>
                          </m:ctrlPr>
                        </m:funcPr>
                        <m:fName>
                          <m:r>
                            <m:rPr>
                              <m:sty m:val="p"/>
                            </m:rPr>
                            <a:rPr lang="en-US" altLang="zh-TW" sz="2000">
                              <a:latin typeface="Cambria Math" panose="02040503050406030204" pitchFamily="18" charset="0"/>
                              <a:ea typeface="新細明體" pitchFamily="-106" charset="-120"/>
                              <a:cs typeface="Times"/>
                            </a:rPr>
                            <m:t>Pr</m:t>
                          </m:r>
                        </m:fName>
                        <m:e>
                          <m:d>
                            <m:dPr>
                              <m:begChr m:val="["/>
                              <m:endChr m:val="]"/>
                              <m:sepChr m:val="∣"/>
                              <m:ctrlPr>
                                <a:rPr lang="en-US" altLang="zh-TW" sz="2000" i="1">
                                  <a:latin typeface="Cambria Math" panose="02040503050406030204" pitchFamily="18" charset="0"/>
                                  <a:ea typeface="新細明體" pitchFamily="-106" charset="-120"/>
                                  <a:cs typeface="Times"/>
                                </a:rPr>
                              </m:ctrlPr>
                            </m:dPr>
                            <m:e>
                              <m:sSub>
                                <m:sSubPr>
                                  <m:ctrlPr>
                                    <a:rPr lang="en-US" altLang="zh-TW" sz="2000" i="1">
                                      <a:latin typeface="Cambria Math" panose="02040503050406030204" pitchFamily="18" charset="0"/>
                                      <a:ea typeface="新細明體" pitchFamily="-106" charset="-120"/>
                                      <a:cs typeface="Times"/>
                                    </a:rPr>
                                  </m:ctrlPr>
                                </m:sSubPr>
                                <m:e>
                                  <m:r>
                                    <a:rPr lang="en-US" altLang="zh-TW" sz="2000" i="1">
                                      <a:latin typeface="Cambria Math" panose="02040503050406030204" pitchFamily="18" charset="0"/>
                                      <a:ea typeface="新細明體" pitchFamily="-106" charset="-120"/>
                                      <a:cs typeface="Times"/>
                                    </a:rPr>
                                    <m:t>𝑋</m:t>
                                  </m:r>
                                </m:e>
                                <m:sub>
                                  <m:r>
                                    <a:rPr lang="en-US" altLang="zh-TW" sz="2000" i="1">
                                      <a:latin typeface="Cambria Math" panose="02040503050406030204" pitchFamily="18" charset="0"/>
                                      <a:ea typeface="新細明體" pitchFamily="-106" charset="-120"/>
                                      <a:cs typeface="Times"/>
                                    </a:rPr>
                                    <m:t>1</m:t>
                                  </m:r>
                                </m:sub>
                              </m:sSub>
                              <m:r>
                                <a:rPr lang="en-US" altLang="zh-TW" sz="2000" i="1">
                                  <a:latin typeface="Cambria Math" panose="02040503050406030204" pitchFamily="18" charset="0"/>
                                  <a:ea typeface="新細明體" pitchFamily="-106" charset="-120"/>
                                  <a:cs typeface="Times"/>
                                </a:rPr>
                                <m:t>=2</m:t>
                              </m:r>
                            </m:e>
                            <m:e>
                              <m:sSub>
                                <m:sSubPr>
                                  <m:ctrlPr>
                                    <a:rPr lang="en-US" altLang="zh-TW" sz="2000" i="1">
                                      <a:latin typeface="Cambria Math" panose="02040503050406030204" pitchFamily="18" charset="0"/>
                                      <a:ea typeface="新細明體" pitchFamily="-106" charset="-120"/>
                                      <a:cs typeface="Times"/>
                                    </a:rPr>
                                  </m:ctrlPr>
                                </m:sSubPr>
                                <m:e>
                                  <m:r>
                                    <a:rPr lang="en-US" altLang="zh-TW" sz="2000" i="1">
                                      <a:latin typeface="Cambria Math" panose="02040503050406030204" pitchFamily="18" charset="0"/>
                                      <a:ea typeface="新細明體" pitchFamily="-106" charset="-120"/>
                                      <a:cs typeface="Times"/>
                                    </a:rPr>
                                    <m:t>𝑋</m:t>
                                  </m:r>
                                </m:e>
                                <m:sub>
                                  <m:r>
                                    <a:rPr lang="en-US" altLang="zh-TW" sz="2000" i="1">
                                      <a:latin typeface="Cambria Math" panose="02040503050406030204" pitchFamily="18" charset="0"/>
                                      <a:ea typeface="新細明體" pitchFamily="-106" charset="-120"/>
                                      <a:cs typeface="Times"/>
                                    </a:rPr>
                                    <m:t>1</m:t>
                                  </m:r>
                                </m:sub>
                              </m:sSub>
                              <m:r>
                                <a:rPr lang="en-US" altLang="zh-TW" sz="2000" i="1">
                                  <a:latin typeface="Cambria Math" panose="02040503050406030204" pitchFamily="18" charset="0"/>
                                  <a:ea typeface="新細明體" pitchFamily="-106" charset="-120"/>
                                  <a:cs typeface="Times"/>
                                </a:rPr>
                                <m:t>+</m:t>
                              </m:r>
                              <m:sSub>
                                <m:sSubPr>
                                  <m:ctrlPr>
                                    <a:rPr lang="en-US" altLang="zh-TW" sz="2000" i="1">
                                      <a:latin typeface="Cambria Math" panose="02040503050406030204" pitchFamily="18" charset="0"/>
                                      <a:ea typeface="新細明體" pitchFamily="-106" charset="-120"/>
                                      <a:cs typeface="Times"/>
                                    </a:rPr>
                                  </m:ctrlPr>
                                </m:sSubPr>
                                <m:e>
                                  <m:r>
                                    <a:rPr lang="en-US" altLang="zh-TW" sz="2000" i="1">
                                      <a:latin typeface="Cambria Math" panose="02040503050406030204" pitchFamily="18" charset="0"/>
                                      <a:ea typeface="新細明體" pitchFamily="-106" charset="-120"/>
                                      <a:cs typeface="Times"/>
                                    </a:rPr>
                                    <m:t>𝑋</m:t>
                                  </m:r>
                                </m:e>
                                <m:sub>
                                  <m:r>
                                    <a:rPr lang="en-US" altLang="zh-TW" sz="2000" i="1">
                                      <a:latin typeface="Cambria Math" panose="02040503050406030204" pitchFamily="18" charset="0"/>
                                      <a:ea typeface="新細明體" pitchFamily="-106" charset="-120"/>
                                      <a:cs typeface="Times"/>
                                    </a:rPr>
                                    <m:t>2</m:t>
                                  </m:r>
                                </m:sub>
                              </m:sSub>
                              <m:r>
                                <a:rPr lang="en-US" altLang="zh-TW" sz="2000" i="1">
                                  <a:latin typeface="Cambria Math" panose="02040503050406030204" pitchFamily="18" charset="0"/>
                                  <a:ea typeface="新細明體" pitchFamily="-106" charset="-120"/>
                                  <a:cs typeface="Times"/>
                                </a:rPr>
                                <m:t>=8</m:t>
                              </m:r>
                            </m:e>
                          </m:d>
                        </m:e>
                      </m:func>
                    </m:oMath>
                  </m:oMathPara>
                </a14:m>
                <a:endParaRPr lang="en-US" altLang="zh-TW" sz="2000" dirty="0">
                  <a:latin typeface="Corbel" panose="020B0503020204020204" pitchFamily="34" charset="0"/>
                  <a:ea typeface="新細明體" pitchFamily="-106" charset="-120"/>
                  <a:cs typeface="Times"/>
                </a:endParaRPr>
              </a:p>
            </p:txBody>
          </p:sp>
        </mc:Choice>
        <mc:Fallback xmlns="">
          <p:sp>
            <p:nvSpPr>
              <p:cNvPr id="577539" name="Rectangle 3"/>
              <p:cNvSpPr>
                <a:spLocks noGrp="1" noRot="1" noChangeAspect="1" noMove="1" noResize="1" noEditPoints="1" noAdjustHandles="1" noChangeArrowheads="1" noChangeShapeType="1" noTextEdit="1"/>
              </p:cNvSpPr>
              <p:nvPr>
                <p:ph idx="1"/>
              </p:nvPr>
            </p:nvSpPr>
            <p:spPr>
              <a:xfrm>
                <a:off x="2493433" y="1371600"/>
                <a:ext cx="7924800" cy="1676400"/>
              </a:xfrm>
              <a:blipFill>
                <a:blip r:embed="rId3"/>
                <a:stretch>
                  <a:fillRect l="-1280" t="-3008" r="-960"/>
                </a:stretch>
              </a:blipFill>
            </p:spPr>
            <p:txBody>
              <a:bodyPr/>
              <a:lstStyle/>
              <a:p>
                <a:r>
                  <a:rPr lang="en-GB">
                    <a:noFill/>
                  </a:rPr>
                  <a:t> </a:t>
                </a:r>
              </a:p>
            </p:txBody>
          </p:sp>
        </mc:Fallback>
      </mc:AlternateContent>
      <p:sp>
        <p:nvSpPr>
          <p:cNvPr id="406" name="Slide Number Placeholder 3">
            <a:extLst>
              <a:ext uri="{FF2B5EF4-FFF2-40B4-BE49-F238E27FC236}">
                <a16:creationId xmlns:a16="http://schemas.microsoft.com/office/drawing/2014/main" id="{EB16DE7D-011C-AB4D-B2F7-C5EB79F3BB4D}"/>
              </a:ext>
            </a:extLst>
          </p:cNvPr>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10</a:t>
            </a:fld>
            <a:endParaRPr lang="en-US" altLang="zh-TW"/>
          </a:p>
        </p:txBody>
      </p:sp>
      <p:grpSp>
        <p:nvGrpSpPr>
          <p:cNvPr id="407" name="Group 406">
            <a:extLst>
              <a:ext uri="{FF2B5EF4-FFF2-40B4-BE49-F238E27FC236}">
                <a16:creationId xmlns:a16="http://schemas.microsoft.com/office/drawing/2014/main" id="{459156AD-F92D-604F-847B-E7E4F09512A8}"/>
              </a:ext>
            </a:extLst>
          </p:cNvPr>
          <p:cNvGrpSpPr/>
          <p:nvPr/>
        </p:nvGrpSpPr>
        <p:grpSpPr>
          <a:xfrm>
            <a:off x="2311673" y="3374511"/>
            <a:ext cx="423557" cy="423557"/>
            <a:chOff x="1219200" y="3429000"/>
            <a:chExt cx="609600" cy="609600"/>
          </a:xfrm>
        </p:grpSpPr>
        <p:sp>
          <p:nvSpPr>
            <p:cNvPr id="408" name="Rounded Rectangle 407">
              <a:extLst>
                <a:ext uri="{FF2B5EF4-FFF2-40B4-BE49-F238E27FC236}">
                  <a16:creationId xmlns:a16="http://schemas.microsoft.com/office/drawing/2014/main" id="{475FBA8F-B99C-F641-AAB7-6B85A2959A4E}"/>
                </a:ext>
              </a:extLst>
            </p:cNvPr>
            <p:cNvSpPr/>
            <p:nvPr/>
          </p:nvSpPr>
          <p:spPr>
            <a:xfrm>
              <a:off x="1219200"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 name="Oval 408">
              <a:extLst>
                <a:ext uri="{FF2B5EF4-FFF2-40B4-BE49-F238E27FC236}">
                  <a16:creationId xmlns:a16="http://schemas.microsoft.com/office/drawing/2014/main" id="{CFE0FA10-7C5B-3147-A45A-5266021D7CB8}"/>
                </a:ext>
              </a:extLst>
            </p:cNvPr>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0" name="Group 409">
            <a:extLst>
              <a:ext uri="{FF2B5EF4-FFF2-40B4-BE49-F238E27FC236}">
                <a16:creationId xmlns:a16="http://schemas.microsoft.com/office/drawing/2014/main" id="{076DFC7B-37B1-B941-B4E2-E823F5B839C2}"/>
              </a:ext>
            </a:extLst>
          </p:cNvPr>
          <p:cNvGrpSpPr/>
          <p:nvPr/>
        </p:nvGrpSpPr>
        <p:grpSpPr>
          <a:xfrm>
            <a:off x="3733806" y="3385477"/>
            <a:ext cx="423557" cy="423557"/>
            <a:chOff x="2038597" y="3429000"/>
            <a:chExt cx="609600" cy="609600"/>
          </a:xfrm>
        </p:grpSpPr>
        <p:sp>
          <p:nvSpPr>
            <p:cNvPr id="411" name="Rounded Rectangle 410">
              <a:extLst>
                <a:ext uri="{FF2B5EF4-FFF2-40B4-BE49-F238E27FC236}">
                  <a16:creationId xmlns:a16="http://schemas.microsoft.com/office/drawing/2014/main" id="{5E9CC0C1-EE86-7240-8CAD-CA56BD3F3645}"/>
                </a:ext>
              </a:extLst>
            </p:cNvPr>
            <p:cNvSpPr/>
            <p:nvPr/>
          </p:nvSpPr>
          <p:spPr>
            <a:xfrm>
              <a:off x="2038597"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 name="Oval 411">
              <a:extLst>
                <a:ext uri="{FF2B5EF4-FFF2-40B4-BE49-F238E27FC236}">
                  <a16:creationId xmlns:a16="http://schemas.microsoft.com/office/drawing/2014/main" id="{407CBAAA-F888-5E47-93C3-B9B28E6A07BE}"/>
                </a:ext>
              </a:extLst>
            </p:cNvPr>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3" name="Oval 412">
              <a:extLst>
                <a:ext uri="{FF2B5EF4-FFF2-40B4-BE49-F238E27FC236}">
                  <a16:creationId xmlns:a16="http://schemas.microsoft.com/office/drawing/2014/main" id="{78FB5BA1-4845-0C45-92E4-314A21D24E17}"/>
                </a:ext>
              </a:extLst>
            </p:cNvPr>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4" name="Group 413">
            <a:extLst>
              <a:ext uri="{FF2B5EF4-FFF2-40B4-BE49-F238E27FC236}">
                <a16:creationId xmlns:a16="http://schemas.microsoft.com/office/drawing/2014/main" id="{2A338519-BE23-E54C-AD3E-2076A3956DAB}"/>
              </a:ext>
            </a:extLst>
          </p:cNvPr>
          <p:cNvGrpSpPr/>
          <p:nvPr/>
        </p:nvGrpSpPr>
        <p:grpSpPr>
          <a:xfrm>
            <a:off x="5181601" y="6086566"/>
            <a:ext cx="423557" cy="423557"/>
            <a:chOff x="2857994" y="3429000"/>
            <a:chExt cx="609600" cy="609600"/>
          </a:xfrm>
        </p:grpSpPr>
        <p:sp>
          <p:nvSpPr>
            <p:cNvPr id="415" name="Rounded Rectangle 414">
              <a:extLst>
                <a:ext uri="{FF2B5EF4-FFF2-40B4-BE49-F238E27FC236}">
                  <a16:creationId xmlns:a16="http://schemas.microsoft.com/office/drawing/2014/main" id="{D0E821F1-EB49-EB46-A9AF-B9AF5F9C4F11}"/>
                </a:ext>
              </a:extLst>
            </p:cNvPr>
            <p:cNvSpPr/>
            <p:nvPr/>
          </p:nvSpPr>
          <p:spPr>
            <a:xfrm>
              <a:off x="2857994"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6" name="Oval 415">
              <a:extLst>
                <a:ext uri="{FF2B5EF4-FFF2-40B4-BE49-F238E27FC236}">
                  <a16:creationId xmlns:a16="http://schemas.microsoft.com/office/drawing/2014/main" id="{A844FA7C-354F-9A4F-ACE1-0C4B830D45D7}"/>
                </a:ext>
              </a:extLst>
            </p:cNvPr>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 name="Oval 416">
              <a:extLst>
                <a:ext uri="{FF2B5EF4-FFF2-40B4-BE49-F238E27FC236}">
                  <a16:creationId xmlns:a16="http://schemas.microsoft.com/office/drawing/2014/main" id="{F978AEF7-2B8B-7F45-8D44-07D4DE885A20}"/>
                </a:ext>
              </a:extLst>
            </p:cNvPr>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8" name="Oval 417">
              <a:extLst>
                <a:ext uri="{FF2B5EF4-FFF2-40B4-BE49-F238E27FC236}">
                  <a16:creationId xmlns:a16="http://schemas.microsoft.com/office/drawing/2014/main" id="{EA288B91-A5C5-2E42-9584-E855085F888E}"/>
                </a:ext>
              </a:extLst>
            </p:cNvPr>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9" name="Group 418">
            <a:extLst>
              <a:ext uri="{FF2B5EF4-FFF2-40B4-BE49-F238E27FC236}">
                <a16:creationId xmlns:a16="http://schemas.microsoft.com/office/drawing/2014/main" id="{EF42E780-CF9A-704A-B754-7423360DA3CF}"/>
              </a:ext>
            </a:extLst>
          </p:cNvPr>
          <p:cNvGrpSpPr/>
          <p:nvPr/>
        </p:nvGrpSpPr>
        <p:grpSpPr>
          <a:xfrm>
            <a:off x="6636495" y="3356598"/>
            <a:ext cx="423557" cy="423557"/>
            <a:chOff x="3697186" y="3428010"/>
            <a:chExt cx="609600" cy="609600"/>
          </a:xfrm>
        </p:grpSpPr>
        <p:sp>
          <p:nvSpPr>
            <p:cNvPr id="420" name="Rounded Rectangle 419">
              <a:extLst>
                <a:ext uri="{FF2B5EF4-FFF2-40B4-BE49-F238E27FC236}">
                  <a16:creationId xmlns:a16="http://schemas.microsoft.com/office/drawing/2014/main" id="{76A21A6C-FBE7-6549-A5CE-A41E856233E5}"/>
                </a:ext>
              </a:extLst>
            </p:cNvPr>
            <p:cNvSpPr/>
            <p:nvPr/>
          </p:nvSpPr>
          <p:spPr>
            <a:xfrm>
              <a:off x="3697186"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 name="Oval 420">
              <a:extLst>
                <a:ext uri="{FF2B5EF4-FFF2-40B4-BE49-F238E27FC236}">
                  <a16:creationId xmlns:a16="http://schemas.microsoft.com/office/drawing/2014/main" id="{BBD2818A-63C9-564B-9EC6-75A035FBACAA}"/>
                </a:ext>
              </a:extLst>
            </p:cNvPr>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 name="Oval 421">
              <a:extLst>
                <a:ext uri="{FF2B5EF4-FFF2-40B4-BE49-F238E27FC236}">
                  <a16:creationId xmlns:a16="http://schemas.microsoft.com/office/drawing/2014/main" id="{7F91CFF5-EE91-0B40-94EF-7A3CCF9C034F}"/>
                </a:ext>
              </a:extLst>
            </p:cNvPr>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 name="Oval 422">
              <a:extLst>
                <a:ext uri="{FF2B5EF4-FFF2-40B4-BE49-F238E27FC236}">
                  <a16:creationId xmlns:a16="http://schemas.microsoft.com/office/drawing/2014/main" id="{08576B82-7FCA-DB45-8A52-8955D3A52041}"/>
                </a:ext>
              </a:extLst>
            </p:cNvPr>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 name="Oval 423">
              <a:extLst>
                <a:ext uri="{FF2B5EF4-FFF2-40B4-BE49-F238E27FC236}">
                  <a16:creationId xmlns:a16="http://schemas.microsoft.com/office/drawing/2014/main" id="{60F53738-3B5D-DC43-ADE7-276E9362124E}"/>
                </a:ext>
              </a:extLst>
            </p:cNvPr>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5" name="Group 424">
            <a:extLst>
              <a:ext uri="{FF2B5EF4-FFF2-40B4-BE49-F238E27FC236}">
                <a16:creationId xmlns:a16="http://schemas.microsoft.com/office/drawing/2014/main" id="{C0C6E653-9A42-154A-A071-5D319F3DA9E4}"/>
              </a:ext>
            </a:extLst>
          </p:cNvPr>
          <p:cNvGrpSpPr/>
          <p:nvPr/>
        </p:nvGrpSpPr>
        <p:grpSpPr>
          <a:xfrm>
            <a:off x="8001001" y="3352801"/>
            <a:ext cx="423557" cy="423557"/>
            <a:chOff x="4516583" y="3428010"/>
            <a:chExt cx="609600" cy="609600"/>
          </a:xfrm>
        </p:grpSpPr>
        <p:sp>
          <p:nvSpPr>
            <p:cNvPr id="426" name="Rounded Rectangle 425">
              <a:extLst>
                <a:ext uri="{FF2B5EF4-FFF2-40B4-BE49-F238E27FC236}">
                  <a16:creationId xmlns:a16="http://schemas.microsoft.com/office/drawing/2014/main" id="{93780E7A-C400-F347-AFCA-7228B6A8E435}"/>
                </a:ext>
              </a:extLst>
            </p:cNvPr>
            <p:cNvSpPr/>
            <p:nvPr/>
          </p:nvSpPr>
          <p:spPr>
            <a:xfrm>
              <a:off x="4516583"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 name="Oval 426">
              <a:extLst>
                <a:ext uri="{FF2B5EF4-FFF2-40B4-BE49-F238E27FC236}">
                  <a16:creationId xmlns:a16="http://schemas.microsoft.com/office/drawing/2014/main" id="{A97D963C-1FED-2D45-A4A5-98320485C6BA}"/>
                </a:ext>
              </a:extLst>
            </p:cNvPr>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 name="Oval 427">
              <a:extLst>
                <a:ext uri="{FF2B5EF4-FFF2-40B4-BE49-F238E27FC236}">
                  <a16:creationId xmlns:a16="http://schemas.microsoft.com/office/drawing/2014/main" id="{54E2B520-4E9C-254D-B4F8-DCA879FAAC01}"/>
                </a:ext>
              </a:extLst>
            </p:cNvPr>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9" name="Oval 428">
              <a:extLst>
                <a:ext uri="{FF2B5EF4-FFF2-40B4-BE49-F238E27FC236}">
                  <a16:creationId xmlns:a16="http://schemas.microsoft.com/office/drawing/2014/main" id="{B0938F14-A03E-C441-B1AF-06C5596AB57D}"/>
                </a:ext>
              </a:extLst>
            </p:cNvPr>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Oval 429">
              <a:extLst>
                <a:ext uri="{FF2B5EF4-FFF2-40B4-BE49-F238E27FC236}">
                  <a16:creationId xmlns:a16="http://schemas.microsoft.com/office/drawing/2014/main" id="{0791CEED-B948-5545-89DD-9B86F9FB5DAF}"/>
                </a:ext>
              </a:extLst>
            </p:cNvPr>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1" name="Oval 430">
              <a:extLst>
                <a:ext uri="{FF2B5EF4-FFF2-40B4-BE49-F238E27FC236}">
                  <a16:creationId xmlns:a16="http://schemas.microsoft.com/office/drawing/2014/main" id="{66A9D6C6-854C-654F-B665-236F17BC2CBD}"/>
                </a:ext>
              </a:extLst>
            </p:cNvPr>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32" name="Group 431">
            <a:extLst>
              <a:ext uri="{FF2B5EF4-FFF2-40B4-BE49-F238E27FC236}">
                <a16:creationId xmlns:a16="http://schemas.microsoft.com/office/drawing/2014/main" id="{A04C17A5-32ED-2744-89A3-BF2A154754FF}"/>
              </a:ext>
            </a:extLst>
          </p:cNvPr>
          <p:cNvGrpSpPr/>
          <p:nvPr/>
        </p:nvGrpSpPr>
        <p:grpSpPr>
          <a:xfrm>
            <a:off x="9378521" y="3352801"/>
            <a:ext cx="423557" cy="423557"/>
            <a:chOff x="5359334" y="3425040"/>
            <a:chExt cx="609600" cy="609600"/>
          </a:xfrm>
        </p:grpSpPr>
        <p:sp>
          <p:nvSpPr>
            <p:cNvPr id="433" name="Rounded Rectangle 432">
              <a:extLst>
                <a:ext uri="{FF2B5EF4-FFF2-40B4-BE49-F238E27FC236}">
                  <a16:creationId xmlns:a16="http://schemas.microsoft.com/office/drawing/2014/main" id="{DB6240F2-6911-554B-B258-7A1837233F16}"/>
                </a:ext>
              </a:extLst>
            </p:cNvPr>
            <p:cNvSpPr/>
            <p:nvPr/>
          </p:nvSpPr>
          <p:spPr>
            <a:xfrm>
              <a:off x="5359334" y="342504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4" name="Oval 433">
              <a:extLst>
                <a:ext uri="{FF2B5EF4-FFF2-40B4-BE49-F238E27FC236}">
                  <a16:creationId xmlns:a16="http://schemas.microsoft.com/office/drawing/2014/main" id="{A5A5C904-6F2B-6044-9685-944BEE5A1D74}"/>
                </a:ext>
              </a:extLst>
            </p:cNvPr>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5" name="Oval 434">
              <a:extLst>
                <a:ext uri="{FF2B5EF4-FFF2-40B4-BE49-F238E27FC236}">
                  <a16:creationId xmlns:a16="http://schemas.microsoft.com/office/drawing/2014/main" id="{DE68AAEC-A613-FF47-B0EA-1DBDAE51B179}"/>
                </a:ext>
              </a:extLst>
            </p:cNvPr>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6" name="Oval 435">
              <a:extLst>
                <a:ext uri="{FF2B5EF4-FFF2-40B4-BE49-F238E27FC236}">
                  <a16:creationId xmlns:a16="http://schemas.microsoft.com/office/drawing/2014/main" id="{231DD1FF-1266-1140-A3AA-8A56A9B7BA07}"/>
                </a:ext>
              </a:extLst>
            </p:cNvPr>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7" name="Oval 436">
              <a:extLst>
                <a:ext uri="{FF2B5EF4-FFF2-40B4-BE49-F238E27FC236}">
                  <a16:creationId xmlns:a16="http://schemas.microsoft.com/office/drawing/2014/main" id="{6ADDEB7B-58B7-614E-8AD3-A912514750ED}"/>
                </a:ext>
              </a:extLst>
            </p:cNvPr>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 name="Oval 437">
              <a:extLst>
                <a:ext uri="{FF2B5EF4-FFF2-40B4-BE49-F238E27FC236}">
                  <a16:creationId xmlns:a16="http://schemas.microsoft.com/office/drawing/2014/main" id="{4F2895F0-D507-EB47-B095-D5D96F247EB4}"/>
                </a:ext>
              </a:extLst>
            </p:cNvPr>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 name="Oval 438">
              <a:extLst>
                <a:ext uri="{FF2B5EF4-FFF2-40B4-BE49-F238E27FC236}">
                  <a16:creationId xmlns:a16="http://schemas.microsoft.com/office/drawing/2014/main" id="{11641596-0127-E64B-9225-C99FAB110908}"/>
                </a:ext>
              </a:extLst>
            </p:cNvPr>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0" name="Group 439">
            <a:extLst>
              <a:ext uri="{FF2B5EF4-FFF2-40B4-BE49-F238E27FC236}">
                <a16:creationId xmlns:a16="http://schemas.microsoft.com/office/drawing/2014/main" id="{F5B6837C-0BE0-F24D-959D-85EE0F44FF0F}"/>
              </a:ext>
            </a:extLst>
          </p:cNvPr>
          <p:cNvGrpSpPr/>
          <p:nvPr/>
        </p:nvGrpSpPr>
        <p:grpSpPr>
          <a:xfrm>
            <a:off x="2872200" y="3371592"/>
            <a:ext cx="423557" cy="423557"/>
            <a:chOff x="1219200" y="3429000"/>
            <a:chExt cx="609600" cy="609600"/>
          </a:xfrm>
        </p:grpSpPr>
        <p:sp>
          <p:nvSpPr>
            <p:cNvPr id="441" name="Rounded Rectangle 440">
              <a:extLst>
                <a:ext uri="{FF2B5EF4-FFF2-40B4-BE49-F238E27FC236}">
                  <a16:creationId xmlns:a16="http://schemas.microsoft.com/office/drawing/2014/main" id="{B8576D59-0334-4144-9977-187DB07BBB18}"/>
                </a:ext>
              </a:extLst>
            </p:cNvPr>
            <p:cNvSpPr/>
            <p:nvPr/>
          </p:nvSpPr>
          <p:spPr>
            <a:xfrm>
              <a:off x="1219200"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 name="Oval 441">
              <a:extLst>
                <a:ext uri="{FF2B5EF4-FFF2-40B4-BE49-F238E27FC236}">
                  <a16:creationId xmlns:a16="http://schemas.microsoft.com/office/drawing/2014/main" id="{8AF72071-911E-794D-9DA3-BE2BB559C1F6}"/>
                </a:ext>
              </a:extLst>
            </p:cNvPr>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3" name="Group 442">
            <a:extLst>
              <a:ext uri="{FF2B5EF4-FFF2-40B4-BE49-F238E27FC236}">
                <a16:creationId xmlns:a16="http://schemas.microsoft.com/office/drawing/2014/main" id="{9680B3F9-76F7-F94E-B5BE-91A814DC596D}"/>
              </a:ext>
            </a:extLst>
          </p:cNvPr>
          <p:cNvGrpSpPr/>
          <p:nvPr/>
        </p:nvGrpSpPr>
        <p:grpSpPr>
          <a:xfrm>
            <a:off x="2868245" y="3915045"/>
            <a:ext cx="423557" cy="423557"/>
            <a:chOff x="2038597" y="3429000"/>
            <a:chExt cx="609600" cy="609600"/>
          </a:xfrm>
        </p:grpSpPr>
        <p:sp>
          <p:nvSpPr>
            <p:cNvPr id="444" name="Rounded Rectangle 443">
              <a:extLst>
                <a:ext uri="{FF2B5EF4-FFF2-40B4-BE49-F238E27FC236}">
                  <a16:creationId xmlns:a16="http://schemas.microsoft.com/office/drawing/2014/main" id="{69B7513E-D223-EE4D-AD3F-2E023EA1A59A}"/>
                </a:ext>
              </a:extLst>
            </p:cNvPr>
            <p:cNvSpPr/>
            <p:nvPr/>
          </p:nvSpPr>
          <p:spPr>
            <a:xfrm>
              <a:off x="2038597"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 name="Oval 444">
              <a:extLst>
                <a:ext uri="{FF2B5EF4-FFF2-40B4-BE49-F238E27FC236}">
                  <a16:creationId xmlns:a16="http://schemas.microsoft.com/office/drawing/2014/main" id="{9EC23A3F-FBC3-1743-9D30-5704A7D52E62}"/>
                </a:ext>
              </a:extLst>
            </p:cNvPr>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6" name="Oval 445">
              <a:extLst>
                <a:ext uri="{FF2B5EF4-FFF2-40B4-BE49-F238E27FC236}">
                  <a16:creationId xmlns:a16="http://schemas.microsoft.com/office/drawing/2014/main" id="{4010725D-1F4D-2B48-B754-F560728C94D5}"/>
                </a:ext>
              </a:extLst>
            </p:cNvPr>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7" name="Group 446">
            <a:extLst>
              <a:ext uri="{FF2B5EF4-FFF2-40B4-BE49-F238E27FC236}">
                <a16:creationId xmlns:a16="http://schemas.microsoft.com/office/drawing/2014/main" id="{D2B7179A-55EC-A540-89E0-B218A7F5A3FC}"/>
              </a:ext>
            </a:extLst>
          </p:cNvPr>
          <p:cNvGrpSpPr/>
          <p:nvPr/>
        </p:nvGrpSpPr>
        <p:grpSpPr>
          <a:xfrm>
            <a:off x="2872200" y="4458498"/>
            <a:ext cx="423557" cy="423557"/>
            <a:chOff x="2857994" y="3429000"/>
            <a:chExt cx="609600" cy="609600"/>
          </a:xfrm>
        </p:grpSpPr>
        <p:sp>
          <p:nvSpPr>
            <p:cNvPr id="448" name="Rounded Rectangle 447">
              <a:extLst>
                <a:ext uri="{FF2B5EF4-FFF2-40B4-BE49-F238E27FC236}">
                  <a16:creationId xmlns:a16="http://schemas.microsoft.com/office/drawing/2014/main" id="{852FBEB9-0C8B-4046-8780-3A0A8F3687B8}"/>
                </a:ext>
              </a:extLst>
            </p:cNvPr>
            <p:cNvSpPr/>
            <p:nvPr/>
          </p:nvSpPr>
          <p:spPr>
            <a:xfrm>
              <a:off x="2857994"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 name="Oval 448">
              <a:extLst>
                <a:ext uri="{FF2B5EF4-FFF2-40B4-BE49-F238E27FC236}">
                  <a16:creationId xmlns:a16="http://schemas.microsoft.com/office/drawing/2014/main" id="{80B96D5C-52FE-C144-8A96-BAECDE9E9263}"/>
                </a:ext>
              </a:extLst>
            </p:cNvPr>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 name="Oval 449">
              <a:extLst>
                <a:ext uri="{FF2B5EF4-FFF2-40B4-BE49-F238E27FC236}">
                  <a16:creationId xmlns:a16="http://schemas.microsoft.com/office/drawing/2014/main" id="{6B52B0BB-01AB-4F41-936F-B2311341D91F}"/>
                </a:ext>
              </a:extLst>
            </p:cNvPr>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 name="Oval 450">
              <a:extLst>
                <a:ext uri="{FF2B5EF4-FFF2-40B4-BE49-F238E27FC236}">
                  <a16:creationId xmlns:a16="http://schemas.microsoft.com/office/drawing/2014/main" id="{E14E985B-AFA2-224E-B77B-3DEDDA2A3CA9}"/>
                </a:ext>
              </a:extLst>
            </p:cNvPr>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2" name="Group 451">
            <a:extLst>
              <a:ext uri="{FF2B5EF4-FFF2-40B4-BE49-F238E27FC236}">
                <a16:creationId xmlns:a16="http://schemas.microsoft.com/office/drawing/2014/main" id="{E8402CEE-DB48-EB4F-B69B-512FFE0DCC3E}"/>
              </a:ext>
            </a:extLst>
          </p:cNvPr>
          <p:cNvGrpSpPr/>
          <p:nvPr/>
        </p:nvGrpSpPr>
        <p:grpSpPr>
          <a:xfrm>
            <a:off x="2857561" y="5001951"/>
            <a:ext cx="423557" cy="423557"/>
            <a:chOff x="3697186" y="3428010"/>
            <a:chExt cx="609600" cy="609600"/>
          </a:xfrm>
        </p:grpSpPr>
        <p:sp>
          <p:nvSpPr>
            <p:cNvPr id="453" name="Rounded Rectangle 452">
              <a:extLst>
                <a:ext uri="{FF2B5EF4-FFF2-40B4-BE49-F238E27FC236}">
                  <a16:creationId xmlns:a16="http://schemas.microsoft.com/office/drawing/2014/main" id="{A81CC2D7-B47F-454F-BCA2-A6D503E4C2B7}"/>
                </a:ext>
              </a:extLst>
            </p:cNvPr>
            <p:cNvSpPr/>
            <p:nvPr/>
          </p:nvSpPr>
          <p:spPr>
            <a:xfrm>
              <a:off x="3697186"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4" name="Oval 453">
              <a:extLst>
                <a:ext uri="{FF2B5EF4-FFF2-40B4-BE49-F238E27FC236}">
                  <a16:creationId xmlns:a16="http://schemas.microsoft.com/office/drawing/2014/main" id="{723663FB-24E5-124E-A743-04637A758AFF}"/>
                </a:ext>
              </a:extLst>
            </p:cNvPr>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5" name="Oval 454">
              <a:extLst>
                <a:ext uri="{FF2B5EF4-FFF2-40B4-BE49-F238E27FC236}">
                  <a16:creationId xmlns:a16="http://schemas.microsoft.com/office/drawing/2014/main" id="{78AE101A-F303-8D49-B824-E353C3E83427}"/>
                </a:ext>
              </a:extLst>
            </p:cNvPr>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6" name="Oval 455">
              <a:extLst>
                <a:ext uri="{FF2B5EF4-FFF2-40B4-BE49-F238E27FC236}">
                  <a16:creationId xmlns:a16="http://schemas.microsoft.com/office/drawing/2014/main" id="{EA5E61BB-E798-4F46-8E00-9225414980F4}"/>
                </a:ext>
              </a:extLst>
            </p:cNvPr>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7" name="Oval 456">
              <a:extLst>
                <a:ext uri="{FF2B5EF4-FFF2-40B4-BE49-F238E27FC236}">
                  <a16:creationId xmlns:a16="http://schemas.microsoft.com/office/drawing/2014/main" id="{578A6440-05E3-C040-98EA-8DAA5666A4A6}"/>
                </a:ext>
              </a:extLst>
            </p:cNvPr>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8" name="Group 457">
            <a:extLst>
              <a:ext uri="{FF2B5EF4-FFF2-40B4-BE49-F238E27FC236}">
                <a16:creationId xmlns:a16="http://schemas.microsoft.com/office/drawing/2014/main" id="{1FF96F15-B3DD-A14A-A10A-E29C6D888CA4}"/>
              </a:ext>
            </a:extLst>
          </p:cNvPr>
          <p:cNvGrpSpPr/>
          <p:nvPr/>
        </p:nvGrpSpPr>
        <p:grpSpPr>
          <a:xfrm>
            <a:off x="2857561" y="5564819"/>
            <a:ext cx="423557" cy="423557"/>
            <a:chOff x="4516583" y="3428010"/>
            <a:chExt cx="609600" cy="609600"/>
          </a:xfrm>
        </p:grpSpPr>
        <p:sp>
          <p:nvSpPr>
            <p:cNvPr id="459" name="Rounded Rectangle 458">
              <a:extLst>
                <a:ext uri="{FF2B5EF4-FFF2-40B4-BE49-F238E27FC236}">
                  <a16:creationId xmlns:a16="http://schemas.microsoft.com/office/drawing/2014/main" id="{FD630995-56B8-4840-8C0B-267BBC6B08CE}"/>
                </a:ext>
              </a:extLst>
            </p:cNvPr>
            <p:cNvSpPr/>
            <p:nvPr/>
          </p:nvSpPr>
          <p:spPr>
            <a:xfrm>
              <a:off x="4516583"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0" name="Oval 459">
              <a:extLst>
                <a:ext uri="{FF2B5EF4-FFF2-40B4-BE49-F238E27FC236}">
                  <a16:creationId xmlns:a16="http://schemas.microsoft.com/office/drawing/2014/main" id="{14F17E18-A6C3-FB46-BD28-EBDDC45C130B}"/>
                </a:ext>
              </a:extLst>
            </p:cNvPr>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1" name="Oval 460">
              <a:extLst>
                <a:ext uri="{FF2B5EF4-FFF2-40B4-BE49-F238E27FC236}">
                  <a16:creationId xmlns:a16="http://schemas.microsoft.com/office/drawing/2014/main" id="{E3551816-5D19-F048-8B28-AC34C65078B7}"/>
                </a:ext>
              </a:extLst>
            </p:cNvPr>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2" name="Oval 461">
              <a:extLst>
                <a:ext uri="{FF2B5EF4-FFF2-40B4-BE49-F238E27FC236}">
                  <a16:creationId xmlns:a16="http://schemas.microsoft.com/office/drawing/2014/main" id="{5E4943EC-F17B-184B-8D0B-5388EB704902}"/>
                </a:ext>
              </a:extLst>
            </p:cNvPr>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3" name="Oval 462">
              <a:extLst>
                <a:ext uri="{FF2B5EF4-FFF2-40B4-BE49-F238E27FC236}">
                  <a16:creationId xmlns:a16="http://schemas.microsoft.com/office/drawing/2014/main" id="{2D3CBA5B-4EA3-A84C-BBE4-C13A16B1AAE0}"/>
                </a:ext>
              </a:extLst>
            </p:cNvPr>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4" name="Oval 463">
              <a:extLst>
                <a:ext uri="{FF2B5EF4-FFF2-40B4-BE49-F238E27FC236}">
                  <a16:creationId xmlns:a16="http://schemas.microsoft.com/office/drawing/2014/main" id="{5FC9ADE9-DEDC-3A4D-87BB-5C96DBADAD44}"/>
                </a:ext>
              </a:extLst>
            </p:cNvPr>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5" name="Group 464">
            <a:extLst>
              <a:ext uri="{FF2B5EF4-FFF2-40B4-BE49-F238E27FC236}">
                <a16:creationId xmlns:a16="http://schemas.microsoft.com/office/drawing/2014/main" id="{2E242674-A1A2-5449-9A31-ECF46692DBE8}"/>
              </a:ext>
            </a:extLst>
          </p:cNvPr>
          <p:cNvGrpSpPr/>
          <p:nvPr/>
        </p:nvGrpSpPr>
        <p:grpSpPr>
          <a:xfrm>
            <a:off x="2857561" y="6109477"/>
            <a:ext cx="423557" cy="423557"/>
            <a:chOff x="5359334" y="3425040"/>
            <a:chExt cx="609600" cy="609600"/>
          </a:xfrm>
        </p:grpSpPr>
        <p:sp>
          <p:nvSpPr>
            <p:cNvPr id="466" name="Rounded Rectangle 465">
              <a:extLst>
                <a:ext uri="{FF2B5EF4-FFF2-40B4-BE49-F238E27FC236}">
                  <a16:creationId xmlns:a16="http://schemas.microsoft.com/office/drawing/2014/main" id="{F3B1AE10-E615-6F49-BF4D-BFC47EEE2D2D}"/>
                </a:ext>
              </a:extLst>
            </p:cNvPr>
            <p:cNvSpPr/>
            <p:nvPr/>
          </p:nvSpPr>
          <p:spPr>
            <a:xfrm>
              <a:off x="5359334" y="342504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7" name="Oval 466">
              <a:extLst>
                <a:ext uri="{FF2B5EF4-FFF2-40B4-BE49-F238E27FC236}">
                  <a16:creationId xmlns:a16="http://schemas.microsoft.com/office/drawing/2014/main" id="{A070A02E-D43D-4F43-BDA9-BF50EEBB4C7C}"/>
                </a:ext>
              </a:extLst>
            </p:cNvPr>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8" name="Oval 467">
              <a:extLst>
                <a:ext uri="{FF2B5EF4-FFF2-40B4-BE49-F238E27FC236}">
                  <a16:creationId xmlns:a16="http://schemas.microsoft.com/office/drawing/2014/main" id="{A4EBAD28-5D4F-ED4D-A4AC-F50017C4E3FE}"/>
                </a:ext>
              </a:extLst>
            </p:cNvPr>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9" name="Oval 468">
              <a:extLst>
                <a:ext uri="{FF2B5EF4-FFF2-40B4-BE49-F238E27FC236}">
                  <a16:creationId xmlns:a16="http://schemas.microsoft.com/office/drawing/2014/main" id="{9547E9B6-1FB9-0D40-A202-F31078B78DBE}"/>
                </a:ext>
              </a:extLst>
            </p:cNvPr>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0" name="Oval 469">
              <a:extLst>
                <a:ext uri="{FF2B5EF4-FFF2-40B4-BE49-F238E27FC236}">
                  <a16:creationId xmlns:a16="http://schemas.microsoft.com/office/drawing/2014/main" id="{67B86EBC-E7A1-C04C-A56C-5158C10C8A65}"/>
                </a:ext>
              </a:extLst>
            </p:cNvPr>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 name="Oval 470">
              <a:extLst>
                <a:ext uri="{FF2B5EF4-FFF2-40B4-BE49-F238E27FC236}">
                  <a16:creationId xmlns:a16="http://schemas.microsoft.com/office/drawing/2014/main" id="{081E737C-ED94-DE49-BA5E-8386FBC7C96E}"/>
                </a:ext>
              </a:extLst>
            </p:cNvPr>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 name="Oval 471">
              <a:extLst>
                <a:ext uri="{FF2B5EF4-FFF2-40B4-BE49-F238E27FC236}">
                  <a16:creationId xmlns:a16="http://schemas.microsoft.com/office/drawing/2014/main" id="{40248FB8-0FFC-1B41-9CE6-69A7A630E018}"/>
                </a:ext>
              </a:extLst>
            </p:cNvPr>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3" name="Group 472">
            <a:extLst>
              <a:ext uri="{FF2B5EF4-FFF2-40B4-BE49-F238E27FC236}">
                <a16:creationId xmlns:a16="http://schemas.microsoft.com/office/drawing/2014/main" id="{E7CA3252-DED2-384D-B399-DBF05DE31169}"/>
              </a:ext>
            </a:extLst>
          </p:cNvPr>
          <p:cNvGrpSpPr/>
          <p:nvPr/>
        </p:nvGrpSpPr>
        <p:grpSpPr>
          <a:xfrm>
            <a:off x="2311673" y="3922088"/>
            <a:ext cx="423557" cy="423557"/>
            <a:chOff x="1219200" y="3429000"/>
            <a:chExt cx="609600" cy="609600"/>
          </a:xfrm>
        </p:grpSpPr>
        <p:sp>
          <p:nvSpPr>
            <p:cNvPr id="474" name="Rounded Rectangle 473">
              <a:extLst>
                <a:ext uri="{FF2B5EF4-FFF2-40B4-BE49-F238E27FC236}">
                  <a16:creationId xmlns:a16="http://schemas.microsoft.com/office/drawing/2014/main" id="{E1F40701-8826-D741-8E6E-3CC17D803785}"/>
                </a:ext>
              </a:extLst>
            </p:cNvPr>
            <p:cNvSpPr/>
            <p:nvPr/>
          </p:nvSpPr>
          <p:spPr>
            <a:xfrm>
              <a:off x="1219200"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Oval 474">
              <a:extLst>
                <a:ext uri="{FF2B5EF4-FFF2-40B4-BE49-F238E27FC236}">
                  <a16:creationId xmlns:a16="http://schemas.microsoft.com/office/drawing/2014/main" id="{05636891-C182-1044-82D9-B8E6969016C6}"/>
                </a:ext>
              </a:extLst>
            </p:cNvPr>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6" name="Group 475">
            <a:extLst>
              <a:ext uri="{FF2B5EF4-FFF2-40B4-BE49-F238E27FC236}">
                <a16:creationId xmlns:a16="http://schemas.microsoft.com/office/drawing/2014/main" id="{60F99626-3263-CB47-AC07-CCC4B5576915}"/>
              </a:ext>
            </a:extLst>
          </p:cNvPr>
          <p:cNvGrpSpPr/>
          <p:nvPr/>
        </p:nvGrpSpPr>
        <p:grpSpPr>
          <a:xfrm>
            <a:off x="2308754" y="4469665"/>
            <a:ext cx="423557" cy="423557"/>
            <a:chOff x="1219200" y="3429000"/>
            <a:chExt cx="609600" cy="609600"/>
          </a:xfrm>
        </p:grpSpPr>
        <p:sp>
          <p:nvSpPr>
            <p:cNvPr id="477" name="Rounded Rectangle 476">
              <a:extLst>
                <a:ext uri="{FF2B5EF4-FFF2-40B4-BE49-F238E27FC236}">
                  <a16:creationId xmlns:a16="http://schemas.microsoft.com/office/drawing/2014/main" id="{30790D5C-9BD2-3E47-9A9A-D40DCAF26FF8}"/>
                </a:ext>
              </a:extLst>
            </p:cNvPr>
            <p:cNvSpPr/>
            <p:nvPr/>
          </p:nvSpPr>
          <p:spPr>
            <a:xfrm>
              <a:off x="1219200"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 name="Oval 477">
              <a:extLst>
                <a:ext uri="{FF2B5EF4-FFF2-40B4-BE49-F238E27FC236}">
                  <a16:creationId xmlns:a16="http://schemas.microsoft.com/office/drawing/2014/main" id="{A515916E-D6B2-224E-83B0-EA9D87B81839}"/>
                </a:ext>
              </a:extLst>
            </p:cNvPr>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9" name="Group 478">
            <a:extLst>
              <a:ext uri="{FF2B5EF4-FFF2-40B4-BE49-F238E27FC236}">
                <a16:creationId xmlns:a16="http://schemas.microsoft.com/office/drawing/2014/main" id="{65394072-7867-DD4D-942F-1F89D958F3AE}"/>
              </a:ext>
            </a:extLst>
          </p:cNvPr>
          <p:cNvGrpSpPr/>
          <p:nvPr/>
        </p:nvGrpSpPr>
        <p:grpSpPr>
          <a:xfrm>
            <a:off x="2305835" y="5017242"/>
            <a:ext cx="423557" cy="423557"/>
            <a:chOff x="1219200" y="3429000"/>
            <a:chExt cx="609600" cy="609600"/>
          </a:xfrm>
        </p:grpSpPr>
        <p:sp>
          <p:nvSpPr>
            <p:cNvPr id="480" name="Rounded Rectangle 479">
              <a:extLst>
                <a:ext uri="{FF2B5EF4-FFF2-40B4-BE49-F238E27FC236}">
                  <a16:creationId xmlns:a16="http://schemas.microsoft.com/office/drawing/2014/main" id="{8CC421C7-B1C4-9D4F-B865-6D3D7FC6651F}"/>
                </a:ext>
              </a:extLst>
            </p:cNvPr>
            <p:cNvSpPr/>
            <p:nvPr/>
          </p:nvSpPr>
          <p:spPr>
            <a:xfrm>
              <a:off x="1219200"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 name="Oval 480">
              <a:extLst>
                <a:ext uri="{FF2B5EF4-FFF2-40B4-BE49-F238E27FC236}">
                  <a16:creationId xmlns:a16="http://schemas.microsoft.com/office/drawing/2014/main" id="{809FF06B-A875-224D-9CFB-F0AB587A303E}"/>
                </a:ext>
              </a:extLst>
            </p:cNvPr>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2" name="Group 481">
            <a:extLst>
              <a:ext uri="{FF2B5EF4-FFF2-40B4-BE49-F238E27FC236}">
                <a16:creationId xmlns:a16="http://schemas.microsoft.com/office/drawing/2014/main" id="{695FBA72-2913-C64D-84A1-3CDBF1A1B616}"/>
              </a:ext>
            </a:extLst>
          </p:cNvPr>
          <p:cNvGrpSpPr/>
          <p:nvPr/>
        </p:nvGrpSpPr>
        <p:grpSpPr>
          <a:xfrm>
            <a:off x="2302916" y="5564819"/>
            <a:ext cx="423557" cy="423557"/>
            <a:chOff x="1219200" y="3429000"/>
            <a:chExt cx="609600" cy="609600"/>
          </a:xfrm>
        </p:grpSpPr>
        <p:sp>
          <p:nvSpPr>
            <p:cNvPr id="483" name="Rounded Rectangle 482">
              <a:extLst>
                <a:ext uri="{FF2B5EF4-FFF2-40B4-BE49-F238E27FC236}">
                  <a16:creationId xmlns:a16="http://schemas.microsoft.com/office/drawing/2014/main" id="{30D365A3-C64B-6B43-B9CA-65B193A4D3C6}"/>
                </a:ext>
              </a:extLst>
            </p:cNvPr>
            <p:cNvSpPr/>
            <p:nvPr/>
          </p:nvSpPr>
          <p:spPr>
            <a:xfrm>
              <a:off x="1219200"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 name="Oval 483">
              <a:extLst>
                <a:ext uri="{FF2B5EF4-FFF2-40B4-BE49-F238E27FC236}">
                  <a16:creationId xmlns:a16="http://schemas.microsoft.com/office/drawing/2014/main" id="{800AEF29-A16E-0144-A81A-EAC2E01A2031}"/>
                </a:ext>
              </a:extLst>
            </p:cNvPr>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5" name="Group 484">
            <a:extLst>
              <a:ext uri="{FF2B5EF4-FFF2-40B4-BE49-F238E27FC236}">
                <a16:creationId xmlns:a16="http://schemas.microsoft.com/office/drawing/2014/main" id="{0CBC360B-2216-CA4A-8CAF-1FBF5274AFEF}"/>
              </a:ext>
            </a:extLst>
          </p:cNvPr>
          <p:cNvGrpSpPr/>
          <p:nvPr/>
        </p:nvGrpSpPr>
        <p:grpSpPr>
          <a:xfrm>
            <a:off x="2299997" y="6112396"/>
            <a:ext cx="423557" cy="423557"/>
            <a:chOff x="1219200" y="3429000"/>
            <a:chExt cx="609600" cy="609600"/>
          </a:xfrm>
        </p:grpSpPr>
        <p:sp>
          <p:nvSpPr>
            <p:cNvPr id="486" name="Rounded Rectangle 485">
              <a:extLst>
                <a:ext uri="{FF2B5EF4-FFF2-40B4-BE49-F238E27FC236}">
                  <a16:creationId xmlns:a16="http://schemas.microsoft.com/office/drawing/2014/main" id="{A109D55C-278D-4B4E-9011-3B05BABCA6E5}"/>
                </a:ext>
              </a:extLst>
            </p:cNvPr>
            <p:cNvSpPr/>
            <p:nvPr/>
          </p:nvSpPr>
          <p:spPr>
            <a:xfrm>
              <a:off x="1219200"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 name="Oval 486">
              <a:extLst>
                <a:ext uri="{FF2B5EF4-FFF2-40B4-BE49-F238E27FC236}">
                  <a16:creationId xmlns:a16="http://schemas.microsoft.com/office/drawing/2014/main" id="{F16EA462-352E-FF41-9A7C-728618E52767}"/>
                </a:ext>
              </a:extLst>
            </p:cNvPr>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8" name="Group 487">
            <a:extLst>
              <a:ext uri="{FF2B5EF4-FFF2-40B4-BE49-F238E27FC236}">
                <a16:creationId xmlns:a16="http://schemas.microsoft.com/office/drawing/2014/main" id="{96A0E8B0-818D-3F4D-81C9-85E93C54C924}"/>
              </a:ext>
            </a:extLst>
          </p:cNvPr>
          <p:cNvGrpSpPr/>
          <p:nvPr/>
        </p:nvGrpSpPr>
        <p:grpSpPr>
          <a:xfrm>
            <a:off x="4289724" y="3368664"/>
            <a:ext cx="423557" cy="423557"/>
            <a:chOff x="1219200" y="3429000"/>
            <a:chExt cx="609600" cy="609600"/>
          </a:xfrm>
        </p:grpSpPr>
        <p:sp>
          <p:nvSpPr>
            <p:cNvPr id="489" name="Rounded Rectangle 488">
              <a:extLst>
                <a:ext uri="{FF2B5EF4-FFF2-40B4-BE49-F238E27FC236}">
                  <a16:creationId xmlns:a16="http://schemas.microsoft.com/office/drawing/2014/main" id="{9EAE19E8-F8FE-EC48-84C5-C72F3C9FC944}"/>
                </a:ext>
              </a:extLst>
            </p:cNvPr>
            <p:cNvSpPr/>
            <p:nvPr/>
          </p:nvSpPr>
          <p:spPr>
            <a:xfrm>
              <a:off x="1219200"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0" name="Oval 489">
              <a:extLst>
                <a:ext uri="{FF2B5EF4-FFF2-40B4-BE49-F238E27FC236}">
                  <a16:creationId xmlns:a16="http://schemas.microsoft.com/office/drawing/2014/main" id="{23D0DF05-A7F6-B646-9C49-8866C62B0646}"/>
                </a:ext>
              </a:extLst>
            </p:cNvPr>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91" name="Group 490">
            <a:extLst>
              <a:ext uri="{FF2B5EF4-FFF2-40B4-BE49-F238E27FC236}">
                <a16:creationId xmlns:a16="http://schemas.microsoft.com/office/drawing/2014/main" id="{9540DF3C-1BDF-E548-8DBF-3B04F4ABB678}"/>
              </a:ext>
            </a:extLst>
          </p:cNvPr>
          <p:cNvGrpSpPr/>
          <p:nvPr/>
        </p:nvGrpSpPr>
        <p:grpSpPr>
          <a:xfrm>
            <a:off x="4285769" y="3912117"/>
            <a:ext cx="423557" cy="423557"/>
            <a:chOff x="2038597" y="3429000"/>
            <a:chExt cx="609600" cy="609600"/>
          </a:xfrm>
        </p:grpSpPr>
        <p:sp>
          <p:nvSpPr>
            <p:cNvPr id="492" name="Rounded Rectangle 491">
              <a:extLst>
                <a:ext uri="{FF2B5EF4-FFF2-40B4-BE49-F238E27FC236}">
                  <a16:creationId xmlns:a16="http://schemas.microsoft.com/office/drawing/2014/main" id="{31CC5F49-5214-F24C-A440-C1189E744CA7}"/>
                </a:ext>
              </a:extLst>
            </p:cNvPr>
            <p:cNvSpPr/>
            <p:nvPr/>
          </p:nvSpPr>
          <p:spPr>
            <a:xfrm>
              <a:off x="2038597"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3" name="Oval 492">
              <a:extLst>
                <a:ext uri="{FF2B5EF4-FFF2-40B4-BE49-F238E27FC236}">
                  <a16:creationId xmlns:a16="http://schemas.microsoft.com/office/drawing/2014/main" id="{5B8C58E7-78AA-D541-9A0E-BBE7F99D734F}"/>
                </a:ext>
              </a:extLst>
            </p:cNvPr>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4" name="Oval 493">
              <a:extLst>
                <a:ext uri="{FF2B5EF4-FFF2-40B4-BE49-F238E27FC236}">
                  <a16:creationId xmlns:a16="http://schemas.microsoft.com/office/drawing/2014/main" id="{FA16E507-0BCC-8B4F-8267-EA2EE864DF82}"/>
                </a:ext>
              </a:extLst>
            </p:cNvPr>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95" name="Group 494">
            <a:extLst>
              <a:ext uri="{FF2B5EF4-FFF2-40B4-BE49-F238E27FC236}">
                <a16:creationId xmlns:a16="http://schemas.microsoft.com/office/drawing/2014/main" id="{2AE99346-3E2F-314B-BED3-963836BEEDDC}"/>
              </a:ext>
            </a:extLst>
          </p:cNvPr>
          <p:cNvGrpSpPr/>
          <p:nvPr/>
        </p:nvGrpSpPr>
        <p:grpSpPr>
          <a:xfrm>
            <a:off x="4289724" y="4455570"/>
            <a:ext cx="423557" cy="423557"/>
            <a:chOff x="2857994" y="3429000"/>
            <a:chExt cx="609600" cy="609600"/>
          </a:xfrm>
        </p:grpSpPr>
        <p:sp>
          <p:nvSpPr>
            <p:cNvPr id="496" name="Rounded Rectangle 495">
              <a:extLst>
                <a:ext uri="{FF2B5EF4-FFF2-40B4-BE49-F238E27FC236}">
                  <a16:creationId xmlns:a16="http://schemas.microsoft.com/office/drawing/2014/main" id="{0958A9C9-ED3A-A44F-BDC0-21FBC385DAC5}"/>
                </a:ext>
              </a:extLst>
            </p:cNvPr>
            <p:cNvSpPr/>
            <p:nvPr/>
          </p:nvSpPr>
          <p:spPr>
            <a:xfrm>
              <a:off x="2857994"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7" name="Oval 496">
              <a:extLst>
                <a:ext uri="{FF2B5EF4-FFF2-40B4-BE49-F238E27FC236}">
                  <a16:creationId xmlns:a16="http://schemas.microsoft.com/office/drawing/2014/main" id="{D854CB7C-D902-C644-A302-A18A9998C8FB}"/>
                </a:ext>
              </a:extLst>
            </p:cNvPr>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8" name="Oval 497">
              <a:extLst>
                <a:ext uri="{FF2B5EF4-FFF2-40B4-BE49-F238E27FC236}">
                  <a16:creationId xmlns:a16="http://schemas.microsoft.com/office/drawing/2014/main" id="{DEFA34A7-9876-B949-A295-BA66F28A9055}"/>
                </a:ext>
              </a:extLst>
            </p:cNvPr>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9" name="Oval 498">
              <a:extLst>
                <a:ext uri="{FF2B5EF4-FFF2-40B4-BE49-F238E27FC236}">
                  <a16:creationId xmlns:a16="http://schemas.microsoft.com/office/drawing/2014/main" id="{FDBD113F-7DFB-5746-B4FE-9EC2279946B6}"/>
                </a:ext>
              </a:extLst>
            </p:cNvPr>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0" name="Group 499">
            <a:extLst>
              <a:ext uri="{FF2B5EF4-FFF2-40B4-BE49-F238E27FC236}">
                <a16:creationId xmlns:a16="http://schemas.microsoft.com/office/drawing/2014/main" id="{CB3286B6-55B8-404A-A8E4-0A485EFC9EF0}"/>
              </a:ext>
            </a:extLst>
          </p:cNvPr>
          <p:cNvGrpSpPr/>
          <p:nvPr/>
        </p:nvGrpSpPr>
        <p:grpSpPr>
          <a:xfrm>
            <a:off x="4275085" y="4999023"/>
            <a:ext cx="423557" cy="423557"/>
            <a:chOff x="3697186" y="3428010"/>
            <a:chExt cx="609600" cy="609600"/>
          </a:xfrm>
        </p:grpSpPr>
        <p:sp>
          <p:nvSpPr>
            <p:cNvPr id="501" name="Rounded Rectangle 500">
              <a:extLst>
                <a:ext uri="{FF2B5EF4-FFF2-40B4-BE49-F238E27FC236}">
                  <a16:creationId xmlns:a16="http://schemas.microsoft.com/office/drawing/2014/main" id="{EDC2F8CC-2BAA-A540-B71F-2627277D8F75}"/>
                </a:ext>
              </a:extLst>
            </p:cNvPr>
            <p:cNvSpPr/>
            <p:nvPr/>
          </p:nvSpPr>
          <p:spPr>
            <a:xfrm>
              <a:off x="3697186"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2" name="Oval 501">
              <a:extLst>
                <a:ext uri="{FF2B5EF4-FFF2-40B4-BE49-F238E27FC236}">
                  <a16:creationId xmlns:a16="http://schemas.microsoft.com/office/drawing/2014/main" id="{06AC7910-CC39-CE43-B5D2-339A99572C98}"/>
                </a:ext>
              </a:extLst>
            </p:cNvPr>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3" name="Oval 502">
              <a:extLst>
                <a:ext uri="{FF2B5EF4-FFF2-40B4-BE49-F238E27FC236}">
                  <a16:creationId xmlns:a16="http://schemas.microsoft.com/office/drawing/2014/main" id="{C6042730-7C58-5149-BB25-AFC51305870A}"/>
                </a:ext>
              </a:extLst>
            </p:cNvPr>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4" name="Oval 503">
              <a:extLst>
                <a:ext uri="{FF2B5EF4-FFF2-40B4-BE49-F238E27FC236}">
                  <a16:creationId xmlns:a16="http://schemas.microsoft.com/office/drawing/2014/main" id="{175AAECF-BD7A-6C42-9192-551340413D6B}"/>
                </a:ext>
              </a:extLst>
            </p:cNvPr>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5" name="Oval 504">
              <a:extLst>
                <a:ext uri="{FF2B5EF4-FFF2-40B4-BE49-F238E27FC236}">
                  <a16:creationId xmlns:a16="http://schemas.microsoft.com/office/drawing/2014/main" id="{E9164851-AF9B-4344-A5E8-61F8E8CB84C4}"/>
                </a:ext>
              </a:extLst>
            </p:cNvPr>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6" name="Group 505">
            <a:extLst>
              <a:ext uri="{FF2B5EF4-FFF2-40B4-BE49-F238E27FC236}">
                <a16:creationId xmlns:a16="http://schemas.microsoft.com/office/drawing/2014/main" id="{00221A0C-7B51-9947-B45A-1B1529C28273}"/>
              </a:ext>
            </a:extLst>
          </p:cNvPr>
          <p:cNvGrpSpPr/>
          <p:nvPr/>
        </p:nvGrpSpPr>
        <p:grpSpPr>
          <a:xfrm>
            <a:off x="4275085" y="5561891"/>
            <a:ext cx="423557" cy="423557"/>
            <a:chOff x="4516583" y="3428010"/>
            <a:chExt cx="609600" cy="609600"/>
          </a:xfrm>
        </p:grpSpPr>
        <p:sp>
          <p:nvSpPr>
            <p:cNvPr id="507" name="Rounded Rectangle 506">
              <a:extLst>
                <a:ext uri="{FF2B5EF4-FFF2-40B4-BE49-F238E27FC236}">
                  <a16:creationId xmlns:a16="http://schemas.microsoft.com/office/drawing/2014/main" id="{AC6CD73A-F14E-654E-B639-E22EE5D268F9}"/>
                </a:ext>
              </a:extLst>
            </p:cNvPr>
            <p:cNvSpPr/>
            <p:nvPr/>
          </p:nvSpPr>
          <p:spPr>
            <a:xfrm>
              <a:off x="4516583"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8" name="Oval 507">
              <a:extLst>
                <a:ext uri="{FF2B5EF4-FFF2-40B4-BE49-F238E27FC236}">
                  <a16:creationId xmlns:a16="http://schemas.microsoft.com/office/drawing/2014/main" id="{F589ADF9-216C-7547-8E86-01E29FF25ECE}"/>
                </a:ext>
              </a:extLst>
            </p:cNvPr>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9" name="Oval 508">
              <a:extLst>
                <a:ext uri="{FF2B5EF4-FFF2-40B4-BE49-F238E27FC236}">
                  <a16:creationId xmlns:a16="http://schemas.microsoft.com/office/drawing/2014/main" id="{8D6B2D60-6E39-EE43-8C91-70BE0268571C}"/>
                </a:ext>
              </a:extLst>
            </p:cNvPr>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0" name="Oval 509">
              <a:extLst>
                <a:ext uri="{FF2B5EF4-FFF2-40B4-BE49-F238E27FC236}">
                  <a16:creationId xmlns:a16="http://schemas.microsoft.com/office/drawing/2014/main" id="{1FF5A70D-4AA4-BE41-BF65-B145FBE4E507}"/>
                </a:ext>
              </a:extLst>
            </p:cNvPr>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1" name="Oval 510">
              <a:extLst>
                <a:ext uri="{FF2B5EF4-FFF2-40B4-BE49-F238E27FC236}">
                  <a16:creationId xmlns:a16="http://schemas.microsoft.com/office/drawing/2014/main" id="{D03F66FC-B3EA-F94B-B2DD-BB130C635FE5}"/>
                </a:ext>
              </a:extLst>
            </p:cNvPr>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 name="Oval 511">
              <a:extLst>
                <a:ext uri="{FF2B5EF4-FFF2-40B4-BE49-F238E27FC236}">
                  <a16:creationId xmlns:a16="http://schemas.microsoft.com/office/drawing/2014/main" id="{CAAC7366-DC5A-2641-A885-A1B9A6FCF72A}"/>
                </a:ext>
              </a:extLst>
            </p:cNvPr>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13" name="Group 512">
            <a:extLst>
              <a:ext uri="{FF2B5EF4-FFF2-40B4-BE49-F238E27FC236}">
                <a16:creationId xmlns:a16="http://schemas.microsoft.com/office/drawing/2014/main" id="{3A7D5939-D08B-8944-B499-D3028028C595}"/>
              </a:ext>
            </a:extLst>
          </p:cNvPr>
          <p:cNvGrpSpPr/>
          <p:nvPr/>
        </p:nvGrpSpPr>
        <p:grpSpPr>
          <a:xfrm>
            <a:off x="4275085" y="6106549"/>
            <a:ext cx="423557" cy="423557"/>
            <a:chOff x="5359334" y="3425040"/>
            <a:chExt cx="609600" cy="609600"/>
          </a:xfrm>
        </p:grpSpPr>
        <p:sp>
          <p:nvSpPr>
            <p:cNvPr id="514" name="Rounded Rectangle 513">
              <a:extLst>
                <a:ext uri="{FF2B5EF4-FFF2-40B4-BE49-F238E27FC236}">
                  <a16:creationId xmlns:a16="http://schemas.microsoft.com/office/drawing/2014/main" id="{8EB86A16-84C6-1A43-B306-B9DE63F8B1C6}"/>
                </a:ext>
              </a:extLst>
            </p:cNvPr>
            <p:cNvSpPr/>
            <p:nvPr/>
          </p:nvSpPr>
          <p:spPr>
            <a:xfrm>
              <a:off x="5359334" y="342504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 name="Oval 514">
              <a:extLst>
                <a:ext uri="{FF2B5EF4-FFF2-40B4-BE49-F238E27FC236}">
                  <a16:creationId xmlns:a16="http://schemas.microsoft.com/office/drawing/2014/main" id="{C8D3B208-0584-D44E-9AB3-A6C54C8F365B}"/>
                </a:ext>
              </a:extLst>
            </p:cNvPr>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6" name="Oval 515">
              <a:extLst>
                <a:ext uri="{FF2B5EF4-FFF2-40B4-BE49-F238E27FC236}">
                  <a16:creationId xmlns:a16="http://schemas.microsoft.com/office/drawing/2014/main" id="{B29EF5A4-E10F-D043-BC8D-9305E8B39BA7}"/>
                </a:ext>
              </a:extLst>
            </p:cNvPr>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7" name="Oval 516">
              <a:extLst>
                <a:ext uri="{FF2B5EF4-FFF2-40B4-BE49-F238E27FC236}">
                  <a16:creationId xmlns:a16="http://schemas.microsoft.com/office/drawing/2014/main" id="{5AB99A3C-734E-C344-AC02-74B41F040560}"/>
                </a:ext>
              </a:extLst>
            </p:cNvPr>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8" name="Oval 517">
              <a:extLst>
                <a:ext uri="{FF2B5EF4-FFF2-40B4-BE49-F238E27FC236}">
                  <a16:creationId xmlns:a16="http://schemas.microsoft.com/office/drawing/2014/main" id="{F2F9B112-7B17-0B43-B2A5-ABE7DBE14951}"/>
                </a:ext>
              </a:extLst>
            </p:cNvPr>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9" name="Oval 518">
              <a:extLst>
                <a:ext uri="{FF2B5EF4-FFF2-40B4-BE49-F238E27FC236}">
                  <a16:creationId xmlns:a16="http://schemas.microsoft.com/office/drawing/2014/main" id="{C46490A7-DCD7-F34C-ACCF-3F6A119193A6}"/>
                </a:ext>
              </a:extLst>
            </p:cNvPr>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0" name="Oval 519">
              <a:extLst>
                <a:ext uri="{FF2B5EF4-FFF2-40B4-BE49-F238E27FC236}">
                  <a16:creationId xmlns:a16="http://schemas.microsoft.com/office/drawing/2014/main" id="{50E916F3-56E9-0744-82A6-54D8DE1F514B}"/>
                </a:ext>
              </a:extLst>
            </p:cNvPr>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21" name="Group 520">
            <a:extLst>
              <a:ext uri="{FF2B5EF4-FFF2-40B4-BE49-F238E27FC236}">
                <a16:creationId xmlns:a16="http://schemas.microsoft.com/office/drawing/2014/main" id="{DAEC500E-69C7-D945-9B0A-4968B6231EFC}"/>
              </a:ext>
            </a:extLst>
          </p:cNvPr>
          <p:cNvGrpSpPr/>
          <p:nvPr/>
        </p:nvGrpSpPr>
        <p:grpSpPr>
          <a:xfrm>
            <a:off x="3733805" y="3922088"/>
            <a:ext cx="423557" cy="423557"/>
            <a:chOff x="2038597" y="3429000"/>
            <a:chExt cx="609600" cy="609600"/>
          </a:xfrm>
        </p:grpSpPr>
        <p:sp>
          <p:nvSpPr>
            <p:cNvPr id="522" name="Rounded Rectangle 521">
              <a:extLst>
                <a:ext uri="{FF2B5EF4-FFF2-40B4-BE49-F238E27FC236}">
                  <a16:creationId xmlns:a16="http://schemas.microsoft.com/office/drawing/2014/main" id="{8795A8C0-3C4D-504C-8707-316666E36960}"/>
                </a:ext>
              </a:extLst>
            </p:cNvPr>
            <p:cNvSpPr/>
            <p:nvPr/>
          </p:nvSpPr>
          <p:spPr>
            <a:xfrm>
              <a:off x="2038597"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3" name="Oval 522">
              <a:extLst>
                <a:ext uri="{FF2B5EF4-FFF2-40B4-BE49-F238E27FC236}">
                  <a16:creationId xmlns:a16="http://schemas.microsoft.com/office/drawing/2014/main" id="{3CB03A17-613C-F546-96D3-1022FFE7028E}"/>
                </a:ext>
              </a:extLst>
            </p:cNvPr>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4" name="Oval 523">
              <a:extLst>
                <a:ext uri="{FF2B5EF4-FFF2-40B4-BE49-F238E27FC236}">
                  <a16:creationId xmlns:a16="http://schemas.microsoft.com/office/drawing/2014/main" id="{642D5990-9722-9049-8CAA-2FAF6642F718}"/>
                </a:ext>
              </a:extLst>
            </p:cNvPr>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25" name="Group 524">
            <a:extLst>
              <a:ext uri="{FF2B5EF4-FFF2-40B4-BE49-F238E27FC236}">
                <a16:creationId xmlns:a16="http://schemas.microsoft.com/office/drawing/2014/main" id="{14EB8467-C58B-C647-AEEF-48D186DC0657}"/>
              </a:ext>
            </a:extLst>
          </p:cNvPr>
          <p:cNvGrpSpPr/>
          <p:nvPr/>
        </p:nvGrpSpPr>
        <p:grpSpPr>
          <a:xfrm>
            <a:off x="3733804" y="4458699"/>
            <a:ext cx="423557" cy="423557"/>
            <a:chOff x="2038597" y="3429000"/>
            <a:chExt cx="609600" cy="609600"/>
          </a:xfrm>
        </p:grpSpPr>
        <p:sp>
          <p:nvSpPr>
            <p:cNvPr id="526" name="Rounded Rectangle 525">
              <a:extLst>
                <a:ext uri="{FF2B5EF4-FFF2-40B4-BE49-F238E27FC236}">
                  <a16:creationId xmlns:a16="http://schemas.microsoft.com/office/drawing/2014/main" id="{96F36BD4-42D7-614B-934F-BDD25A0A2911}"/>
                </a:ext>
              </a:extLst>
            </p:cNvPr>
            <p:cNvSpPr/>
            <p:nvPr/>
          </p:nvSpPr>
          <p:spPr>
            <a:xfrm>
              <a:off x="2038597"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7" name="Oval 526">
              <a:extLst>
                <a:ext uri="{FF2B5EF4-FFF2-40B4-BE49-F238E27FC236}">
                  <a16:creationId xmlns:a16="http://schemas.microsoft.com/office/drawing/2014/main" id="{4D644C64-DEBA-4543-9406-0929B777C75F}"/>
                </a:ext>
              </a:extLst>
            </p:cNvPr>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8" name="Oval 527">
              <a:extLst>
                <a:ext uri="{FF2B5EF4-FFF2-40B4-BE49-F238E27FC236}">
                  <a16:creationId xmlns:a16="http://schemas.microsoft.com/office/drawing/2014/main" id="{34AD769C-A4EB-7048-A45E-2EA51A7D3188}"/>
                </a:ext>
              </a:extLst>
            </p:cNvPr>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29" name="Group 528">
            <a:extLst>
              <a:ext uri="{FF2B5EF4-FFF2-40B4-BE49-F238E27FC236}">
                <a16:creationId xmlns:a16="http://schemas.microsoft.com/office/drawing/2014/main" id="{EAB38447-5C65-C343-A2BD-3E585929C8F4}"/>
              </a:ext>
            </a:extLst>
          </p:cNvPr>
          <p:cNvGrpSpPr/>
          <p:nvPr/>
        </p:nvGrpSpPr>
        <p:grpSpPr>
          <a:xfrm>
            <a:off x="3733803" y="4995310"/>
            <a:ext cx="423557" cy="423557"/>
            <a:chOff x="2038597" y="3429000"/>
            <a:chExt cx="609600" cy="609600"/>
          </a:xfrm>
        </p:grpSpPr>
        <p:sp>
          <p:nvSpPr>
            <p:cNvPr id="530" name="Rounded Rectangle 529">
              <a:extLst>
                <a:ext uri="{FF2B5EF4-FFF2-40B4-BE49-F238E27FC236}">
                  <a16:creationId xmlns:a16="http://schemas.microsoft.com/office/drawing/2014/main" id="{B46D295E-1D35-C243-9906-FD7ABADEFD22}"/>
                </a:ext>
              </a:extLst>
            </p:cNvPr>
            <p:cNvSpPr/>
            <p:nvPr/>
          </p:nvSpPr>
          <p:spPr>
            <a:xfrm>
              <a:off x="2038597"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1" name="Oval 530">
              <a:extLst>
                <a:ext uri="{FF2B5EF4-FFF2-40B4-BE49-F238E27FC236}">
                  <a16:creationId xmlns:a16="http://schemas.microsoft.com/office/drawing/2014/main" id="{A081DBBF-A720-7045-AA8F-07163635E328}"/>
                </a:ext>
              </a:extLst>
            </p:cNvPr>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2" name="Oval 531">
              <a:extLst>
                <a:ext uri="{FF2B5EF4-FFF2-40B4-BE49-F238E27FC236}">
                  <a16:creationId xmlns:a16="http://schemas.microsoft.com/office/drawing/2014/main" id="{D202ED39-E0C0-8243-982D-1597E5BBA7CB}"/>
                </a:ext>
              </a:extLst>
            </p:cNvPr>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33" name="Group 532">
            <a:extLst>
              <a:ext uri="{FF2B5EF4-FFF2-40B4-BE49-F238E27FC236}">
                <a16:creationId xmlns:a16="http://schemas.microsoft.com/office/drawing/2014/main" id="{D7589E21-49E4-8444-A6D9-210A1078C717}"/>
              </a:ext>
            </a:extLst>
          </p:cNvPr>
          <p:cNvGrpSpPr/>
          <p:nvPr/>
        </p:nvGrpSpPr>
        <p:grpSpPr>
          <a:xfrm>
            <a:off x="3733802" y="5531921"/>
            <a:ext cx="423557" cy="423557"/>
            <a:chOff x="2038597" y="3429000"/>
            <a:chExt cx="609600" cy="609600"/>
          </a:xfrm>
        </p:grpSpPr>
        <p:sp>
          <p:nvSpPr>
            <p:cNvPr id="534" name="Rounded Rectangle 533">
              <a:extLst>
                <a:ext uri="{FF2B5EF4-FFF2-40B4-BE49-F238E27FC236}">
                  <a16:creationId xmlns:a16="http://schemas.microsoft.com/office/drawing/2014/main" id="{591A092D-B90B-E04C-9548-84BBC18D50CC}"/>
                </a:ext>
              </a:extLst>
            </p:cNvPr>
            <p:cNvSpPr/>
            <p:nvPr/>
          </p:nvSpPr>
          <p:spPr>
            <a:xfrm>
              <a:off x="2038597"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5" name="Oval 534">
              <a:extLst>
                <a:ext uri="{FF2B5EF4-FFF2-40B4-BE49-F238E27FC236}">
                  <a16:creationId xmlns:a16="http://schemas.microsoft.com/office/drawing/2014/main" id="{D82957F0-64E7-9D45-B51E-13A0BC763C0D}"/>
                </a:ext>
              </a:extLst>
            </p:cNvPr>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6" name="Oval 535">
              <a:extLst>
                <a:ext uri="{FF2B5EF4-FFF2-40B4-BE49-F238E27FC236}">
                  <a16:creationId xmlns:a16="http://schemas.microsoft.com/office/drawing/2014/main" id="{110D5794-4A89-0140-996D-7CBC7C4D2143}"/>
                </a:ext>
              </a:extLst>
            </p:cNvPr>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37" name="Group 536">
            <a:extLst>
              <a:ext uri="{FF2B5EF4-FFF2-40B4-BE49-F238E27FC236}">
                <a16:creationId xmlns:a16="http://schemas.microsoft.com/office/drawing/2014/main" id="{362E9F5D-15C2-6540-8333-3E30A7691648}"/>
              </a:ext>
            </a:extLst>
          </p:cNvPr>
          <p:cNvGrpSpPr/>
          <p:nvPr/>
        </p:nvGrpSpPr>
        <p:grpSpPr>
          <a:xfrm>
            <a:off x="3733801" y="6104157"/>
            <a:ext cx="423557" cy="423557"/>
            <a:chOff x="2038597" y="3429000"/>
            <a:chExt cx="609600" cy="609600"/>
          </a:xfrm>
        </p:grpSpPr>
        <p:sp>
          <p:nvSpPr>
            <p:cNvPr id="538" name="Rounded Rectangle 537">
              <a:extLst>
                <a:ext uri="{FF2B5EF4-FFF2-40B4-BE49-F238E27FC236}">
                  <a16:creationId xmlns:a16="http://schemas.microsoft.com/office/drawing/2014/main" id="{30C88A12-C920-964B-AF40-F65A4972E5B4}"/>
                </a:ext>
              </a:extLst>
            </p:cNvPr>
            <p:cNvSpPr/>
            <p:nvPr/>
          </p:nvSpPr>
          <p:spPr>
            <a:xfrm>
              <a:off x="2038597"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9" name="Oval 538">
              <a:extLst>
                <a:ext uri="{FF2B5EF4-FFF2-40B4-BE49-F238E27FC236}">
                  <a16:creationId xmlns:a16="http://schemas.microsoft.com/office/drawing/2014/main" id="{C3247EC2-23A8-674E-9924-F4E852F55A93}"/>
                </a:ext>
              </a:extLst>
            </p:cNvPr>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0" name="Oval 539">
              <a:extLst>
                <a:ext uri="{FF2B5EF4-FFF2-40B4-BE49-F238E27FC236}">
                  <a16:creationId xmlns:a16="http://schemas.microsoft.com/office/drawing/2014/main" id="{91DAD2DE-A2B5-3E41-8FA0-A99ADC3D7286}"/>
                </a:ext>
              </a:extLst>
            </p:cNvPr>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41" name="Slide Number Placeholder 3">
            <a:extLst>
              <a:ext uri="{FF2B5EF4-FFF2-40B4-BE49-F238E27FC236}">
                <a16:creationId xmlns:a16="http://schemas.microsoft.com/office/drawing/2014/main" id="{66F12D03-5FE7-AE41-A59F-A92298F57878}"/>
              </a:ext>
            </a:extLst>
          </p:cNvPr>
          <p:cNvSpPr txBox="1">
            <a:spLocks/>
          </p:cNvSpPr>
          <p:nvPr/>
        </p:nvSpPr>
        <p:spPr>
          <a:xfrm>
            <a:off x="5588811" y="6153304"/>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a:pPr/>
              <a:t>10</a:t>
            </a:fld>
            <a:endParaRPr lang="en-US" altLang="zh-TW"/>
          </a:p>
        </p:txBody>
      </p:sp>
      <p:grpSp>
        <p:nvGrpSpPr>
          <p:cNvPr id="542" name="Group 541">
            <a:extLst>
              <a:ext uri="{FF2B5EF4-FFF2-40B4-BE49-F238E27FC236}">
                <a16:creationId xmlns:a16="http://schemas.microsoft.com/office/drawing/2014/main" id="{BC9E1E72-FB77-DE41-8D5C-48669EDB81FE}"/>
              </a:ext>
            </a:extLst>
          </p:cNvPr>
          <p:cNvGrpSpPr/>
          <p:nvPr/>
        </p:nvGrpSpPr>
        <p:grpSpPr>
          <a:xfrm>
            <a:off x="5791071" y="3352801"/>
            <a:ext cx="423557" cy="423557"/>
            <a:chOff x="1219200" y="3429000"/>
            <a:chExt cx="609600" cy="609600"/>
          </a:xfrm>
        </p:grpSpPr>
        <p:sp>
          <p:nvSpPr>
            <p:cNvPr id="543" name="Rounded Rectangle 542">
              <a:extLst>
                <a:ext uri="{FF2B5EF4-FFF2-40B4-BE49-F238E27FC236}">
                  <a16:creationId xmlns:a16="http://schemas.microsoft.com/office/drawing/2014/main" id="{9943E510-2233-3A41-BE3A-7105A0A82870}"/>
                </a:ext>
              </a:extLst>
            </p:cNvPr>
            <p:cNvSpPr/>
            <p:nvPr/>
          </p:nvSpPr>
          <p:spPr>
            <a:xfrm>
              <a:off x="1219200"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4" name="Oval 543">
              <a:extLst>
                <a:ext uri="{FF2B5EF4-FFF2-40B4-BE49-F238E27FC236}">
                  <a16:creationId xmlns:a16="http://schemas.microsoft.com/office/drawing/2014/main" id="{965B2042-E600-2242-8C5E-04B057D1F215}"/>
                </a:ext>
              </a:extLst>
            </p:cNvPr>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5" name="Group 544">
            <a:extLst>
              <a:ext uri="{FF2B5EF4-FFF2-40B4-BE49-F238E27FC236}">
                <a16:creationId xmlns:a16="http://schemas.microsoft.com/office/drawing/2014/main" id="{22C04F96-2578-2E48-B6B9-F6165A3E3EA7}"/>
              </a:ext>
            </a:extLst>
          </p:cNvPr>
          <p:cNvGrpSpPr/>
          <p:nvPr/>
        </p:nvGrpSpPr>
        <p:grpSpPr>
          <a:xfrm>
            <a:off x="5787116" y="3896254"/>
            <a:ext cx="423557" cy="423557"/>
            <a:chOff x="2038597" y="3429000"/>
            <a:chExt cx="609600" cy="609600"/>
          </a:xfrm>
        </p:grpSpPr>
        <p:sp>
          <p:nvSpPr>
            <p:cNvPr id="546" name="Rounded Rectangle 545">
              <a:extLst>
                <a:ext uri="{FF2B5EF4-FFF2-40B4-BE49-F238E27FC236}">
                  <a16:creationId xmlns:a16="http://schemas.microsoft.com/office/drawing/2014/main" id="{95A76E27-A1B8-1D49-BEE7-25B23DDE3179}"/>
                </a:ext>
              </a:extLst>
            </p:cNvPr>
            <p:cNvSpPr/>
            <p:nvPr/>
          </p:nvSpPr>
          <p:spPr>
            <a:xfrm>
              <a:off x="2038597"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7" name="Oval 546">
              <a:extLst>
                <a:ext uri="{FF2B5EF4-FFF2-40B4-BE49-F238E27FC236}">
                  <a16:creationId xmlns:a16="http://schemas.microsoft.com/office/drawing/2014/main" id="{13AF6858-624A-E04C-BD40-8745D2EE7ECE}"/>
                </a:ext>
              </a:extLst>
            </p:cNvPr>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8" name="Oval 547">
              <a:extLst>
                <a:ext uri="{FF2B5EF4-FFF2-40B4-BE49-F238E27FC236}">
                  <a16:creationId xmlns:a16="http://schemas.microsoft.com/office/drawing/2014/main" id="{5C590D0B-6C6F-804B-B772-6DE54840C18A}"/>
                </a:ext>
              </a:extLst>
            </p:cNvPr>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9" name="Group 548">
            <a:extLst>
              <a:ext uri="{FF2B5EF4-FFF2-40B4-BE49-F238E27FC236}">
                <a16:creationId xmlns:a16="http://schemas.microsoft.com/office/drawing/2014/main" id="{0BF11224-C73B-9A46-AE58-42098E2CF0F6}"/>
              </a:ext>
            </a:extLst>
          </p:cNvPr>
          <p:cNvGrpSpPr/>
          <p:nvPr/>
        </p:nvGrpSpPr>
        <p:grpSpPr>
          <a:xfrm>
            <a:off x="5791071" y="4439707"/>
            <a:ext cx="423557" cy="423557"/>
            <a:chOff x="2857994" y="3429000"/>
            <a:chExt cx="609600" cy="609600"/>
          </a:xfrm>
        </p:grpSpPr>
        <p:sp>
          <p:nvSpPr>
            <p:cNvPr id="550" name="Rounded Rectangle 549">
              <a:extLst>
                <a:ext uri="{FF2B5EF4-FFF2-40B4-BE49-F238E27FC236}">
                  <a16:creationId xmlns:a16="http://schemas.microsoft.com/office/drawing/2014/main" id="{773BCDA0-B006-D44F-8B91-18A391667F4E}"/>
                </a:ext>
              </a:extLst>
            </p:cNvPr>
            <p:cNvSpPr/>
            <p:nvPr/>
          </p:nvSpPr>
          <p:spPr>
            <a:xfrm>
              <a:off x="2857994"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1" name="Oval 550">
              <a:extLst>
                <a:ext uri="{FF2B5EF4-FFF2-40B4-BE49-F238E27FC236}">
                  <a16:creationId xmlns:a16="http://schemas.microsoft.com/office/drawing/2014/main" id="{9DA29AB1-022D-C242-815D-855AA1EF2AC0}"/>
                </a:ext>
              </a:extLst>
            </p:cNvPr>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2" name="Oval 551">
              <a:extLst>
                <a:ext uri="{FF2B5EF4-FFF2-40B4-BE49-F238E27FC236}">
                  <a16:creationId xmlns:a16="http://schemas.microsoft.com/office/drawing/2014/main" id="{768930E7-D6EA-3B49-8763-71C3C22E05CB}"/>
                </a:ext>
              </a:extLst>
            </p:cNvPr>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3" name="Oval 552">
              <a:extLst>
                <a:ext uri="{FF2B5EF4-FFF2-40B4-BE49-F238E27FC236}">
                  <a16:creationId xmlns:a16="http://schemas.microsoft.com/office/drawing/2014/main" id="{DADD9F8F-75D1-124C-AB4C-4BDAC5134A25}"/>
                </a:ext>
              </a:extLst>
            </p:cNvPr>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54" name="Group 553">
            <a:extLst>
              <a:ext uri="{FF2B5EF4-FFF2-40B4-BE49-F238E27FC236}">
                <a16:creationId xmlns:a16="http://schemas.microsoft.com/office/drawing/2014/main" id="{760C69A9-3DEB-3B44-838F-08B385EF4F78}"/>
              </a:ext>
            </a:extLst>
          </p:cNvPr>
          <p:cNvGrpSpPr/>
          <p:nvPr/>
        </p:nvGrpSpPr>
        <p:grpSpPr>
          <a:xfrm>
            <a:off x="5776432" y="4983160"/>
            <a:ext cx="423557" cy="423557"/>
            <a:chOff x="3697186" y="3428010"/>
            <a:chExt cx="609600" cy="609600"/>
          </a:xfrm>
        </p:grpSpPr>
        <p:sp>
          <p:nvSpPr>
            <p:cNvPr id="555" name="Rounded Rectangle 554">
              <a:extLst>
                <a:ext uri="{FF2B5EF4-FFF2-40B4-BE49-F238E27FC236}">
                  <a16:creationId xmlns:a16="http://schemas.microsoft.com/office/drawing/2014/main" id="{A8F2B24F-5481-B34C-BC70-A82EA3DB8DC9}"/>
                </a:ext>
              </a:extLst>
            </p:cNvPr>
            <p:cNvSpPr/>
            <p:nvPr/>
          </p:nvSpPr>
          <p:spPr>
            <a:xfrm>
              <a:off x="3697186"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6" name="Oval 555">
              <a:extLst>
                <a:ext uri="{FF2B5EF4-FFF2-40B4-BE49-F238E27FC236}">
                  <a16:creationId xmlns:a16="http://schemas.microsoft.com/office/drawing/2014/main" id="{84A0A644-96BA-2A4C-B9F9-32295C0DED0E}"/>
                </a:ext>
              </a:extLst>
            </p:cNvPr>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7" name="Oval 556">
              <a:extLst>
                <a:ext uri="{FF2B5EF4-FFF2-40B4-BE49-F238E27FC236}">
                  <a16:creationId xmlns:a16="http://schemas.microsoft.com/office/drawing/2014/main" id="{93462331-8E49-BF49-AC76-CD9B01C41F48}"/>
                </a:ext>
              </a:extLst>
            </p:cNvPr>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8" name="Oval 557">
              <a:extLst>
                <a:ext uri="{FF2B5EF4-FFF2-40B4-BE49-F238E27FC236}">
                  <a16:creationId xmlns:a16="http://schemas.microsoft.com/office/drawing/2014/main" id="{F2DBA927-BAAE-0848-B4F7-AA923B27822B}"/>
                </a:ext>
              </a:extLst>
            </p:cNvPr>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9" name="Oval 558">
              <a:extLst>
                <a:ext uri="{FF2B5EF4-FFF2-40B4-BE49-F238E27FC236}">
                  <a16:creationId xmlns:a16="http://schemas.microsoft.com/office/drawing/2014/main" id="{34215D0A-2ABF-E448-90CA-56990A86122D}"/>
                </a:ext>
              </a:extLst>
            </p:cNvPr>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60" name="Group 559">
            <a:extLst>
              <a:ext uri="{FF2B5EF4-FFF2-40B4-BE49-F238E27FC236}">
                <a16:creationId xmlns:a16="http://schemas.microsoft.com/office/drawing/2014/main" id="{C301D33A-711D-B14A-8CD9-B56AE6B42C9C}"/>
              </a:ext>
            </a:extLst>
          </p:cNvPr>
          <p:cNvGrpSpPr/>
          <p:nvPr/>
        </p:nvGrpSpPr>
        <p:grpSpPr>
          <a:xfrm>
            <a:off x="5776432" y="5546028"/>
            <a:ext cx="423557" cy="423557"/>
            <a:chOff x="4516583" y="3428010"/>
            <a:chExt cx="609600" cy="609600"/>
          </a:xfrm>
        </p:grpSpPr>
        <p:sp>
          <p:nvSpPr>
            <p:cNvPr id="561" name="Rounded Rectangle 560">
              <a:extLst>
                <a:ext uri="{FF2B5EF4-FFF2-40B4-BE49-F238E27FC236}">
                  <a16:creationId xmlns:a16="http://schemas.microsoft.com/office/drawing/2014/main" id="{06B8265E-E997-0241-B7B6-EFB0D139ECE1}"/>
                </a:ext>
              </a:extLst>
            </p:cNvPr>
            <p:cNvSpPr/>
            <p:nvPr/>
          </p:nvSpPr>
          <p:spPr>
            <a:xfrm>
              <a:off x="4516583"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2" name="Oval 561">
              <a:extLst>
                <a:ext uri="{FF2B5EF4-FFF2-40B4-BE49-F238E27FC236}">
                  <a16:creationId xmlns:a16="http://schemas.microsoft.com/office/drawing/2014/main" id="{0C380C6E-CD2A-F447-9232-5FE1EB79B6D7}"/>
                </a:ext>
              </a:extLst>
            </p:cNvPr>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3" name="Oval 562">
              <a:extLst>
                <a:ext uri="{FF2B5EF4-FFF2-40B4-BE49-F238E27FC236}">
                  <a16:creationId xmlns:a16="http://schemas.microsoft.com/office/drawing/2014/main" id="{69961E0F-C7A1-BC42-8D37-3F81147032AE}"/>
                </a:ext>
              </a:extLst>
            </p:cNvPr>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4" name="Oval 563">
              <a:extLst>
                <a:ext uri="{FF2B5EF4-FFF2-40B4-BE49-F238E27FC236}">
                  <a16:creationId xmlns:a16="http://schemas.microsoft.com/office/drawing/2014/main" id="{E6361A8E-ED19-8945-96D7-D5A7FC189985}"/>
                </a:ext>
              </a:extLst>
            </p:cNvPr>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5" name="Oval 564">
              <a:extLst>
                <a:ext uri="{FF2B5EF4-FFF2-40B4-BE49-F238E27FC236}">
                  <a16:creationId xmlns:a16="http://schemas.microsoft.com/office/drawing/2014/main" id="{E10D389A-DD35-9345-A185-40FD03220236}"/>
                </a:ext>
              </a:extLst>
            </p:cNvPr>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6" name="Oval 565">
              <a:extLst>
                <a:ext uri="{FF2B5EF4-FFF2-40B4-BE49-F238E27FC236}">
                  <a16:creationId xmlns:a16="http://schemas.microsoft.com/office/drawing/2014/main" id="{65D1051F-77C1-2E45-AE5E-8FE2F7EED8C3}"/>
                </a:ext>
              </a:extLst>
            </p:cNvPr>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67" name="Group 566">
            <a:extLst>
              <a:ext uri="{FF2B5EF4-FFF2-40B4-BE49-F238E27FC236}">
                <a16:creationId xmlns:a16="http://schemas.microsoft.com/office/drawing/2014/main" id="{220DB5BE-527B-A042-A5F0-24E89660248F}"/>
              </a:ext>
            </a:extLst>
          </p:cNvPr>
          <p:cNvGrpSpPr/>
          <p:nvPr/>
        </p:nvGrpSpPr>
        <p:grpSpPr>
          <a:xfrm>
            <a:off x="5776432" y="6090686"/>
            <a:ext cx="423557" cy="423557"/>
            <a:chOff x="5359334" y="3425040"/>
            <a:chExt cx="609600" cy="609600"/>
          </a:xfrm>
        </p:grpSpPr>
        <p:sp>
          <p:nvSpPr>
            <p:cNvPr id="568" name="Rounded Rectangle 567">
              <a:extLst>
                <a:ext uri="{FF2B5EF4-FFF2-40B4-BE49-F238E27FC236}">
                  <a16:creationId xmlns:a16="http://schemas.microsoft.com/office/drawing/2014/main" id="{32027592-78B2-3A46-A16A-7FE2582E2613}"/>
                </a:ext>
              </a:extLst>
            </p:cNvPr>
            <p:cNvSpPr/>
            <p:nvPr/>
          </p:nvSpPr>
          <p:spPr>
            <a:xfrm>
              <a:off x="5359334" y="342504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9" name="Oval 568">
              <a:extLst>
                <a:ext uri="{FF2B5EF4-FFF2-40B4-BE49-F238E27FC236}">
                  <a16:creationId xmlns:a16="http://schemas.microsoft.com/office/drawing/2014/main" id="{5F81E5AA-2FB7-BF48-807C-C8D04FE14BA2}"/>
                </a:ext>
              </a:extLst>
            </p:cNvPr>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0" name="Oval 569">
              <a:extLst>
                <a:ext uri="{FF2B5EF4-FFF2-40B4-BE49-F238E27FC236}">
                  <a16:creationId xmlns:a16="http://schemas.microsoft.com/office/drawing/2014/main" id="{48D9A7AB-88E4-C045-9AE9-BC477124E10B}"/>
                </a:ext>
              </a:extLst>
            </p:cNvPr>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1" name="Oval 570">
              <a:extLst>
                <a:ext uri="{FF2B5EF4-FFF2-40B4-BE49-F238E27FC236}">
                  <a16:creationId xmlns:a16="http://schemas.microsoft.com/office/drawing/2014/main" id="{FB845E89-DBE4-454B-9BA3-8A270CF78DF9}"/>
                </a:ext>
              </a:extLst>
            </p:cNvPr>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Oval 571">
              <a:extLst>
                <a:ext uri="{FF2B5EF4-FFF2-40B4-BE49-F238E27FC236}">
                  <a16:creationId xmlns:a16="http://schemas.microsoft.com/office/drawing/2014/main" id="{8484600F-0F11-794B-93D5-08A49129D2C7}"/>
                </a:ext>
              </a:extLst>
            </p:cNvPr>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3" name="Oval 572">
              <a:extLst>
                <a:ext uri="{FF2B5EF4-FFF2-40B4-BE49-F238E27FC236}">
                  <a16:creationId xmlns:a16="http://schemas.microsoft.com/office/drawing/2014/main" id="{592DEE2F-BCE0-D945-9C70-2DF8FB37777B}"/>
                </a:ext>
              </a:extLst>
            </p:cNvPr>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4" name="Oval 573">
              <a:extLst>
                <a:ext uri="{FF2B5EF4-FFF2-40B4-BE49-F238E27FC236}">
                  <a16:creationId xmlns:a16="http://schemas.microsoft.com/office/drawing/2014/main" id="{02116C4A-BDBE-1F4B-941B-7B6A89E52646}"/>
                </a:ext>
              </a:extLst>
            </p:cNvPr>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5" name="Group 574">
            <a:extLst>
              <a:ext uri="{FF2B5EF4-FFF2-40B4-BE49-F238E27FC236}">
                <a16:creationId xmlns:a16="http://schemas.microsoft.com/office/drawing/2014/main" id="{BE69B898-CCAD-8748-930C-0D4634E57DA3}"/>
              </a:ext>
            </a:extLst>
          </p:cNvPr>
          <p:cNvGrpSpPr/>
          <p:nvPr/>
        </p:nvGrpSpPr>
        <p:grpSpPr>
          <a:xfrm>
            <a:off x="5181601" y="5543109"/>
            <a:ext cx="423557" cy="423557"/>
            <a:chOff x="2857994" y="3429000"/>
            <a:chExt cx="609600" cy="609600"/>
          </a:xfrm>
        </p:grpSpPr>
        <p:sp>
          <p:nvSpPr>
            <p:cNvPr id="576" name="Rounded Rectangle 575">
              <a:extLst>
                <a:ext uri="{FF2B5EF4-FFF2-40B4-BE49-F238E27FC236}">
                  <a16:creationId xmlns:a16="http://schemas.microsoft.com/office/drawing/2014/main" id="{848641CA-B5BD-F44B-A90C-9577E609B855}"/>
                </a:ext>
              </a:extLst>
            </p:cNvPr>
            <p:cNvSpPr/>
            <p:nvPr/>
          </p:nvSpPr>
          <p:spPr>
            <a:xfrm>
              <a:off x="2857994"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7" name="Oval 576">
              <a:extLst>
                <a:ext uri="{FF2B5EF4-FFF2-40B4-BE49-F238E27FC236}">
                  <a16:creationId xmlns:a16="http://schemas.microsoft.com/office/drawing/2014/main" id="{CB36E2A4-5505-0645-8870-5736056CA312}"/>
                </a:ext>
              </a:extLst>
            </p:cNvPr>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8" name="Oval 577">
              <a:extLst>
                <a:ext uri="{FF2B5EF4-FFF2-40B4-BE49-F238E27FC236}">
                  <a16:creationId xmlns:a16="http://schemas.microsoft.com/office/drawing/2014/main" id="{1F303512-744C-4B41-BBF5-64C4BAF504BB}"/>
                </a:ext>
              </a:extLst>
            </p:cNvPr>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9" name="Oval 578">
              <a:extLst>
                <a:ext uri="{FF2B5EF4-FFF2-40B4-BE49-F238E27FC236}">
                  <a16:creationId xmlns:a16="http://schemas.microsoft.com/office/drawing/2014/main" id="{71E0EBB4-F9CD-2D4F-8B6D-73D5DA050341}"/>
                </a:ext>
              </a:extLst>
            </p:cNvPr>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80" name="Group 579">
            <a:extLst>
              <a:ext uri="{FF2B5EF4-FFF2-40B4-BE49-F238E27FC236}">
                <a16:creationId xmlns:a16="http://schemas.microsoft.com/office/drawing/2014/main" id="{D82C4222-24E0-F54A-B499-203786FC03C1}"/>
              </a:ext>
            </a:extLst>
          </p:cNvPr>
          <p:cNvGrpSpPr/>
          <p:nvPr/>
        </p:nvGrpSpPr>
        <p:grpSpPr>
          <a:xfrm>
            <a:off x="5181601" y="4999652"/>
            <a:ext cx="423557" cy="423557"/>
            <a:chOff x="2857994" y="3429000"/>
            <a:chExt cx="609600" cy="609600"/>
          </a:xfrm>
        </p:grpSpPr>
        <p:sp>
          <p:nvSpPr>
            <p:cNvPr id="581" name="Rounded Rectangle 580">
              <a:extLst>
                <a:ext uri="{FF2B5EF4-FFF2-40B4-BE49-F238E27FC236}">
                  <a16:creationId xmlns:a16="http://schemas.microsoft.com/office/drawing/2014/main" id="{579E351B-82A6-5843-A088-A58E2D7E5B03}"/>
                </a:ext>
              </a:extLst>
            </p:cNvPr>
            <p:cNvSpPr/>
            <p:nvPr/>
          </p:nvSpPr>
          <p:spPr>
            <a:xfrm>
              <a:off x="2857994"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2" name="Oval 581">
              <a:extLst>
                <a:ext uri="{FF2B5EF4-FFF2-40B4-BE49-F238E27FC236}">
                  <a16:creationId xmlns:a16="http://schemas.microsoft.com/office/drawing/2014/main" id="{F5CAE712-782B-164A-BD8A-B24F2576EB36}"/>
                </a:ext>
              </a:extLst>
            </p:cNvPr>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3" name="Oval 582">
              <a:extLst>
                <a:ext uri="{FF2B5EF4-FFF2-40B4-BE49-F238E27FC236}">
                  <a16:creationId xmlns:a16="http://schemas.microsoft.com/office/drawing/2014/main" id="{06444F4E-8B2E-8A40-A9B4-4A8D6C24270B}"/>
                </a:ext>
              </a:extLst>
            </p:cNvPr>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4" name="Oval 583">
              <a:extLst>
                <a:ext uri="{FF2B5EF4-FFF2-40B4-BE49-F238E27FC236}">
                  <a16:creationId xmlns:a16="http://schemas.microsoft.com/office/drawing/2014/main" id="{4BFD41C1-104C-E148-8238-FC5C3A94A040}"/>
                </a:ext>
              </a:extLst>
            </p:cNvPr>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85" name="Group 584">
            <a:extLst>
              <a:ext uri="{FF2B5EF4-FFF2-40B4-BE49-F238E27FC236}">
                <a16:creationId xmlns:a16="http://schemas.microsoft.com/office/drawing/2014/main" id="{EE616799-134B-D743-B917-CD7D4F61A1E2}"/>
              </a:ext>
            </a:extLst>
          </p:cNvPr>
          <p:cNvGrpSpPr/>
          <p:nvPr/>
        </p:nvGrpSpPr>
        <p:grpSpPr>
          <a:xfrm>
            <a:off x="5181601" y="4456195"/>
            <a:ext cx="423557" cy="423557"/>
            <a:chOff x="2857994" y="3429000"/>
            <a:chExt cx="609600" cy="609600"/>
          </a:xfrm>
        </p:grpSpPr>
        <p:sp>
          <p:nvSpPr>
            <p:cNvPr id="586" name="Rounded Rectangle 585">
              <a:extLst>
                <a:ext uri="{FF2B5EF4-FFF2-40B4-BE49-F238E27FC236}">
                  <a16:creationId xmlns:a16="http://schemas.microsoft.com/office/drawing/2014/main" id="{A97A6E99-2166-0D4E-BE7D-BE4B0D268188}"/>
                </a:ext>
              </a:extLst>
            </p:cNvPr>
            <p:cNvSpPr/>
            <p:nvPr/>
          </p:nvSpPr>
          <p:spPr>
            <a:xfrm>
              <a:off x="2857994"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Oval 586">
              <a:extLst>
                <a:ext uri="{FF2B5EF4-FFF2-40B4-BE49-F238E27FC236}">
                  <a16:creationId xmlns:a16="http://schemas.microsoft.com/office/drawing/2014/main" id="{F1054677-6906-8448-B4BE-94138D0685EE}"/>
                </a:ext>
              </a:extLst>
            </p:cNvPr>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Oval 587">
              <a:extLst>
                <a:ext uri="{FF2B5EF4-FFF2-40B4-BE49-F238E27FC236}">
                  <a16:creationId xmlns:a16="http://schemas.microsoft.com/office/drawing/2014/main" id="{65667DE4-C0CD-3047-8787-2A7CA3E592C5}"/>
                </a:ext>
              </a:extLst>
            </p:cNvPr>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Oval 588">
              <a:extLst>
                <a:ext uri="{FF2B5EF4-FFF2-40B4-BE49-F238E27FC236}">
                  <a16:creationId xmlns:a16="http://schemas.microsoft.com/office/drawing/2014/main" id="{A4524693-FC86-4243-9C36-7EF049F6720A}"/>
                </a:ext>
              </a:extLst>
            </p:cNvPr>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90" name="Group 589">
            <a:extLst>
              <a:ext uri="{FF2B5EF4-FFF2-40B4-BE49-F238E27FC236}">
                <a16:creationId xmlns:a16="http://schemas.microsoft.com/office/drawing/2014/main" id="{ED00A2D7-B791-7349-9D54-5B746BF0A1B1}"/>
              </a:ext>
            </a:extLst>
          </p:cNvPr>
          <p:cNvGrpSpPr/>
          <p:nvPr/>
        </p:nvGrpSpPr>
        <p:grpSpPr>
          <a:xfrm>
            <a:off x="5181601" y="3912738"/>
            <a:ext cx="423557" cy="423557"/>
            <a:chOff x="2857994" y="3429000"/>
            <a:chExt cx="609600" cy="609600"/>
          </a:xfrm>
        </p:grpSpPr>
        <p:sp>
          <p:nvSpPr>
            <p:cNvPr id="591" name="Rounded Rectangle 590">
              <a:extLst>
                <a:ext uri="{FF2B5EF4-FFF2-40B4-BE49-F238E27FC236}">
                  <a16:creationId xmlns:a16="http://schemas.microsoft.com/office/drawing/2014/main" id="{592E10C0-FFF9-4048-8D63-1D2D2CD7E2B1}"/>
                </a:ext>
              </a:extLst>
            </p:cNvPr>
            <p:cNvSpPr/>
            <p:nvPr/>
          </p:nvSpPr>
          <p:spPr>
            <a:xfrm>
              <a:off x="2857994"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2" name="Oval 591">
              <a:extLst>
                <a:ext uri="{FF2B5EF4-FFF2-40B4-BE49-F238E27FC236}">
                  <a16:creationId xmlns:a16="http://schemas.microsoft.com/office/drawing/2014/main" id="{6F330225-D0B1-7743-B503-D5FA3DADE64B}"/>
                </a:ext>
              </a:extLst>
            </p:cNvPr>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3" name="Oval 592">
              <a:extLst>
                <a:ext uri="{FF2B5EF4-FFF2-40B4-BE49-F238E27FC236}">
                  <a16:creationId xmlns:a16="http://schemas.microsoft.com/office/drawing/2014/main" id="{39F019E6-B0C0-A74C-AC4C-B18C572415A6}"/>
                </a:ext>
              </a:extLst>
            </p:cNvPr>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4" name="Oval 593">
              <a:extLst>
                <a:ext uri="{FF2B5EF4-FFF2-40B4-BE49-F238E27FC236}">
                  <a16:creationId xmlns:a16="http://schemas.microsoft.com/office/drawing/2014/main" id="{BFFD587C-9DC8-5140-80DB-42AF65AF2235}"/>
                </a:ext>
              </a:extLst>
            </p:cNvPr>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95" name="Group 594">
            <a:extLst>
              <a:ext uri="{FF2B5EF4-FFF2-40B4-BE49-F238E27FC236}">
                <a16:creationId xmlns:a16="http://schemas.microsoft.com/office/drawing/2014/main" id="{FFE7B1DB-8273-8D4E-9AD9-FA1C162BD3D5}"/>
              </a:ext>
            </a:extLst>
          </p:cNvPr>
          <p:cNvGrpSpPr/>
          <p:nvPr/>
        </p:nvGrpSpPr>
        <p:grpSpPr>
          <a:xfrm>
            <a:off x="5181601" y="3369281"/>
            <a:ext cx="423557" cy="423557"/>
            <a:chOff x="2857994" y="3429000"/>
            <a:chExt cx="609600" cy="609600"/>
          </a:xfrm>
        </p:grpSpPr>
        <p:sp>
          <p:nvSpPr>
            <p:cNvPr id="596" name="Rounded Rectangle 595">
              <a:extLst>
                <a:ext uri="{FF2B5EF4-FFF2-40B4-BE49-F238E27FC236}">
                  <a16:creationId xmlns:a16="http://schemas.microsoft.com/office/drawing/2014/main" id="{7576418E-55B5-A641-A738-A5651C216174}"/>
                </a:ext>
              </a:extLst>
            </p:cNvPr>
            <p:cNvSpPr/>
            <p:nvPr/>
          </p:nvSpPr>
          <p:spPr>
            <a:xfrm>
              <a:off x="2857994"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7" name="Oval 596">
              <a:extLst>
                <a:ext uri="{FF2B5EF4-FFF2-40B4-BE49-F238E27FC236}">
                  <a16:creationId xmlns:a16="http://schemas.microsoft.com/office/drawing/2014/main" id="{5A3BC274-482F-E64B-8172-228D040A9C54}"/>
                </a:ext>
              </a:extLst>
            </p:cNvPr>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8" name="Oval 597">
              <a:extLst>
                <a:ext uri="{FF2B5EF4-FFF2-40B4-BE49-F238E27FC236}">
                  <a16:creationId xmlns:a16="http://schemas.microsoft.com/office/drawing/2014/main" id="{A8739E9C-13EF-894F-BDF4-9F5C3E1516B7}"/>
                </a:ext>
              </a:extLst>
            </p:cNvPr>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9" name="Oval 598">
              <a:extLst>
                <a:ext uri="{FF2B5EF4-FFF2-40B4-BE49-F238E27FC236}">
                  <a16:creationId xmlns:a16="http://schemas.microsoft.com/office/drawing/2014/main" id="{BBCC42BF-2B3C-3345-BE19-1F28F3BCEB36}"/>
                </a:ext>
              </a:extLst>
            </p:cNvPr>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00" name="Slide Number Placeholder 3">
            <a:extLst>
              <a:ext uri="{FF2B5EF4-FFF2-40B4-BE49-F238E27FC236}">
                <a16:creationId xmlns:a16="http://schemas.microsoft.com/office/drawing/2014/main" id="{B805A653-9867-A042-AC3E-63E6656B8355}"/>
              </a:ext>
            </a:extLst>
          </p:cNvPr>
          <p:cNvSpPr txBox="1">
            <a:spLocks/>
          </p:cNvSpPr>
          <p:nvPr/>
        </p:nvSpPr>
        <p:spPr>
          <a:xfrm>
            <a:off x="6994184" y="6151846"/>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a:pPr/>
              <a:t>10</a:t>
            </a:fld>
            <a:endParaRPr lang="en-US" altLang="zh-TW"/>
          </a:p>
        </p:txBody>
      </p:sp>
      <p:grpSp>
        <p:nvGrpSpPr>
          <p:cNvPr id="601" name="Group 600">
            <a:extLst>
              <a:ext uri="{FF2B5EF4-FFF2-40B4-BE49-F238E27FC236}">
                <a16:creationId xmlns:a16="http://schemas.microsoft.com/office/drawing/2014/main" id="{DFA58AB2-7B29-A44F-BDAE-27531CD01962}"/>
              </a:ext>
            </a:extLst>
          </p:cNvPr>
          <p:cNvGrpSpPr/>
          <p:nvPr/>
        </p:nvGrpSpPr>
        <p:grpSpPr>
          <a:xfrm>
            <a:off x="7196444" y="3351343"/>
            <a:ext cx="423557" cy="423557"/>
            <a:chOff x="1219200" y="3429000"/>
            <a:chExt cx="609600" cy="609600"/>
          </a:xfrm>
        </p:grpSpPr>
        <p:sp>
          <p:nvSpPr>
            <p:cNvPr id="602" name="Rounded Rectangle 601">
              <a:extLst>
                <a:ext uri="{FF2B5EF4-FFF2-40B4-BE49-F238E27FC236}">
                  <a16:creationId xmlns:a16="http://schemas.microsoft.com/office/drawing/2014/main" id="{CC50FEA3-720E-9D41-AA1F-3A0DFA8AB43B}"/>
                </a:ext>
              </a:extLst>
            </p:cNvPr>
            <p:cNvSpPr/>
            <p:nvPr/>
          </p:nvSpPr>
          <p:spPr>
            <a:xfrm>
              <a:off x="1219200"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3" name="Oval 602">
              <a:extLst>
                <a:ext uri="{FF2B5EF4-FFF2-40B4-BE49-F238E27FC236}">
                  <a16:creationId xmlns:a16="http://schemas.microsoft.com/office/drawing/2014/main" id="{4D7E335E-2602-5F40-9859-E01E978D9CA9}"/>
                </a:ext>
              </a:extLst>
            </p:cNvPr>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04" name="Group 603">
            <a:extLst>
              <a:ext uri="{FF2B5EF4-FFF2-40B4-BE49-F238E27FC236}">
                <a16:creationId xmlns:a16="http://schemas.microsoft.com/office/drawing/2014/main" id="{E123D154-7373-BC42-AD89-C677AD86EA5E}"/>
              </a:ext>
            </a:extLst>
          </p:cNvPr>
          <p:cNvGrpSpPr/>
          <p:nvPr/>
        </p:nvGrpSpPr>
        <p:grpSpPr>
          <a:xfrm>
            <a:off x="7192489" y="3894796"/>
            <a:ext cx="423557" cy="423557"/>
            <a:chOff x="2038597" y="3429000"/>
            <a:chExt cx="609600" cy="609600"/>
          </a:xfrm>
        </p:grpSpPr>
        <p:sp>
          <p:nvSpPr>
            <p:cNvPr id="605" name="Rounded Rectangle 604">
              <a:extLst>
                <a:ext uri="{FF2B5EF4-FFF2-40B4-BE49-F238E27FC236}">
                  <a16:creationId xmlns:a16="http://schemas.microsoft.com/office/drawing/2014/main" id="{F2837021-C9E4-AF44-86D9-9AAA2B21736F}"/>
                </a:ext>
              </a:extLst>
            </p:cNvPr>
            <p:cNvSpPr/>
            <p:nvPr/>
          </p:nvSpPr>
          <p:spPr>
            <a:xfrm>
              <a:off x="2038597"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6" name="Oval 605">
              <a:extLst>
                <a:ext uri="{FF2B5EF4-FFF2-40B4-BE49-F238E27FC236}">
                  <a16:creationId xmlns:a16="http://schemas.microsoft.com/office/drawing/2014/main" id="{B9C25D7C-D599-5E42-A3D8-8566673DE6E2}"/>
                </a:ext>
              </a:extLst>
            </p:cNvPr>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7" name="Oval 606">
              <a:extLst>
                <a:ext uri="{FF2B5EF4-FFF2-40B4-BE49-F238E27FC236}">
                  <a16:creationId xmlns:a16="http://schemas.microsoft.com/office/drawing/2014/main" id="{7FE331FE-AD91-9D42-A601-BA9CAA339ED9}"/>
                </a:ext>
              </a:extLst>
            </p:cNvPr>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08" name="Group 607">
            <a:extLst>
              <a:ext uri="{FF2B5EF4-FFF2-40B4-BE49-F238E27FC236}">
                <a16:creationId xmlns:a16="http://schemas.microsoft.com/office/drawing/2014/main" id="{A209D5BD-16DF-BF41-80F6-8670FC181B43}"/>
              </a:ext>
            </a:extLst>
          </p:cNvPr>
          <p:cNvGrpSpPr/>
          <p:nvPr/>
        </p:nvGrpSpPr>
        <p:grpSpPr>
          <a:xfrm>
            <a:off x="7196444" y="4438249"/>
            <a:ext cx="423557" cy="423557"/>
            <a:chOff x="2857994" y="3429000"/>
            <a:chExt cx="609600" cy="609600"/>
          </a:xfrm>
        </p:grpSpPr>
        <p:sp>
          <p:nvSpPr>
            <p:cNvPr id="609" name="Rounded Rectangle 608">
              <a:extLst>
                <a:ext uri="{FF2B5EF4-FFF2-40B4-BE49-F238E27FC236}">
                  <a16:creationId xmlns:a16="http://schemas.microsoft.com/office/drawing/2014/main" id="{49DDC775-DAC8-0B49-9D37-AC17DBFD62C7}"/>
                </a:ext>
              </a:extLst>
            </p:cNvPr>
            <p:cNvSpPr/>
            <p:nvPr/>
          </p:nvSpPr>
          <p:spPr>
            <a:xfrm>
              <a:off x="2857994"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0" name="Oval 609">
              <a:extLst>
                <a:ext uri="{FF2B5EF4-FFF2-40B4-BE49-F238E27FC236}">
                  <a16:creationId xmlns:a16="http://schemas.microsoft.com/office/drawing/2014/main" id="{728DD9D6-9FB7-0E4F-8827-452BA3344850}"/>
                </a:ext>
              </a:extLst>
            </p:cNvPr>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1" name="Oval 610">
              <a:extLst>
                <a:ext uri="{FF2B5EF4-FFF2-40B4-BE49-F238E27FC236}">
                  <a16:creationId xmlns:a16="http://schemas.microsoft.com/office/drawing/2014/main" id="{4544FBF2-C8A4-154A-8349-1B4412C42DA5}"/>
                </a:ext>
              </a:extLst>
            </p:cNvPr>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2" name="Oval 611">
              <a:extLst>
                <a:ext uri="{FF2B5EF4-FFF2-40B4-BE49-F238E27FC236}">
                  <a16:creationId xmlns:a16="http://schemas.microsoft.com/office/drawing/2014/main" id="{4C2BB5F4-995C-FF4A-99A8-6832559936E6}"/>
                </a:ext>
              </a:extLst>
            </p:cNvPr>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3" name="Group 612">
            <a:extLst>
              <a:ext uri="{FF2B5EF4-FFF2-40B4-BE49-F238E27FC236}">
                <a16:creationId xmlns:a16="http://schemas.microsoft.com/office/drawing/2014/main" id="{1B3A9E33-DDC4-E945-A224-56C4A1F74142}"/>
              </a:ext>
            </a:extLst>
          </p:cNvPr>
          <p:cNvGrpSpPr/>
          <p:nvPr/>
        </p:nvGrpSpPr>
        <p:grpSpPr>
          <a:xfrm>
            <a:off x="7181805" y="4981702"/>
            <a:ext cx="423557" cy="423557"/>
            <a:chOff x="3697186" y="3428010"/>
            <a:chExt cx="609600" cy="609600"/>
          </a:xfrm>
        </p:grpSpPr>
        <p:sp>
          <p:nvSpPr>
            <p:cNvPr id="614" name="Rounded Rectangle 613">
              <a:extLst>
                <a:ext uri="{FF2B5EF4-FFF2-40B4-BE49-F238E27FC236}">
                  <a16:creationId xmlns:a16="http://schemas.microsoft.com/office/drawing/2014/main" id="{C03CB337-E531-E944-AEFB-A2B17864B69D}"/>
                </a:ext>
              </a:extLst>
            </p:cNvPr>
            <p:cNvSpPr/>
            <p:nvPr/>
          </p:nvSpPr>
          <p:spPr>
            <a:xfrm>
              <a:off x="3697186"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Oval 614">
              <a:extLst>
                <a:ext uri="{FF2B5EF4-FFF2-40B4-BE49-F238E27FC236}">
                  <a16:creationId xmlns:a16="http://schemas.microsoft.com/office/drawing/2014/main" id="{486CC4EF-9372-AF41-BA4B-B2263215D7D0}"/>
                </a:ext>
              </a:extLst>
            </p:cNvPr>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 name="Oval 615">
              <a:extLst>
                <a:ext uri="{FF2B5EF4-FFF2-40B4-BE49-F238E27FC236}">
                  <a16:creationId xmlns:a16="http://schemas.microsoft.com/office/drawing/2014/main" id="{4C2A0157-EAAD-714B-8337-E084D3E04A38}"/>
                </a:ext>
              </a:extLst>
            </p:cNvPr>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Oval 616">
              <a:extLst>
                <a:ext uri="{FF2B5EF4-FFF2-40B4-BE49-F238E27FC236}">
                  <a16:creationId xmlns:a16="http://schemas.microsoft.com/office/drawing/2014/main" id="{7850F912-0D72-5E46-BB3F-8735C3B74A29}"/>
                </a:ext>
              </a:extLst>
            </p:cNvPr>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8" name="Oval 617">
              <a:extLst>
                <a:ext uri="{FF2B5EF4-FFF2-40B4-BE49-F238E27FC236}">
                  <a16:creationId xmlns:a16="http://schemas.microsoft.com/office/drawing/2014/main" id="{94A45BF2-1925-C64C-8695-DBDA718ED750}"/>
                </a:ext>
              </a:extLst>
            </p:cNvPr>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9" name="Group 618">
            <a:extLst>
              <a:ext uri="{FF2B5EF4-FFF2-40B4-BE49-F238E27FC236}">
                <a16:creationId xmlns:a16="http://schemas.microsoft.com/office/drawing/2014/main" id="{959FBB6E-169C-404A-AA7D-CFF73E0BB5E2}"/>
              </a:ext>
            </a:extLst>
          </p:cNvPr>
          <p:cNvGrpSpPr/>
          <p:nvPr/>
        </p:nvGrpSpPr>
        <p:grpSpPr>
          <a:xfrm>
            <a:off x="7181805" y="5544570"/>
            <a:ext cx="423557" cy="423557"/>
            <a:chOff x="4516583" y="3428010"/>
            <a:chExt cx="609600" cy="609600"/>
          </a:xfrm>
        </p:grpSpPr>
        <p:sp>
          <p:nvSpPr>
            <p:cNvPr id="620" name="Rounded Rectangle 619">
              <a:extLst>
                <a:ext uri="{FF2B5EF4-FFF2-40B4-BE49-F238E27FC236}">
                  <a16:creationId xmlns:a16="http://schemas.microsoft.com/office/drawing/2014/main" id="{50452D61-64CA-5441-8B20-09E800555D76}"/>
                </a:ext>
              </a:extLst>
            </p:cNvPr>
            <p:cNvSpPr/>
            <p:nvPr/>
          </p:nvSpPr>
          <p:spPr>
            <a:xfrm>
              <a:off x="4516583"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1" name="Oval 620">
              <a:extLst>
                <a:ext uri="{FF2B5EF4-FFF2-40B4-BE49-F238E27FC236}">
                  <a16:creationId xmlns:a16="http://schemas.microsoft.com/office/drawing/2014/main" id="{19CDE6A6-9CCE-BD40-9B05-93DAC7AA9AA6}"/>
                </a:ext>
              </a:extLst>
            </p:cNvPr>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2" name="Oval 621">
              <a:extLst>
                <a:ext uri="{FF2B5EF4-FFF2-40B4-BE49-F238E27FC236}">
                  <a16:creationId xmlns:a16="http://schemas.microsoft.com/office/drawing/2014/main" id="{D253D2FD-5A5F-E54C-9EDD-A978CAFDC5F5}"/>
                </a:ext>
              </a:extLst>
            </p:cNvPr>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3" name="Oval 622">
              <a:extLst>
                <a:ext uri="{FF2B5EF4-FFF2-40B4-BE49-F238E27FC236}">
                  <a16:creationId xmlns:a16="http://schemas.microsoft.com/office/drawing/2014/main" id="{E0E3B1A7-1FC6-1740-8849-6325FC926F13}"/>
                </a:ext>
              </a:extLst>
            </p:cNvPr>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4" name="Oval 623">
              <a:extLst>
                <a:ext uri="{FF2B5EF4-FFF2-40B4-BE49-F238E27FC236}">
                  <a16:creationId xmlns:a16="http://schemas.microsoft.com/office/drawing/2014/main" id="{04D0E0B3-3C94-0B4B-8956-F571398442D1}"/>
                </a:ext>
              </a:extLst>
            </p:cNvPr>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5" name="Oval 624">
              <a:extLst>
                <a:ext uri="{FF2B5EF4-FFF2-40B4-BE49-F238E27FC236}">
                  <a16:creationId xmlns:a16="http://schemas.microsoft.com/office/drawing/2014/main" id="{FDFB8913-707A-6842-A722-D5CA168F1214}"/>
                </a:ext>
              </a:extLst>
            </p:cNvPr>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6" name="Group 625">
            <a:extLst>
              <a:ext uri="{FF2B5EF4-FFF2-40B4-BE49-F238E27FC236}">
                <a16:creationId xmlns:a16="http://schemas.microsoft.com/office/drawing/2014/main" id="{842ADC17-2648-E645-AD8C-9459B21C3C2F}"/>
              </a:ext>
            </a:extLst>
          </p:cNvPr>
          <p:cNvGrpSpPr/>
          <p:nvPr/>
        </p:nvGrpSpPr>
        <p:grpSpPr>
          <a:xfrm>
            <a:off x="7181805" y="6089228"/>
            <a:ext cx="423557" cy="423557"/>
            <a:chOff x="5359334" y="3425040"/>
            <a:chExt cx="609600" cy="609600"/>
          </a:xfrm>
        </p:grpSpPr>
        <p:sp>
          <p:nvSpPr>
            <p:cNvPr id="627" name="Rounded Rectangle 626">
              <a:extLst>
                <a:ext uri="{FF2B5EF4-FFF2-40B4-BE49-F238E27FC236}">
                  <a16:creationId xmlns:a16="http://schemas.microsoft.com/office/drawing/2014/main" id="{21F7A2E1-B08F-0243-B72C-2866828A213F}"/>
                </a:ext>
              </a:extLst>
            </p:cNvPr>
            <p:cNvSpPr/>
            <p:nvPr/>
          </p:nvSpPr>
          <p:spPr>
            <a:xfrm>
              <a:off x="5359334" y="342504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8" name="Oval 627">
              <a:extLst>
                <a:ext uri="{FF2B5EF4-FFF2-40B4-BE49-F238E27FC236}">
                  <a16:creationId xmlns:a16="http://schemas.microsoft.com/office/drawing/2014/main" id="{64205A91-6B59-7A43-88B4-6BC731553871}"/>
                </a:ext>
              </a:extLst>
            </p:cNvPr>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9" name="Oval 628">
              <a:extLst>
                <a:ext uri="{FF2B5EF4-FFF2-40B4-BE49-F238E27FC236}">
                  <a16:creationId xmlns:a16="http://schemas.microsoft.com/office/drawing/2014/main" id="{5723A4EB-18EF-3A48-A6AF-4AED182C10DC}"/>
                </a:ext>
              </a:extLst>
            </p:cNvPr>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0" name="Oval 629">
              <a:extLst>
                <a:ext uri="{FF2B5EF4-FFF2-40B4-BE49-F238E27FC236}">
                  <a16:creationId xmlns:a16="http://schemas.microsoft.com/office/drawing/2014/main" id="{24752ACF-1216-AE4F-8CCE-0AB93A0A4D3B}"/>
                </a:ext>
              </a:extLst>
            </p:cNvPr>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1" name="Oval 630">
              <a:extLst>
                <a:ext uri="{FF2B5EF4-FFF2-40B4-BE49-F238E27FC236}">
                  <a16:creationId xmlns:a16="http://schemas.microsoft.com/office/drawing/2014/main" id="{BE6B8CF6-D9C9-3D4F-80C3-0F4E6ACD364E}"/>
                </a:ext>
              </a:extLst>
            </p:cNvPr>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2" name="Oval 631">
              <a:extLst>
                <a:ext uri="{FF2B5EF4-FFF2-40B4-BE49-F238E27FC236}">
                  <a16:creationId xmlns:a16="http://schemas.microsoft.com/office/drawing/2014/main" id="{428B2B42-9BD1-AC4E-B5C7-C54A5CC8F2A4}"/>
                </a:ext>
              </a:extLst>
            </p:cNvPr>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3" name="Oval 632">
              <a:extLst>
                <a:ext uri="{FF2B5EF4-FFF2-40B4-BE49-F238E27FC236}">
                  <a16:creationId xmlns:a16="http://schemas.microsoft.com/office/drawing/2014/main" id="{049CC602-8033-E44B-A500-DC8F2D54BD2B}"/>
                </a:ext>
              </a:extLst>
            </p:cNvPr>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34" name="Group 633">
            <a:extLst>
              <a:ext uri="{FF2B5EF4-FFF2-40B4-BE49-F238E27FC236}">
                <a16:creationId xmlns:a16="http://schemas.microsoft.com/office/drawing/2014/main" id="{1FEA6E25-3304-F34C-B55C-9725058364A0}"/>
              </a:ext>
            </a:extLst>
          </p:cNvPr>
          <p:cNvGrpSpPr/>
          <p:nvPr/>
        </p:nvGrpSpPr>
        <p:grpSpPr>
          <a:xfrm>
            <a:off x="6636495" y="3906670"/>
            <a:ext cx="423557" cy="423557"/>
            <a:chOff x="3697186" y="3428010"/>
            <a:chExt cx="609600" cy="609600"/>
          </a:xfrm>
        </p:grpSpPr>
        <p:sp>
          <p:nvSpPr>
            <p:cNvPr id="635" name="Rounded Rectangle 634">
              <a:extLst>
                <a:ext uri="{FF2B5EF4-FFF2-40B4-BE49-F238E27FC236}">
                  <a16:creationId xmlns:a16="http://schemas.microsoft.com/office/drawing/2014/main" id="{46A17631-986B-8B40-BC74-DAAAA0DC4CA9}"/>
                </a:ext>
              </a:extLst>
            </p:cNvPr>
            <p:cNvSpPr/>
            <p:nvPr/>
          </p:nvSpPr>
          <p:spPr>
            <a:xfrm>
              <a:off x="3697186"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6" name="Oval 635">
              <a:extLst>
                <a:ext uri="{FF2B5EF4-FFF2-40B4-BE49-F238E27FC236}">
                  <a16:creationId xmlns:a16="http://schemas.microsoft.com/office/drawing/2014/main" id="{58716997-8F5E-8844-98B1-93853FD4F346}"/>
                </a:ext>
              </a:extLst>
            </p:cNvPr>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7" name="Oval 636">
              <a:extLst>
                <a:ext uri="{FF2B5EF4-FFF2-40B4-BE49-F238E27FC236}">
                  <a16:creationId xmlns:a16="http://schemas.microsoft.com/office/drawing/2014/main" id="{4149B7AD-4331-9241-928B-C984C65583D9}"/>
                </a:ext>
              </a:extLst>
            </p:cNvPr>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8" name="Oval 637">
              <a:extLst>
                <a:ext uri="{FF2B5EF4-FFF2-40B4-BE49-F238E27FC236}">
                  <a16:creationId xmlns:a16="http://schemas.microsoft.com/office/drawing/2014/main" id="{F2E27C0F-6F65-DE48-8671-92C2CB9F8631}"/>
                </a:ext>
              </a:extLst>
            </p:cNvPr>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9" name="Oval 638">
              <a:extLst>
                <a:ext uri="{FF2B5EF4-FFF2-40B4-BE49-F238E27FC236}">
                  <a16:creationId xmlns:a16="http://schemas.microsoft.com/office/drawing/2014/main" id="{AA369CE7-1C86-0649-86A7-BA623AE3FAE4}"/>
                </a:ext>
              </a:extLst>
            </p:cNvPr>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40" name="Group 639">
            <a:extLst>
              <a:ext uri="{FF2B5EF4-FFF2-40B4-BE49-F238E27FC236}">
                <a16:creationId xmlns:a16="http://schemas.microsoft.com/office/drawing/2014/main" id="{586D395F-98FF-8B45-A30C-D8E8836C4811}"/>
              </a:ext>
            </a:extLst>
          </p:cNvPr>
          <p:cNvGrpSpPr/>
          <p:nvPr/>
        </p:nvGrpSpPr>
        <p:grpSpPr>
          <a:xfrm>
            <a:off x="6636495" y="4444867"/>
            <a:ext cx="423557" cy="423557"/>
            <a:chOff x="3697186" y="3428010"/>
            <a:chExt cx="609600" cy="609600"/>
          </a:xfrm>
        </p:grpSpPr>
        <p:sp>
          <p:nvSpPr>
            <p:cNvPr id="641" name="Rounded Rectangle 640">
              <a:extLst>
                <a:ext uri="{FF2B5EF4-FFF2-40B4-BE49-F238E27FC236}">
                  <a16:creationId xmlns:a16="http://schemas.microsoft.com/office/drawing/2014/main" id="{13A584D7-7329-6548-9520-841B15D7B267}"/>
                </a:ext>
              </a:extLst>
            </p:cNvPr>
            <p:cNvSpPr/>
            <p:nvPr/>
          </p:nvSpPr>
          <p:spPr>
            <a:xfrm>
              <a:off x="3697186"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2" name="Oval 641">
              <a:extLst>
                <a:ext uri="{FF2B5EF4-FFF2-40B4-BE49-F238E27FC236}">
                  <a16:creationId xmlns:a16="http://schemas.microsoft.com/office/drawing/2014/main" id="{F63BDC28-0134-BE4C-A676-A0B035DC03E6}"/>
                </a:ext>
              </a:extLst>
            </p:cNvPr>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3" name="Oval 642">
              <a:extLst>
                <a:ext uri="{FF2B5EF4-FFF2-40B4-BE49-F238E27FC236}">
                  <a16:creationId xmlns:a16="http://schemas.microsoft.com/office/drawing/2014/main" id="{DD125D35-E8F5-4145-A0EF-F85B2715607C}"/>
                </a:ext>
              </a:extLst>
            </p:cNvPr>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4" name="Oval 643">
              <a:extLst>
                <a:ext uri="{FF2B5EF4-FFF2-40B4-BE49-F238E27FC236}">
                  <a16:creationId xmlns:a16="http://schemas.microsoft.com/office/drawing/2014/main" id="{AD3919F3-A890-C64E-A520-540DCFD02056}"/>
                </a:ext>
              </a:extLst>
            </p:cNvPr>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5" name="Oval 644">
              <a:extLst>
                <a:ext uri="{FF2B5EF4-FFF2-40B4-BE49-F238E27FC236}">
                  <a16:creationId xmlns:a16="http://schemas.microsoft.com/office/drawing/2014/main" id="{45F16586-BC2D-1340-B815-70A13C66AAB2}"/>
                </a:ext>
              </a:extLst>
            </p:cNvPr>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46" name="Group 645">
            <a:extLst>
              <a:ext uri="{FF2B5EF4-FFF2-40B4-BE49-F238E27FC236}">
                <a16:creationId xmlns:a16="http://schemas.microsoft.com/office/drawing/2014/main" id="{FDA4E3C3-414F-AA41-9B6F-85DA3EF9B2E9}"/>
              </a:ext>
            </a:extLst>
          </p:cNvPr>
          <p:cNvGrpSpPr/>
          <p:nvPr/>
        </p:nvGrpSpPr>
        <p:grpSpPr>
          <a:xfrm>
            <a:off x="6636495" y="4983064"/>
            <a:ext cx="423557" cy="423557"/>
            <a:chOff x="3697186" y="3428010"/>
            <a:chExt cx="609600" cy="609600"/>
          </a:xfrm>
        </p:grpSpPr>
        <p:sp>
          <p:nvSpPr>
            <p:cNvPr id="647" name="Rounded Rectangle 646">
              <a:extLst>
                <a:ext uri="{FF2B5EF4-FFF2-40B4-BE49-F238E27FC236}">
                  <a16:creationId xmlns:a16="http://schemas.microsoft.com/office/drawing/2014/main" id="{38241CB6-C8A7-D849-83A9-558995A5F081}"/>
                </a:ext>
              </a:extLst>
            </p:cNvPr>
            <p:cNvSpPr/>
            <p:nvPr/>
          </p:nvSpPr>
          <p:spPr>
            <a:xfrm>
              <a:off x="3697186"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8" name="Oval 647">
              <a:extLst>
                <a:ext uri="{FF2B5EF4-FFF2-40B4-BE49-F238E27FC236}">
                  <a16:creationId xmlns:a16="http://schemas.microsoft.com/office/drawing/2014/main" id="{93EFAC8A-8549-8945-B23F-2986D4D8FB34}"/>
                </a:ext>
              </a:extLst>
            </p:cNvPr>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9" name="Oval 648">
              <a:extLst>
                <a:ext uri="{FF2B5EF4-FFF2-40B4-BE49-F238E27FC236}">
                  <a16:creationId xmlns:a16="http://schemas.microsoft.com/office/drawing/2014/main" id="{6CEA07F0-F1BF-B842-B6ED-AAB0636865CF}"/>
                </a:ext>
              </a:extLst>
            </p:cNvPr>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0" name="Oval 649">
              <a:extLst>
                <a:ext uri="{FF2B5EF4-FFF2-40B4-BE49-F238E27FC236}">
                  <a16:creationId xmlns:a16="http://schemas.microsoft.com/office/drawing/2014/main" id="{FE361636-5454-A149-9E02-69277A49C311}"/>
                </a:ext>
              </a:extLst>
            </p:cNvPr>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 name="Oval 650">
              <a:extLst>
                <a:ext uri="{FF2B5EF4-FFF2-40B4-BE49-F238E27FC236}">
                  <a16:creationId xmlns:a16="http://schemas.microsoft.com/office/drawing/2014/main" id="{6A1A135E-4AEA-714F-B7A3-8FA3CC685ED3}"/>
                </a:ext>
              </a:extLst>
            </p:cNvPr>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52" name="Group 651">
            <a:extLst>
              <a:ext uri="{FF2B5EF4-FFF2-40B4-BE49-F238E27FC236}">
                <a16:creationId xmlns:a16="http://schemas.microsoft.com/office/drawing/2014/main" id="{8C377297-2340-2A47-ACC5-0B7D16816181}"/>
              </a:ext>
            </a:extLst>
          </p:cNvPr>
          <p:cNvGrpSpPr/>
          <p:nvPr/>
        </p:nvGrpSpPr>
        <p:grpSpPr>
          <a:xfrm>
            <a:off x="6636495" y="5545011"/>
            <a:ext cx="423557" cy="423557"/>
            <a:chOff x="3697186" y="3428010"/>
            <a:chExt cx="609600" cy="609600"/>
          </a:xfrm>
        </p:grpSpPr>
        <p:sp>
          <p:nvSpPr>
            <p:cNvPr id="653" name="Rounded Rectangle 652">
              <a:extLst>
                <a:ext uri="{FF2B5EF4-FFF2-40B4-BE49-F238E27FC236}">
                  <a16:creationId xmlns:a16="http://schemas.microsoft.com/office/drawing/2014/main" id="{91A8BF1D-5FA8-244B-8280-5993A23FED9B}"/>
                </a:ext>
              </a:extLst>
            </p:cNvPr>
            <p:cNvSpPr/>
            <p:nvPr/>
          </p:nvSpPr>
          <p:spPr>
            <a:xfrm>
              <a:off x="3697186"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4" name="Oval 653">
              <a:extLst>
                <a:ext uri="{FF2B5EF4-FFF2-40B4-BE49-F238E27FC236}">
                  <a16:creationId xmlns:a16="http://schemas.microsoft.com/office/drawing/2014/main" id="{45CAE813-E045-5B47-98FC-FC8BB4699471}"/>
                </a:ext>
              </a:extLst>
            </p:cNvPr>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5" name="Oval 654">
              <a:extLst>
                <a:ext uri="{FF2B5EF4-FFF2-40B4-BE49-F238E27FC236}">
                  <a16:creationId xmlns:a16="http://schemas.microsoft.com/office/drawing/2014/main" id="{FF115063-4A52-5746-8FE3-06453EB5C39A}"/>
                </a:ext>
              </a:extLst>
            </p:cNvPr>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6" name="Oval 655">
              <a:extLst>
                <a:ext uri="{FF2B5EF4-FFF2-40B4-BE49-F238E27FC236}">
                  <a16:creationId xmlns:a16="http://schemas.microsoft.com/office/drawing/2014/main" id="{CC6202A0-BF00-AB41-A47B-A7B4DEC1C4C9}"/>
                </a:ext>
              </a:extLst>
            </p:cNvPr>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7" name="Oval 656">
              <a:extLst>
                <a:ext uri="{FF2B5EF4-FFF2-40B4-BE49-F238E27FC236}">
                  <a16:creationId xmlns:a16="http://schemas.microsoft.com/office/drawing/2014/main" id="{A853F066-DA9A-744D-8013-8F23B627ECF8}"/>
                </a:ext>
              </a:extLst>
            </p:cNvPr>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58" name="Group 657">
            <a:extLst>
              <a:ext uri="{FF2B5EF4-FFF2-40B4-BE49-F238E27FC236}">
                <a16:creationId xmlns:a16="http://schemas.microsoft.com/office/drawing/2014/main" id="{DDABC3C4-31DB-A548-89B5-75F7A72E4C9A}"/>
              </a:ext>
            </a:extLst>
          </p:cNvPr>
          <p:cNvGrpSpPr/>
          <p:nvPr/>
        </p:nvGrpSpPr>
        <p:grpSpPr>
          <a:xfrm>
            <a:off x="6636495" y="6083208"/>
            <a:ext cx="423557" cy="423557"/>
            <a:chOff x="3697186" y="3428010"/>
            <a:chExt cx="609600" cy="609600"/>
          </a:xfrm>
        </p:grpSpPr>
        <p:sp>
          <p:nvSpPr>
            <p:cNvPr id="659" name="Rounded Rectangle 658">
              <a:extLst>
                <a:ext uri="{FF2B5EF4-FFF2-40B4-BE49-F238E27FC236}">
                  <a16:creationId xmlns:a16="http://schemas.microsoft.com/office/drawing/2014/main" id="{280DE626-766F-6744-9B12-DA202A1CC443}"/>
                </a:ext>
              </a:extLst>
            </p:cNvPr>
            <p:cNvSpPr/>
            <p:nvPr/>
          </p:nvSpPr>
          <p:spPr>
            <a:xfrm>
              <a:off x="3697186"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0" name="Oval 659">
              <a:extLst>
                <a:ext uri="{FF2B5EF4-FFF2-40B4-BE49-F238E27FC236}">
                  <a16:creationId xmlns:a16="http://schemas.microsoft.com/office/drawing/2014/main" id="{77246854-E4D7-8249-954D-070D7319FB70}"/>
                </a:ext>
              </a:extLst>
            </p:cNvPr>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1" name="Oval 660">
              <a:extLst>
                <a:ext uri="{FF2B5EF4-FFF2-40B4-BE49-F238E27FC236}">
                  <a16:creationId xmlns:a16="http://schemas.microsoft.com/office/drawing/2014/main" id="{B8F3D417-8F1B-7044-9150-C2908FB7929A}"/>
                </a:ext>
              </a:extLst>
            </p:cNvPr>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2" name="Oval 661">
              <a:extLst>
                <a:ext uri="{FF2B5EF4-FFF2-40B4-BE49-F238E27FC236}">
                  <a16:creationId xmlns:a16="http://schemas.microsoft.com/office/drawing/2014/main" id="{6B525056-2CF8-0D49-99D1-E51CA426612F}"/>
                </a:ext>
              </a:extLst>
            </p:cNvPr>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3" name="Oval 662">
              <a:extLst>
                <a:ext uri="{FF2B5EF4-FFF2-40B4-BE49-F238E27FC236}">
                  <a16:creationId xmlns:a16="http://schemas.microsoft.com/office/drawing/2014/main" id="{90A3CD41-5D92-E44F-A836-B7BDD51C48E0}"/>
                </a:ext>
              </a:extLst>
            </p:cNvPr>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4" name="Slide Number Placeholder 3">
            <a:extLst>
              <a:ext uri="{FF2B5EF4-FFF2-40B4-BE49-F238E27FC236}">
                <a16:creationId xmlns:a16="http://schemas.microsoft.com/office/drawing/2014/main" id="{95EAD41C-5879-A84A-8231-297D1FD0D544}"/>
              </a:ext>
            </a:extLst>
          </p:cNvPr>
          <p:cNvSpPr txBox="1">
            <a:spLocks/>
          </p:cNvSpPr>
          <p:nvPr/>
        </p:nvSpPr>
        <p:spPr>
          <a:xfrm>
            <a:off x="8386968" y="6161526"/>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a:pPr/>
              <a:t>10</a:t>
            </a:fld>
            <a:endParaRPr lang="en-US" altLang="zh-TW"/>
          </a:p>
        </p:txBody>
      </p:sp>
      <p:grpSp>
        <p:nvGrpSpPr>
          <p:cNvPr id="665" name="Group 664">
            <a:extLst>
              <a:ext uri="{FF2B5EF4-FFF2-40B4-BE49-F238E27FC236}">
                <a16:creationId xmlns:a16="http://schemas.microsoft.com/office/drawing/2014/main" id="{9D30DFDF-C25C-5846-954E-4E5325CF5612}"/>
              </a:ext>
            </a:extLst>
          </p:cNvPr>
          <p:cNvGrpSpPr/>
          <p:nvPr/>
        </p:nvGrpSpPr>
        <p:grpSpPr>
          <a:xfrm>
            <a:off x="8589228" y="3361023"/>
            <a:ext cx="423557" cy="423557"/>
            <a:chOff x="1219200" y="3429000"/>
            <a:chExt cx="609600" cy="609600"/>
          </a:xfrm>
        </p:grpSpPr>
        <p:sp>
          <p:nvSpPr>
            <p:cNvPr id="666" name="Rounded Rectangle 665">
              <a:extLst>
                <a:ext uri="{FF2B5EF4-FFF2-40B4-BE49-F238E27FC236}">
                  <a16:creationId xmlns:a16="http://schemas.microsoft.com/office/drawing/2014/main" id="{5DEBA039-FB6F-9848-A124-1AD1C7F27A23}"/>
                </a:ext>
              </a:extLst>
            </p:cNvPr>
            <p:cNvSpPr/>
            <p:nvPr/>
          </p:nvSpPr>
          <p:spPr>
            <a:xfrm>
              <a:off x="1219200"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7" name="Oval 666">
              <a:extLst>
                <a:ext uri="{FF2B5EF4-FFF2-40B4-BE49-F238E27FC236}">
                  <a16:creationId xmlns:a16="http://schemas.microsoft.com/office/drawing/2014/main" id="{9333D8EF-3C97-4342-86CC-927AB0BF4C31}"/>
                </a:ext>
              </a:extLst>
            </p:cNvPr>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68" name="Group 667">
            <a:extLst>
              <a:ext uri="{FF2B5EF4-FFF2-40B4-BE49-F238E27FC236}">
                <a16:creationId xmlns:a16="http://schemas.microsoft.com/office/drawing/2014/main" id="{37E725E8-8B19-C740-81C6-E887E4B65AEE}"/>
              </a:ext>
            </a:extLst>
          </p:cNvPr>
          <p:cNvGrpSpPr/>
          <p:nvPr/>
        </p:nvGrpSpPr>
        <p:grpSpPr>
          <a:xfrm>
            <a:off x="8585273" y="3904476"/>
            <a:ext cx="423557" cy="423557"/>
            <a:chOff x="2038597" y="3429000"/>
            <a:chExt cx="609600" cy="609600"/>
          </a:xfrm>
        </p:grpSpPr>
        <p:sp>
          <p:nvSpPr>
            <p:cNvPr id="669" name="Rounded Rectangle 668">
              <a:extLst>
                <a:ext uri="{FF2B5EF4-FFF2-40B4-BE49-F238E27FC236}">
                  <a16:creationId xmlns:a16="http://schemas.microsoft.com/office/drawing/2014/main" id="{5024365C-A795-DA4B-A69C-775A5971A3FC}"/>
                </a:ext>
              </a:extLst>
            </p:cNvPr>
            <p:cNvSpPr/>
            <p:nvPr/>
          </p:nvSpPr>
          <p:spPr>
            <a:xfrm>
              <a:off x="2038597"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0" name="Oval 669">
              <a:extLst>
                <a:ext uri="{FF2B5EF4-FFF2-40B4-BE49-F238E27FC236}">
                  <a16:creationId xmlns:a16="http://schemas.microsoft.com/office/drawing/2014/main" id="{37EADDFC-E680-3244-AFFC-C1BCB4651D45}"/>
                </a:ext>
              </a:extLst>
            </p:cNvPr>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1" name="Oval 670">
              <a:extLst>
                <a:ext uri="{FF2B5EF4-FFF2-40B4-BE49-F238E27FC236}">
                  <a16:creationId xmlns:a16="http://schemas.microsoft.com/office/drawing/2014/main" id="{2EC71901-5F99-254B-8314-BC89DDA2FA9C}"/>
                </a:ext>
              </a:extLst>
            </p:cNvPr>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72" name="Group 671">
            <a:extLst>
              <a:ext uri="{FF2B5EF4-FFF2-40B4-BE49-F238E27FC236}">
                <a16:creationId xmlns:a16="http://schemas.microsoft.com/office/drawing/2014/main" id="{94A95C6D-2FB4-2B49-B91C-B2AF7B1407C8}"/>
              </a:ext>
            </a:extLst>
          </p:cNvPr>
          <p:cNvGrpSpPr/>
          <p:nvPr/>
        </p:nvGrpSpPr>
        <p:grpSpPr>
          <a:xfrm>
            <a:off x="8589228" y="4447929"/>
            <a:ext cx="423557" cy="423557"/>
            <a:chOff x="2857994" y="3429000"/>
            <a:chExt cx="609600" cy="609600"/>
          </a:xfrm>
        </p:grpSpPr>
        <p:sp>
          <p:nvSpPr>
            <p:cNvPr id="673" name="Rounded Rectangle 672">
              <a:extLst>
                <a:ext uri="{FF2B5EF4-FFF2-40B4-BE49-F238E27FC236}">
                  <a16:creationId xmlns:a16="http://schemas.microsoft.com/office/drawing/2014/main" id="{FCD0DF0F-EF17-C449-87E4-1654784671FC}"/>
                </a:ext>
              </a:extLst>
            </p:cNvPr>
            <p:cNvSpPr/>
            <p:nvPr/>
          </p:nvSpPr>
          <p:spPr>
            <a:xfrm>
              <a:off x="2857994"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4" name="Oval 673">
              <a:extLst>
                <a:ext uri="{FF2B5EF4-FFF2-40B4-BE49-F238E27FC236}">
                  <a16:creationId xmlns:a16="http://schemas.microsoft.com/office/drawing/2014/main" id="{105996C5-F92D-904F-AE45-68BF5BEEF28F}"/>
                </a:ext>
              </a:extLst>
            </p:cNvPr>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5" name="Oval 674">
              <a:extLst>
                <a:ext uri="{FF2B5EF4-FFF2-40B4-BE49-F238E27FC236}">
                  <a16:creationId xmlns:a16="http://schemas.microsoft.com/office/drawing/2014/main" id="{8BA19C9F-7DD2-BF4C-B235-254089ED1694}"/>
                </a:ext>
              </a:extLst>
            </p:cNvPr>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6" name="Oval 675">
              <a:extLst>
                <a:ext uri="{FF2B5EF4-FFF2-40B4-BE49-F238E27FC236}">
                  <a16:creationId xmlns:a16="http://schemas.microsoft.com/office/drawing/2014/main" id="{142051B8-C60C-0345-830C-87A4A4B0B06B}"/>
                </a:ext>
              </a:extLst>
            </p:cNvPr>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77" name="Group 676">
            <a:extLst>
              <a:ext uri="{FF2B5EF4-FFF2-40B4-BE49-F238E27FC236}">
                <a16:creationId xmlns:a16="http://schemas.microsoft.com/office/drawing/2014/main" id="{A89EF369-CDAE-BD46-939E-6B1610D83840}"/>
              </a:ext>
            </a:extLst>
          </p:cNvPr>
          <p:cNvGrpSpPr/>
          <p:nvPr/>
        </p:nvGrpSpPr>
        <p:grpSpPr>
          <a:xfrm>
            <a:off x="8574589" y="4991382"/>
            <a:ext cx="423557" cy="423557"/>
            <a:chOff x="3697186" y="3428010"/>
            <a:chExt cx="609600" cy="609600"/>
          </a:xfrm>
        </p:grpSpPr>
        <p:sp>
          <p:nvSpPr>
            <p:cNvPr id="678" name="Rounded Rectangle 677">
              <a:extLst>
                <a:ext uri="{FF2B5EF4-FFF2-40B4-BE49-F238E27FC236}">
                  <a16:creationId xmlns:a16="http://schemas.microsoft.com/office/drawing/2014/main" id="{0CA1C8B4-E4A4-EC43-BA66-81575965A03B}"/>
                </a:ext>
              </a:extLst>
            </p:cNvPr>
            <p:cNvSpPr/>
            <p:nvPr/>
          </p:nvSpPr>
          <p:spPr>
            <a:xfrm>
              <a:off x="3697186"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9" name="Oval 678">
              <a:extLst>
                <a:ext uri="{FF2B5EF4-FFF2-40B4-BE49-F238E27FC236}">
                  <a16:creationId xmlns:a16="http://schemas.microsoft.com/office/drawing/2014/main" id="{348B925B-E7DB-F84A-93A9-EFDD9E18BFFF}"/>
                </a:ext>
              </a:extLst>
            </p:cNvPr>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0" name="Oval 679">
              <a:extLst>
                <a:ext uri="{FF2B5EF4-FFF2-40B4-BE49-F238E27FC236}">
                  <a16:creationId xmlns:a16="http://schemas.microsoft.com/office/drawing/2014/main" id="{740F6696-3250-174C-A343-69C8EBE1CACF}"/>
                </a:ext>
              </a:extLst>
            </p:cNvPr>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1" name="Oval 680">
              <a:extLst>
                <a:ext uri="{FF2B5EF4-FFF2-40B4-BE49-F238E27FC236}">
                  <a16:creationId xmlns:a16="http://schemas.microsoft.com/office/drawing/2014/main" id="{DC2BCCD0-65B1-3642-B900-8EB08AFAB20A}"/>
                </a:ext>
              </a:extLst>
            </p:cNvPr>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2" name="Oval 681">
              <a:extLst>
                <a:ext uri="{FF2B5EF4-FFF2-40B4-BE49-F238E27FC236}">
                  <a16:creationId xmlns:a16="http://schemas.microsoft.com/office/drawing/2014/main" id="{F9E50FF8-E32A-B94B-AF8B-B1957FC04DA5}"/>
                </a:ext>
              </a:extLst>
            </p:cNvPr>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83" name="Group 682">
            <a:extLst>
              <a:ext uri="{FF2B5EF4-FFF2-40B4-BE49-F238E27FC236}">
                <a16:creationId xmlns:a16="http://schemas.microsoft.com/office/drawing/2014/main" id="{4533B52F-D60F-D04F-B4A4-0ABC7E852C3B}"/>
              </a:ext>
            </a:extLst>
          </p:cNvPr>
          <p:cNvGrpSpPr/>
          <p:nvPr/>
        </p:nvGrpSpPr>
        <p:grpSpPr>
          <a:xfrm>
            <a:off x="8574589" y="5554250"/>
            <a:ext cx="423557" cy="423557"/>
            <a:chOff x="4516583" y="3428010"/>
            <a:chExt cx="609600" cy="609600"/>
          </a:xfrm>
        </p:grpSpPr>
        <p:sp>
          <p:nvSpPr>
            <p:cNvPr id="684" name="Rounded Rectangle 683">
              <a:extLst>
                <a:ext uri="{FF2B5EF4-FFF2-40B4-BE49-F238E27FC236}">
                  <a16:creationId xmlns:a16="http://schemas.microsoft.com/office/drawing/2014/main" id="{7C48D0F7-0769-5B4A-A6FD-BF5063EE2959}"/>
                </a:ext>
              </a:extLst>
            </p:cNvPr>
            <p:cNvSpPr/>
            <p:nvPr/>
          </p:nvSpPr>
          <p:spPr>
            <a:xfrm>
              <a:off x="4516583"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5" name="Oval 684">
              <a:extLst>
                <a:ext uri="{FF2B5EF4-FFF2-40B4-BE49-F238E27FC236}">
                  <a16:creationId xmlns:a16="http://schemas.microsoft.com/office/drawing/2014/main" id="{D8624A95-B3CF-0E47-A5CD-B91456D3CB66}"/>
                </a:ext>
              </a:extLst>
            </p:cNvPr>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6" name="Oval 685">
              <a:extLst>
                <a:ext uri="{FF2B5EF4-FFF2-40B4-BE49-F238E27FC236}">
                  <a16:creationId xmlns:a16="http://schemas.microsoft.com/office/drawing/2014/main" id="{6BFF03D8-CE8C-A448-94AD-AA731D961E6B}"/>
                </a:ext>
              </a:extLst>
            </p:cNvPr>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7" name="Oval 686">
              <a:extLst>
                <a:ext uri="{FF2B5EF4-FFF2-40B4-BE49-F238E27FC236}">
                  <a16:creationId xmlns:a16="http://schemas.microsoft.com/office/drawing/2014/main" id="{118B07BC-1330-D048-B44E-B25752DFA5AF}"/>
                </a:ext>
              </a:extLst>
            </p:cNvPr>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8" name="Oval 687">
              <a:extLst>
                <a:ext uri="{FF2B5EF4-FFF2-40B4-BE49-F238E27FC236}">
                  <a16:creationId xmlns:a16="http://schemas.microsoft.com/office/drawing/2014/main" id="{67B6C29F-CA1C-D24B-8295-3FDF8449390A}"/>
                </a:ext>
              </a:extLst>
            </p:cNvPr>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9" name="Oval 688">
              <a:extLst>
                <a:ext uri="{FF2B5EF4-FFF2-40B4-BE49-F238E27FC236}">
                  <a16:creationId xmlns:a16="http://schemas.microsoft.com/office/drawing/2014/main" id="{0BEF6614-BFBB-1442-9A9D-6483CD7EDE09}"/>
                </a:ext>
              </a:extLst>
            </p:cNvPr>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90" name="Group 689">
            <a:extLst>
              <a:ext uri="{FF2B5EF4-FFF2-40B4-BE49-F238E27FC236}">
                <a16:creationId xmlns:a16="http://schemas.microsoft.com/office/drawing/2014/main" id="{E808C5BB-73BE-7B43-9AA1-239DF7F5DB23}"/>
              </a:ext>
            </a:extLst>
          </p:cNvPr>
          <p:cNvGrpSpPr/>
          <p:nvPr/>
        </p:nvGrpSpPr>
        <p:grpSpPr>
          <a:xfrm>
            <a:off x="8574589" y="6098908"/>
            <a:ext cx="423557" cy="423557"/>
            <a:chOff x="5359334" y="3425040"/>
            <a:chExt cx="609600" cy="609600"/>
          </a:xfrm>
        </p:grpSpPr>
        <p:sp>
          <p:nvSpPr>
            <p:cNvPr id="691" name="Rounded Rectangle 690">
              <a:extLst>
                <a:ext uri="{FF2B5EF4-FFF2-40B4-BE49-F238E27FC236}">
                  <a16:creationId xmlns:a16="http://schemas.microsoft.com/office/drawing/2014/main" id="{600C10B6-4513-3A48-9F96-6B13AF580E82}"/>
                </a:ext>
              </a:extLst>
            </p:cNvPr>
            <p:cNvSpPr/>
            <p:nvPr/>
          </p:nvSpPr>
          <p:spPr>
            <a:xfrm>
              <a:off x="5359334" y="342504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2" name="Oval 691">
              <a:extLst>
                <a:ext uri="{FF2B5EF4-FFF2-40B4-BE49-F238E27FC236}">
                  <a16:creationId xmlns:a16="http://schemas.microsoft.com/office/drawing/2014/main" id="{7D73DBAC-6E09-4547-9401-570BD0E15F21}"/>
                </a:ext>
              </a:extLst>
            </p:cNvPr>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3" name="Oval 692">
              <a:extLst>
                <a:ext uri="{FF2B5EF4-FFF2-40B4-BE49-F238E27FC236}">
                  <a16:creationId xmlns:a16="http://schemas.microsoft.com/office/drawing/2014/main" id="{73BADC42-E894-4548-983B-4208101F8B6E}"/>
                </a:ext>
              </a:extLst>
            </p:cNvPr>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4" name="Oval 693">
              <a:extLst>
                <a:ext uri="{FF2B5EF4-FFF2-40B4-BE49-F238E27FC236}">
                  <a16:creationId xmlns:a16="http://schemas.microsoft.com/office/drawing/2014/main" id="{1F7E4AE3-D574-994C-BFFA-BE295F6D96F6}"/>
                </a:ext>
              </a:extLst>
            </p:cNvPr>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5" name="Oval 694">
              <a:extLst>
                <a:ext uri="{FF2B5EF4-FFF2-40B4-BE49-F238E27FC236}">
                  <a16:creationId xmlns:a16="http://schemas.microsoft.com/office/drawing/2014/main" id="{E3BA5AB4-627E-1D41-A7B8-DFC042027F8F}"/>
                </a:ext>
              </a:extLst>
            </p:cNvPr>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6" name="Oval 695">
              <a:extLst>
                <a:ext uri="{FF2B5EF4-FFF2-40B4-BE49-F238E27FC236}">
                  <a16:creationId xmlns:a16="http://schemas.microsoft.com/office/drawing/2014/main" id="{FDD385A7-5CCE-2A42-8C29-1D10C0B2F0AC}"/>
                </a:ext>
              </a:extLst>
            </p:cNvPr>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7" name="Oval 696">
              <a:extLst>
                <a:ext uri="{FF2B5EF4-FFF2-40B4-BE49-F238E27FC236}">
                  <a16:creationId xmlns:a16="http://schemas.microsoft.com/office/drawing/2014/main" id="{ABF16665-7757-0D41-95CD-44B34220C780}"/>
                </a:ext>
              </a:extLst>
            </p:cNvPr>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98" name="Slide Number Placeholder 3">
            <a:extLst>
              <a:ext uri="{FF2B5EF4-FFF2-40B4-BE49-F238E27FC236}">
                <a16:creationId xmlns:a16="http://schemas.microsoft.com/office/drawing/2014/main" id="{AFF6B686-32C1-ED49-8D2E-1F3F012EB519}"/>
              </a:ext>
            </a:extLst>
          </p:cNvPr>
          <p:cNvSpPr txBox="1">
            <a:spLocks/>
          </p:cNvSpPr>
          <p:nvPr/>
        </p:nvSpPr>
        <p:spPr>
          <a:xfrm>
            <a:off x="9758544" y="6157331"/>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a:pPr/>
              <a:t>10</a:t>
            </a:fld>
            <a:endParaRPr lang="en-US" altLang="zh-TW"/>
          </a:p>
        </p:txBody>
      </p:sp>
      <p:grpSp>
        <p:nvGrpSpPr>
          <p:cNvPr id="699" name="Group 698">
            <a:extLst>
              <a:ext uri="{FF2B5EF4-FFF2-40B4-BE49-F238E27FC236}">
                <a16:creationId xmlns:a16="http://schemas.microsoft.com/office/drawing/2014/main" id="{88727E87-0FA4-FF4D-9176-1752617DDC8A}"/>
              </a:ext>
            </a:extLst>
          </p:cNvPr>
          <p:cNvGrpSpPr/>
          <p:nvPr/>
        </p:nvGrpSpPr>
        <p:grpSpPr>
          <a:xfrm>
            <a:off x="9960804" y="3356828"/>
            <a:ext cx="423557" cy="423557"/>
            <a:chOff x="1219200" y="3429000"/>
            <a:chExt cx="609600" cy="609600"/>
          </a:xfrm>
        </p:grpSpPr>
        <p:sp>
          <p:nvSpPr>
            <p:cNvPr id="700" name="Rounded Rectangle 699">
              <a:extLst>
                <a:ext uri="{FF2B5EF4-FFF2-40B4-BE49-F238E27FC236}">
                  <a16:creationId xmlns:a16="http://schemas.microsoft.com/office/drawing/2014/main" id="{44EAF6EA-5F2B-F845-BD72-FDCCE627AF00}"/>
                </a:ext>
              </a:extLst>
            </p:cNvPr>
            <p:cNvSpPr/>
            <p:nvPr/>
          </p:nvSpPr>
          <p:spPr>
            <a:xfrm>
              <a:off x="1219200"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1" name="Oval 700">
              <a:extLst>
                <a:ext uri="{FF2B5EF4-FFF2-40B4-BE49-F238E27FC236}">
                  <a16:creationId xmlns:a16="http://schemas.microsoft.com/office/drawing/2014/main" id="{953AA8C1-A128-AC40-8CBD-807AB2C78C3E}"/>
                </a:ext>
              </a:extLst>
            </p:cNvPr>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02" name="Group 701">
            <a:extLst>
              <a:ext uri="{FF2B5EF4-FFF2-40B4-BE49-F238E27FC236}">
                <a16:creationId xmlns:a16="http://schemas.microsoft.com/office/drawing/2014/main" id="{4D051DA8-8054-2A43-887B-951CDE65DB93}"/>
              </a:ext>
            </a:extLst>
          </p:cNvPr>
          <p:cNvGrpSpPr/>
          <p:nvPr/>
        </p:nvGrpSpPr>
        <p:grpSpPr>
          <a:xfrm>
            <a:off x="9956849" y="3900281"/>
            <a:ext cx="423557" cy="423557"/>
            <a:chOff x="2038597" y="3429000"/>
            <a:chExt cx="609600" cy="609600"/>
          </a:xfrm>
        </p:grpSpPr>
        <p:sp>
          <p:nvSpPr>
            <p:cNvPr id="703" name="Rounded Rectangle 702">
              <a:extLst>
                <a:ext uri="{FF2B5EF4-FFF2-40B4-BE49-F238E27FC236}">
                  <a16:creationId xmlns:a16="http://schemas.microsoft.com/office/drawing/2014/main" id="{E20E1447-DE7C-9147-A18E-5CCEF905AD02}"/>
                </a:ext>
              </a:extLst>
            </p:cNvPr>
            <p:cNvSpPr/>
            <p:nvPr/>
          </p:nvSpPr>
          <p:spPr>
            <a:xfrm>
              <a:off x="2038597"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4" name="Oval 703">
              <a:extLst>
                <a:ext uri="{FF2B5EF4-FFF2-40B4-BE49-F238E27FC236}">
                  <a16:creationId xmlns:a16="http://schemas.microsoft.com/office/drawing/2014/main" id="{A128ACEF-99A5-EF45-A7F6-2D244F92542B}"/>
                </a:ext>
              </a:extLst>
            </p:cNvPr>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5" name="Oval 704">
              <a:extLst>
                <a:ext uri="{FF2B5EF4-FFF2-40B4-BE49-F238E27FC236}">
                  <a16:creationId xmlns:a16="http://schemas.microsoft.com/office/drawing/2014/main" id="{C977D6EA-D928-1145-970D-DDB2B27BFD99}"/>
                </a:ext>
              </a:extLst>
            </p:cNvPr>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06" name="Group 705">
            <a:extLst>
              <a:ext uri="{FF2B5EF4-FFF2-40B4-BE49-F238E27FC236}">
                <a16:creationId xmlns:a16="http://schemas.microsoft.com/office/drawing/2014/main" id="{73F8FE70-BB7A-3945-ACC9-992D1248D681}"/>
              </a:ext>
            </a:extLst>
          </p:cNvPr>
          <p:cNvGrpSpPr/>
          <p:nvPr/>
        </p:nvGrpSpPr>
        <p:grpSpPr>
          <a:xfrm>
            <a:off x="9960804" y="4443734"/>
            <a:ext cx="423557" cy="423557"/>
            <a:chOff x="2857994" y="3429000"/>
            <a:chExt cx="609600" cy="609600"/>
          </a:xfrm>
        </p:grpSpPr>
        <p:sp>
          <p:nvSpPr>
            <p:cNvPr id="707" name="Rounded Rectangle 706">
              <a:extLst>
                <a:ext uri="{FF2B5EF4-FFF2-40B4-BE49-F238E27FC236}">
                  <a16:creationId xmlns:a16="http://schemas.microsoft.com/office/drawing/2014/main" id="{09DB6457-42A2-084D-AFC8-53A7E31818EB}"/>
                </a:ext>
              </a:extLst>
            </p:cNvPr>
            <p:cNvSpPr/>
            <p:nvPr/>
          </p:nvSpPr>
          <p:spPr>
            <a:xfrm>
              <a:off x="2857994"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8" name="Oval 707">
              <a:extLst>
                <a:ext uri="{FF2B5EF4-FFF2-40B4-BE49-F238E27FC236}">
                  <a16:creationId xmlns:a16="http://schemas.microsoft.com/office/drawing/2014/main" id="{2719A8BA-8418-464C-BB35-492DF271C20A}"/>
                </a:ext>
              </a:extLst>
            </p:cNvPr>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9" name="Oval 708">
              <a:extLst>
                <a:ext uri="{FF2B5EF4-FFF2-40B4-BE49-F238E27FC236}">
                  <a16:creationId xmlns:a16="http://schemas.microsoft.com/office/drawing/2014/main" id="{BDED0E06-3368-3842-8F3A-1E43B536584E}"/>
                </a:ext>
              </a:extLst>
            </p:cNvPr>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0" name="Oval 709">
              <a:extLst>
                <a:ext uri="{FF2B5EF4-FFF2-40B4-BE49-F238E27FC236}">
                  <a16:creationId xmlns:a16="http://schemas.microsoft.com/office/drawing/2014/main" id="{DDA0AB4F-6277-714B-9C0E-02D9B6334B25}"/>
                </a:ext>
              </a:extLst>
            </p:cNvPr>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1" name="Group 710">
            <a:extLst>
              <a:ext uri="{FF2B5EF4-FFF2-40B4-BE49-F238E27FC236}">
                <a16:creationId xmlns:a16="http://schemas.microsoft.com/office/drawing/2014/main" id="{9453D2D9-FAC7-6648-ABB4-5CD021267D3E}"/>
              </a:ext>
            </a:extLst>
          </p:cNvPr>
          <p:cNvGrpSpPr/>
          <p:nvPr/>
        </p:nvGrpSpPr>
        <p:grpSpPr>
          <a:xfrm>
            <a:off x="9946165" y="4987187"/>
            <a:ext cx="423557" cy="423557"/>
            <a:chOff x="3697186" y="3428010"/>
            <a:chExt cx="609600" cy="609600"/>
          </a:xfrm>
        </p:grpSpPr>
        <p:sp>
          <p:nvSpPr>
            <p:cNvPr id="712" name="Rounded Rectangle 711">
              <a:extLst>
                <a:ext uri="{FF2B5EF4-FFF2-40B4-BE49-F238E27FC236}">
                  <a16:creationId xmlns:a16="http://schemas.microsoft.com/office/drawing/2014/main" id="{451A9602-3369-334E-9353-8C8371AA6172}"/>
                </a:ext>
              </a:extLst>
            </p:cNvPr>
            <p:cNvSpPr/>
            <p:nvPr/>
          </p:nvSpPr>
          <p:spPr>
            <a:xfrm>
              <a:off x="3697186"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3" name="Oval 712">
              <a:extLst>
                <a:ext uri="{FF2B5EF4-FFF2-40B4-BE49-F238E27FC236}">
                  <a16:creationId xmlns:a16="http://schemas.microsoft.com/office/drawing/2014/main" id="{7F0A4298-055A-724D-AA69-A721CE84BF95}"/>
                </a:ext>
              </a:extLst>
            </p:cNvPr>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4" name="Oval 713">
              <a:extLst>
                <a:ext uri="{FF2B5EF4-FFF2-40B4-BE49-F238E27FC236}">
                  <a16:creationId xmlns:a16="http://schemas.microsoft.com/office/drawing/2014/main" id="{FE57E2A0-D675-3A41-B688-7364176F8A7D}"/>
                </a:ext>
              </a:extLst>
            </p:cNvPr>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5" name="Oval 714">
              <a:extLst>
                <a:ext uri="{FF2B5EF4-FFF2-40B4-BE49-F238E27FC236}">
                  <a16:creationId xmlns:a16="http://schemas.microsoft.com/office/drawing/2014/main" id="{2512D60E-DB08-DD4A-AAEE-A6487862FA42}"/>
                </a:ext>
              </a:extLst>
            </p:cNvPr>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6" name="Oval 715">
              <a:extLst>
                <a:ext uri="{FF2B5EF4-FFF2-40B4-BE49-F238E27FC236}">
                  <a16:creationId xmlns:a16="http://schemas.microsoft.com/office/drawing/2014/main" id="{249115AD-CECE-254B-B8DF-E18CA609D130}"/>
                </a:ext>
              </a:extLst>
            </p:cNvPr>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7" name="Group 716">
            <a:extLst>
              <a:ext uri="{FF2B5EF4-FFF2-40B4-BE49-F238E27FC236}">
                <a16:creationId xmlns:a16="http://schemas.microsoft.com/office/drawing/2014/main" id="{6B31B741-FC29-B447-B81E-13517F7A8FC9}"/>
              </a:ext>
            </a:extLst>
          </p:cNvPr>
          <p:cNvGrpSpPr/>
          <p:nvPr/>
        </p:nvGrpSpPr>
        <p:grpSpPr>
          <a:xfrm>
            <a:off x="9946165" y="5550055"/>
            <a:ext cx="423557" cy="423557"/>
            <a:chOff x="4516583" y="3428010"/>
            <a:chExt cx="609600" cy="609600"/>
          </a:xfrm>
        </p:grpSpPr>
        <p:sp>
          <p:nvSpPr>
            <p:cNvPr id="718" name="Rounded Rectangle 717">
              <a:extLst>
                <a:ext uri="{FF2B5EF4-FFF2-40B4-BE49-F238E27FC236}">
                  <a16:creationId xmlns:a16="http://schemas.microsoft.com/office/drawing/2014/main" id="{EF1D52F7-E981-9F47-AA1C-B90E91008C6F}"/>
                </a:ext>
              </a:extLst>
            </p:cNvPr>
            <p:cNvSpPr/>
            <p:nvPr/>
          </p:nvSpPr>
          <p:spPr>
            <a:xfrm>
              <a:off x="4516583"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9" name="Oval 718">
              <a:extLst>
                <a:ext uri="{FF2B5EF4-FFF2-40B4-BE49-F238E27FC236}">
                  <a16:creationId xmlns:a16="http://schemas.microsoft.com/office/drawing/2014/main" id="{5479B76C-C67D-2745-BCAD-028A15DB08C6}"/>
                </a:ext>
              </a:extLst>
            </p:cNvPr>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0" name="Oval 719">
              <a:extLst>
                <a:ext uri="{FF2B5EF4-FFF2-40B4-BE49-F238E27FC236}">
                  <a16:creationId xmlns:a16="http://schemas.microsoft.com/office/drawing/2014/main" id="{D0079962-F730-684D-A8F7-AE891DB01EFE}"/>
                </a:ext>
              </a:extLst>
            </p:cNvPr>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1" name="Oval 720">
              <a:extLst>
                <a:ext uri="{FF2B5EF4-FFF2-40B4-BE49-F238E27FC236}">
                  <a16:creationId xmlns:a16="http://schemas.microsoft.com/office/drawing/2014/main" id="{A7507165-83D9-2941-AB88-5A85D5402AA6}"/>
                </a:ext>
              </a:extLst>
            </p:cNvPr>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2" name="Oval 721">
              <a:extLst>
                <a:ext uri="{FF2B5EF4-FFF2-40B4-BE49-F238E27FC236}">
                  <a16:creationId xmlns:a16="http://schemas.microsoft.com/office/drawing/2014/main" id="{4AFF0CCB-1117-DC40-BB8A-C44AF0A760D7}"/>
                </a:ext>
              </a:extLst>
            </p:cNvPr>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3" name="Oval 722">
              <a:extLst>
                <a:ext uri="{FF2B5EF4-FFF2-40B4-BE49-F238E27FC236}">
                  <a16:creationId xmlns:a16="http://schemas.microsoft.com/office/drawing/2014/main" id="{57A7D1DA-9651-8549-9646-46565BA5A77B}"/>
                </a:ext>
              </a:extLst>
            </p:cNvPr>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24" name="Group 723">
            <a:extLst>
              <a:ext uri="{FF2B5EF4-FFF2-40B4-BE49-F238E27FC236}">
                <a16:creationId xmlns:a16="http://schemas.microsoft.com/office/drawing/2014/main" id="{97C155BF-45A9-824E-BDC7-D4EA8C2D1BBF}"/>
              </a:ext>
            </a:extLst>
          </p:cNvPr>
          <p:cNvGrpSpPr/>
          <p:nvPr/>
        </p:nvGrpSpPr>
        <p:grpSpPr>
          <a:xfrm>
            <a:off x="9946165" y="6094713"/>
            <a:ext cx="423557" cy="423557"/>
            <a:chOff x="5359334" y="3425040"/>
            <a:chExt cx="609600" cy="609600"/>
          </a:xfrm>
        </p:grpSpPr>
        <p:sp>
          <p:nvSpPr>
            <p:cNvPr id="725" name="Rounded Rectangle 724">
              <a:extLst>
                <a:ext uri="{FF2B5EF4-FFF2-40B4-BE49-F238E27FC236}">
                  <a16:creationId xmlns:a16="http://schemas.microsoft.com/office/drawing/2014/main" id="{C5D3F9C9-EB1D-C147-B39F-0D8E9579CA49}"/>
                </a:ext>
              </a:extLst>
            </p:cNvPr>
            <p:cNvSpPr/>
            <p:nvPr/>
          </p:nvSpPr>
          <p:spPr>
            <a:xfrm>
              <a:off x="5359334" y="342504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6" name="Oval 725">
              <a:extLst>
                <a:ext uri="{FF2B5EF4-FFF2-40B4-BE49-F238E27FC236}">
                  <a16:creationId xmlns:a16="http://schemas.microsoft.com/office/drawing/2014/main" id="{2D68E344-3BD1-9B4A-B2BA-32F9F0035D62}"/>
                </a:ext>
              </a:extLst>
            </p:cNvPr>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7" name="Oval 726">
              <a:extLst>
                <a:ext uri="{FF2B5EF4-FFF2-40B4-BE49-F238E27FC236}">
                  <a16:creationId xmlns:a16="http://schemas.microsoft.com/office/drawing/2014/main" id="{8B82DB5F-6740-BA45-B470-9A45B74263B1}"/>
                </a:ext>
              </a:extLst>
            </p:cNvPr>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8" name="Oval 727">
              <a:extLst>
                <a:ext uri="{FF2B5EF4-FFF2-40B4-BE49-F238E27FC236}">
                  <a16:creationId xmlns:a16="http://schemas.microsoft.com/office/drawing/2014/main" id="{ACC9AD16-A76C-ED4F-85B9-440D9C9F2AAC}"/>
                </a:ext>
              </a:extLst>
            </p:cNvPr>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9" name="Oval 728">
              <a:extLst>
                <a:ext uri="{FF2B5EF4-FFF2-40B4-BE49-F238E27FC236}">
                  <a16:creationId xmlns:a16="http://schemas.microsoft.com/office/drawing/2014/main" id="{4949D2DB-B8CE-914F-A304-437127DF11F1}"/>
                </a:ext>
              </a:extLst>
            </p:cNvPr>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0" name="Oval 729">
              <a:extLst>
                <a:ext uri="{FF2B5EF4-FFF2-40B4-BE49-F238E27FC236}">
                  <a16:creationId xmlns:a16="http://schemas.microsoft.com/office/drawing/2014/main" id="{97A4DC4E-15D4-A74C-9882-90001A1F2D91}"/>
                </a:ext>
              </a:extLst>
            </p:cNvPr>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1" name="Oval 730">
              <a:extLst>
                <a:ext uri="{FF2B5EF4-FFF2-40B4-BE49-F238E27FC236}">
                  <a16:creationId xmlns:a16="http://schemas.microsoft.com/office/drawing/2014/main" id="{76BE5B6B-8527-8341-AFCD-146CA5A854C5}"/>
                </a:ext>
              </a:extLst>
            </p:cNvPr>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2" name="Group 731">
            <a:extLst>
              <a:ext uri="{FF2B5EF4-FFF2-40B4-BE49-F238E27FC236}">
                <a16:creationId xmlns:a16="http://schemas.microsoft.com/office/drawing/2014/main" id="{2FEBCECC-D0C3-FF4D-9630-0EA655B60B06}"/>
              </a:ext>
            </a:extLst>
          </p:cNvPr>
          <p:cNvGrpSpPr/>
          <p:nvPr/>
        </p:nvGrpSpPr>
        <p:grpSpPr>
          <a:xfrm>
            <a:off x="8003325" y="3897754"/>
            <a:ext cx="423557" cy="423557"/>
            <a:chOff x="4516583" y="3428010"/>
            <a:chExt cx="609600" cy="609600"/>
          </a:xfrm>
        </p:grpSpPr>
        <p:sp>
          <p:nvSpPr>
            <p:cNvPr id="733" name="Rounded Rectangle 732">
              <a:extLst>
                <a:ext uri="{FF2B5EF4-FFF2-40B4-BE49-F238E27FC236}">
                  <a16:creationId xmlns:a16="http://schemas.microsoft.com/office/drawing/2014/main" id="{5D9789A3-6A71-E84A-BB4C-FB8BD510BD37}"/>
                </a:ext>
              </a:extLst>
            </p:cNvPr>
            <p:cNvSpPr/>
            <p:nvPr/>
          </p:nvSpPr>
          <p:spPr>
            <a:xfrm>
              <a:off x="4516583"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4" name="Oval 733">
              <a:extLst>
                <a:ext uri="{FF2B5EF4-FFF2-40B4-BE49-F238E27FC236}">
                  <a16:creationId xmlns:a16="http://schemas.microsoft.com/office/drawing/2014/main" id="{B761EFFC-B5D2-DC40-874D-866352653327}"/>
                </a:ext>
              </a:extLst>
            </p:cNvPr>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5" name="Oval 734">
              <a:extLst>
                <a:ext uri="{FF2B5EF4-FFF2-40B4-BE49-F238E27FC236}">
                  <a16:creationId xmlns:a16="http://schemas.microsoft.com/office/drawing/2014/main" id="{424579EF-C88D-B244-90A7-AD0EEB663005}"/>
                </a:ext>
              </a:extLst>
            </p:cNvPr>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6" name="Oval 735">
              <a:extLst>
                <a:ext uri="{FF2B5EF4-FFF2-40B4-BE49-F238E27FC236}">
                  <a16:creationId xmlns:a16="http://schemas.microsoft.com/office/drawing/2014/main" id="{11F50B6C-2B29-5148-A468-9FAC4D4253C9}"/>
                </a:ext>
              </a:extLst>
            </p:cNvPr>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7" name="Oval 736">
              <a:extLst>
                <a:ext uri="{FF2B5EF4-FFF2-40B4-BE49-F238E27FC236}">
                  <a16:creationId xmlns:a16="http://schemas.microsoft.com/office/drawing/2014/main" id="{13FBDCE8-BCE3-384C-83C7-A632943B8F18}"/>
                </a:ext>
              </a:extLst>
            </p:cNvPr>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8" name="Oval 737">
              <a:extLst>
                <a:ext uri="{FF2B5EF4-FFF2-40B4-BE49-F238E27FC236}">
                  <a16:creationId xmlns:a16="http://schemas.microsoft.com/office/drawing/2014/main" id="{B41486C9-FC85-2D4A-95A1-0A80C818641C}"/>
                </a:ext>
              </a:extLst>
            </p:cNvPr>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9" name="Group 738">
            <a:extLst>
              <a:ext uri="{FF2B5EF4-FFF2-40B4-BE49-F238E27FC236}">
                <a16:creationId xmlns:a16="http://schemas.microsoft.com/office/drawing/2014/main" id="{B4844DCF-DC16-CD44-A1B5-814ADADF4E94}"/>
              </a:ext>
            </a:extLst>
          </p:cNvPr>
          <p:cNvGrpSpPr/>
          <p:nvPr/>
        </p:nvGrpSpPr>
        <p:grpSpPr>
          <a:xfrm>
            <a:off x="8005649" y="4454582"/>
            <a:ext cx="423557" cy="423557"/>
            <a:chOff x="4516583" y="3428010"/>
            <a:chExt cx="609600" cy="609600"/>
          </a:xfrm>
        </p:grpSpPr>
        <p:sp>
          <p:nvSpPr>
            <p:cNvPr id="740" name="Rounded Rectangle 739">
              <a:extLst>
                <a:ext uri="{FF2B5EF4-FFF2-40B4-BE49-F238E27FC236}">
                  <a16:creationId xmlns:a16="http://schemas.microsoft.com/office/drawing/2014/main" id="{A9A6007D-31AB-9348-84B5-69AF34F01C88}"/>
                </a:ext>
              </a:extLst>
            </p:cNvPr>
            <p:cNvSpPr/>
            <p:nvPr/>
          </p:nvSpPr>
          <p:spPr>
            <a:xfrm>
              <a:off x="4516583"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1" name="Oval 740">
              <a:extLst>
                <a:ext uri="{FF2B5EF4-FFF2-40B4-BE49-F238E27FC236}">
                  <a16:creationId xmlns:a16="http://schemas.microsoft.com/office/drawing/2014/main" id="{C0633005-D319-1349-89F9-F40E3353F094}"/>
                </a:ext>
              </a:extLst>
            </p:cNvPr>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2" name="Oval 741">
              <a:extLst>
                <a:ext uri="{FF2B5EF4-FFF2-40B4-BE49-F238E27FC236}">
                  <a16:creationId xmlns:a16="http://schemas.microsoft.com/office/drawing/2014/main" id="{30B05B6E-837D-3B49-8946-886629E1546E}"/>
                </a:ext>
              </a:extLst>
            </p:cNvPr>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3" name="Oval 742">
              <a:extLst>
                <a:ext uri="{FF2B5EF4-FFF2-40B4-BE49-F238E27FC236}">
                  <a16:creationId xmlns:a16="http://schemas.microsoft.com/office/drawing/2014/main" id="{BA434031-4EDE-7F4F-B54D-7FB9D78EF276}"/>
                </a:ext>
              </a:extLst>
            </p:cNvPr>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4" name="Oval 743">
              <a:extLst>
                <a:ext uri="{FF2B5EF4-FFF2-40B4-BE49-F238E27FC236}">
                  <a16:creationId xmlns:a16="http://schemas.microsoft.com/office/drawing/2014/main" id="{0655E5A2-8733-BE46-B74E-39A7CE9CFDBA}"/>
                </a:ext>
              </a:extLst>
            </p:cNvPr>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5" name="Oval 744">
              <a:extLst>
                <a:ext uri="{FF2B5EF4-FFF2-40B4-BE49-F238E27FC236}">
                  <a16:creationId xmlns:a16="http://schemas.microsoft.com/office/drawing/2014/main" id="{F070841C-1F73-5E4E-958C-3BB48DD7E7D6}"/>
                </a:ext>
              </a:extLst>
            </p:cNvPr>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6" name="Group 745">
            <a:extLst>
              <a:ext uri="{FF2B5EF4-FFF2-40B4-BE49-F238E27FC236}">
                <a16:creationId xmlns:a16="http://schemas.microsoft.com/office/drawing/2014/main" id="{9C8966CD-D5C1-7F4E-92CD-2694676CDD31}"/>
              </a:ext>
            </a:extLst>
          </p:cNvPr>
          <p:cNvGrpSpPr/>
          <p:nvPr/>
        </p:nvGrpSpPr>
        <p:grpSpPr>
          <a:xfrm>
            <a:off x="8007973" y="4987660"/>
            <a:ext cx="423557" cy="423557"/>
            <a:chOff x="4516583" y="3428010"/>
            <a:chExt cx="609600" cy="609600"/>
          </a:xfrm>
        </p:grpSpPr>
        <p:sp>
          <p:nvSpPr>
            <p:cNvPr id="747" name="Rounded Rectangle 746">
              <a:extLst>
                <a:ext uri="{FF2B5EF4-FFF2-40B4-BE49-F238E27FC236}">
                  <a16:creationId xmlns:a16="http://schemas.microsoft.com/office/drawing/2014/main" id="{338C00EA-DE25-F048-85E3-78F17D6528CF}"/>
                </a:ext>
              </a:extLst>
            </p:cNvPr>
            <p:cNvSpPr/>
            <p:nvPr/>
          </p:nvSpPr>
          <p:spPr>
            <a:xfrm>
              <a:off x="4516583"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8" name="Oval 747">
              <a:extLst>
                <a:ext uri="{FF2B5EF4-FFF2-40B4-BE49-F238E27FC236}">
                  <a16:creationId xmlns:a16="http://schemas.microsoft.com/office/drawing/2014/main" id="{77F93252-F3CE-6247-A173-BB0718752326}"/>
                </a:ext>
              </a:extLst>
            </p:cNvPr>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9" name="Oval 748">
              <a:extLst>
                <a:ext uri="{FF2B5EF4-FFF2-40B4-BE49-F238E27FC236}">
                  <a16:creationId xmlns:a16="http://schemas.microsoft.com/office/drawing/2014/main" id="{B82DFB0F-3297-F545-96A6-934C206A168C}"/>
                </a:ext>
              </a:extLst>
            </p:cNvPr>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0" name="Oval 749">
              <a:extLst>
                <a:ext uri="{FF2B5EF4-FFF2-40B4-BE49-F238E27FC236}">
                  <a16:creationId xmlns:a16="http://schemas.microsoft.com/office/drawing/2014/main" id="{E50D2979-B130-724F-AED8-D8109CB4C450}"/>
                </a:ext>
              </a:extLst>
            </p:cNvPr>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1" name="Oval 750">
              <a:extLst>
                <a:ext uri="{FF2B5EF4-FFF2-40B4-BE49-F238E27FC236}">
                  <a16:creationId xmlns:a16="http://schemas.microsoft.com/office/drawing/2014/main" id="{457966CF-03CD-0F47-A447-77E775F5B67A}"/>
                </a:ext>
              </a:extLst>
            </p:cNvPr>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2" name="Oval 751">
              <a:extLst>
                <a:ext uri="{FF2B5EF4-FFF2-40B4-BE49-F238E27FC236}">
                  <a16:creationId xmlns:a16="http://schemas.microsoft.com/office/drawing/2014/main" id="{7CED705C-C56D-CA4F-B84C-65A46306573F}"/>
                </a:ext>
              </a:extLst>
            </p:cNvPr>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53" name="Group 752">
            <a:extLst>
              <a:ext uri="{FF2B5EF4-FFF2-40B4-BE49-F238E27FC236}">
                <a16:creationId xmlns:a16="http://schemas.microsoft.com/office/drawing/2014/main" id="{5C788D15-4269-7444-939F-3A37C8FD3014}"/>
              </a:ext>
            </a:extLst>
          </p:cNvPr>
          <p:cNvGrpSpPr/>
          <p:nvPr/>
        </p:nvGrpSpPr>
        <p:grpSpPr>
          <a:xfrm>
            <a:off x="8010297" y="5556363"/>
            <a:ext cx="423557" cy="423557"/>
            <a:chOff x="4516583" y="3428010"/>
            <a:chExt cx="609600" cy="609600"/>
          </a:xfrm>
        </p:grpSpPr>
        <p:sp>
          <p:nvSpPr>
            <p:cNvPr id="754" name="Rounded Rectangle 753">
              <a:extLst>
                <a:ext uri="{FF2B5EF4-FFF2-40B4-BE49-F238E27FC236}">
                  <a16:creationId xmlns:a16="http://schemas.microsoft.com/office/drawing/2014/main" id="{7813C530-2196-624E-A1D6-D368C6619A14}"/>
                </a:ext>
              </a:extLst>
            </p:cNvPr>
            <p:cNvSpPr/>
            <p:nvPr/>
          </p:nvSpPr>
          <p:spPr>
            <a:xfrm>
              <a:off x="4516583"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5" name="Oval 754">
              <a:extLst>
                <a:ext uri="{FF2B5EF4-FFF2-40B4-BE49-F238E27FC236}">
                  <a16:creationId xmlns:a16="http://schemas.microsoft.com/office/drawing/2014/main" id="{D8D9512D-A4C1-6246-96FB-E10401F490A7}"/>
                </a:ext>
              </a:extLst>
            </p:cNvPr>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6" name="Oval 755">
              <a:extLst>
                <a:ext uri="{FF2B5EF4-FFF2-40B4-BE49-F238E27FC236}">
                  <a16:creationId xmlns:a16="http://schemas.microsoft.com/office/drawing/2014/main" id="{E50C49D0-9B91-2148-B045-F1964C9622F3}"/>
                </a:ext>
              </a:extLst>
            </p:cNvPr>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7" name="Oval 756">
              <a:extLst>
                <a:ext uri="{FF2B5EF4-FFF2-40B4-BE49-F238E27FC236}">
                  <a16:creationId xmlns:a16="http://schemas.microsoft.com/office/drawing/2014/main" id="{E00425D8-A9B1-464B-A3F2-B890DA7D66E8}"/>
                </a:ext>
              </a:extLst>
            </p:cNvPr>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8" name="Oval 757">
              <a:extLst>
                <a:ext uri="{FF2B5EF4-FFF2-40B4-BE49-F238E27FC236}">
                  <a16:creationId xmlns:a16="http://schemas.microsoft.com/office/drawing/2014/main" id="{1DF2EBD2-1048-EB41-B511-391B845A729F}"/>
                </a:ext>
              </a:extLst>
            </p:cNvPr>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9" name="Oval 758">
              <a:extLst>
                <a:ext uri="{FF2B5EF4-FFF2-40B4-BE49-F238E27FC236}">
                  <a16:creationId xmlns:a16="http://schemas.microsoft.com/office/drawing/2014/main" id="{025C7F85-BBCA-5E44-8975-B10C363499F0}"/>
                </a:ext>
              </a:extLst>
            </p:cNvPr>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0" name="Group 759">
            <a:extLst>
              <a:ext uri="{FF2B5EF4-FFF2-40B4-BE49-F238E27FC236}">
                <a16:creationId xmlns:a16="http://schemas.microsoft.com/office/drawing/2014/main" id="{9925CAE6-4465-674F-AC86-06D202CC05C1}"/>
              </a:ext>
            </a:extLst>
          </p:cNvPr>
          <p:cNvGrpSpPr/>
          <p:nvPr/>
        </p:nvGrpSpPr>
        <p:grpSpPr>
          <a:xfrm>
            <a:off x="8012621" y="6101316"/>
            <a:ext cx="423557" cy="423557"/>
            <a:chOff x="4516583" y="3428010"/>
            <a:chExt cx="609600" cy="609600"/>
          </a:xfrm>
        </p:grpSpPr>
        <p:sp>
          <p:nvSpPr>
            <p:cNvPr id="761" name="Rounded Rectangle 760">
              <a:extLst>
                <a:ext uri="{FF2B5EF4-FFF2-40B4-BE49-F238E27FC236}">
                  <a16:creationId xmlns:a16="http://schemas.microsoft.com/office/drawing/2014/main" id="{BD6BB720-78BF-F14B-BB88-F382766765E5}"/>
                </a:ext>
              </a:extLst>
            </p:cNvPr>
            <p:cNvSpPr/>
            <p:nvPr/>
          </p:nvSpPr>
          <p:spPr>
            <a:xfrm>
              <a:off x="4516583"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2" name="Oval 761">
              <a:extLst>
                <a:ext uri="{FF2B5EF4-FFF2-40B4-BE49-F238E27FC236}">
                  <a16:creationId xmlns:a16="http://schemas.microsoft.com/office/drawing/2014/main" id="{AA477524-C8B6-9A4C-859C-B5369B62E683}"/>
                </a:ext>
              </a:extLst>
            </p:cNvPr>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3" name="Oval 762">
              <a:extLst>
                <a:ext uri="{FF2B5EF4-FFF2-40B4-BE49-F238E27FC236}">
                  <a16:creationId xmlns:a16="http://schemas.microsoft.com/office/drawing/2014/main" id="{D59123F8-199E-9A4F-83EE-7E7A89B8E6A2}"/>
                </a:ext>
              </a:extLst>
            </p:cNvPr>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4" name="Oval 763">
              <a:extLst>
                <a:ext uri="{FF2B5EF4-FFF2-40B4-BE49-F238E27FC236}">
                  <a16:creationId xmlns:a16="http://schemas.microsoft.com/office/drawing/2014/main" id="{95E31BEF-D12C-464C-8F0E-BF8C94FB469B}"/>
                </a:ext>
              </a:extLst>
            </p:cNvPr>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5" name="Oval 764">
              <a:extLst>
                <a:ext uri="{FF2B5EF4-FFF2-40B4-BE49-F238E27FC236}">
                  <a16:creationId xmlns:a16="http://schemas.microsoft.com/office/drawing/2014/main" id="{E7F57D59-41E5-7846-A61F-99ECAFE1C841}"/>
                </a:ext>
              </a:extLst>
            </p:cNvPr>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6" name="Oval 765">
              <a:extLst>
                <a:ext uri="{FF2B5EF4-FFF2-40B4-BE49-F238E27FC236}">
                  <a16:creationId xmlns:a16="http://schemas.microsoft.com/office/drawing/2014/main" id="{AB280E6A-A992-524F-8403-9628165C96DD}"/>
                </a:ext>
              </a:extLst>
            </p:cNvPr>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7" name="Group 766">
            <a:extLst>
              <a:ext uri="{FF2B5EF4-FFF2-40B4-BE49-F238E27FC236}">
                <a16:creationId xmlns:a16="http://schemas.microsoft.com/office/drawing/2014/main" id="{CA27902B-43DC-8E48-B11B-C8BE4BFAB0BA}"/>
              </a:ext>
            </a:extLst>
          </p:cNvPr>
          <p:cNvGrpSpPr/>
          <p:nvPr/>
        </p:nvGrpSpPr>
        <p:grpSpPr>
          <a:xfrm>
            <a:off x="9377337" y="3898515"/>
            <a:ext cx="423557" cy="423557"/>
            <a:chOff x="5359334" y="3425040"/>
            <a:chExt cx="609600" cy="609600"/>
          </a:xfrm>
        </p:grpSpPr>
        <p:sp>
          <p:nvSpPr>
            <p:cNvPr id="768" name="Rounded Rectangle 767">
              <a:extLst>
                <a:ext uri="{FF2B5EF4-FFF2-40B4-BE49-F238E27FC236}">
                  <a16:creationId xmlns:a16="http://schemas.microsoft.com/office/drawing/2014/main" id="{3328EF0F-8C6D-C44C-881E-57A9A05EA2A2}"/>
                </a:ext>
              </a:extLst>
            </p:cNvPr>
            <p:cNvSpPr/>
            <p:nvPr/>
          </p:nvSpPr>
          <p:spPr>
            <a:xfrm>
              <a:off x="5359334" y="342504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9" name="Oval 768">
              <a:extLst>
                <a:ext uri="{FF2B5EF4-FFF2-40B4-BE49-F238E27FC236}">
                  <a16:creationId xmlns:a16="http://schemas.microsoft.com/office/drawing/2014/main" id="{83457D0C-CF6D-5A40-B3FE-D3569BE2684B}"/>
                </a:ext>
              </a:extLst>
            </p:cNvPr>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0" name="Oval 769">
              <a:extLst>
                <a:ext uri="{FF2B5EF4-FFF2-40B4-BE49-F238E27FC236}">
                  <a16:creationId xmlns:a16="http://schemas.microsoft.com/office/drawing/2014/main" id="{355F2856-B02F-7247-BC64-5DA64DEC18D8}"/>
                </a:ext>
              </a:extLst>
            </p:cNvPr>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1" name="Oval 770">
              <a:extLst>
                <a:ext uri="{FF2B5EF4-FFF2-40B4-BE49-F238E27FC236}">
                  <a16:creationId xmlns:a16="http://schemas.microsoft.com/office/drawing/2014/main" id="{C6934E20-318F-5F4B-9CB6-0B5E096C614D}"/>
                </a:ext>
              </a:extLst>
            </p:cNvPr>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2" name="Oval 771">
              <a:extLst>
                <a:ext uri="{FF2B5EF4-FFF2-40B4-BE49-F238E27FC236}">
                  <a16:creationId xmlns:a16="http://schemas.microsoft.com/office/drawing/2014/main" id="{C2286CB0-D807-4146-89FE-FC57B067D131}"/>
                </a:ext>
              </a:extLst>
            </p:cNvPr>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3" name="Oval 772">
              <a:extLst>
                <a:ext uri="{FF2B5EF4-FFF2-40B4-BE49-F238E27FC236}">
                  <a16:creationId xmlns:a16="http://schemas.microsoft.com/office/drawing/2014/main" id="{E465120A-BF8B-914B-BA61-7D1EAFBFE370}"/>
                </a:ext>
              </a:extLst>
            </p:cNvPr>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4" name="Oval 773">
              <a:extLst>
                <a:ext uri="{FF2B5EF4-FFF2-40B4-BE49-F238E27FC236}">
                  <a16:creationId xmlns:a16="http://schemas.microsoft.com/office/drawing/2014/main" id="{FDFE8621-6B84-E846-9EAD-40CD523D8263}"/>
                </a:ext>
              </a:extLst>
            </p:cNvPr>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5" name="Group 774">
            <a:extLst>
              <a:ext uri="{FF2B5EF4-FFF2-40B4-BE49-F238E27FC236}">
                <a16:creationId xmlns:a16="http://schemas.microsoft.com/office/drawing/2014/main" id="{D31B0DE8-2E44-1C4C-81A3-8EDB19384361}"/>
              </a:ext>
            </a:extLst>
          </p:cNvPr>
          <p:cNvGrpSpPr/>
          <p:nvPr/>
        </p:nvGrpSpPr>
        <p:grpSpPr>
          <a:xfrm>
            <a:off x="9376153" y="4444229"/>
            <a:ext cx="423557" cy="423557"/>
            <a:chOff x="5359334" y="3425040"/>
            <a:chExt cx="609600" cy="609600"/>
          </a:xfrm>
        </p:grpSpPr>
        <p:sp>
          <p:nvSpPr>
            <p:cNvPr id="776" name="Rounded Rectangle 775">
              <a:extLst>
                <a:ext uri="{FF2B5EF4-FFF2-40B4-BE49-F238E27FC236}">
                  <a16:creationId xmlns:a16="http://schemas.microsoft.com/office/drawing/2014/main" id="{F2FFE311-F426-844B-BBBD-BAEB6A5D1644}"/>
                </a:ext>
              </a:extLst>
            </p:cNvPr>
            <p:cNvSpPr/>
            <p:nvPr/>
          </p:nvSpPr>
          <p:spPr>
            <a:xfrm>
              <a:off x="5359334" y="342504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7" name="Oval 776">
              <a:extLst>
                <a:ext uri="{FF2B5EF4-FFF2-40B4-BE49-F238E27FC236}">
                  <a16:creationId xmlns:a16="http://schemas.microsoft.com/office/drawing/2014/main" id="{28D15C21-5130-BE47-B406-D63719BCA610}"/>
                </a:ext>
              </a:extLst>
            </p:cNvPr>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8" name="Oval 777">
              <a:extLst>
                <a:ext uri="{FF2B5EF4-FFF2-40B4-BE49-F238E27FC236}">
                  <a16:creationId xmlns:a16="http://schemas.microsoft.com/office/drawing/2014/main" id="{A06AC1EF-0DEA-F240-9329-758113832877}"/>
                </a:ext>
              </a:extLst>
            </p:cNvPr>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9" name="Oval 778">
              <a:extLst>
                <a:ext uri="{FF2B5EF4-FFF2-40B4-BE49-F238E27FC236}">
                  <a16:creationId xmlns:a16="http://schemas.microsoft.com/office/drawing/2014/main" id="{AB0E2DB9-A7BD-4144-BB77-A630A303D278}"/>
                </a:ext>
              </a:extLst>
            </p:cNvPr>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0" name="Oval 779">
              <a:extLst>
                <a:ext uri="{FF2B5EF4-FFF2-40B4-BE49-F238E27FC236}">
                  <a16:creationId xmlns:a16="http://schemas.microsoft.com/office/drawing/2014/main" id="{A2C08192-710D-C84E-85C9-527056400067}"/>
                </a:ext>
              </a:extLst>
            </p:cNvPr>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1" name="Oval 780">
              <a:extLst>
                <a:ext uri="{FF2B5EF4-FFF2-40B4-BE49-F238E27FC236}">
                  <a16:creationId xmlns:a16="http://schemas.microsoft.com/office/drawing/2014/main" id="{F82E8AE3-19F9-E046-AB34-A5EE73ED0DE0}"/>
                </a:ext>
              </a:extLst>
            </p:cNvPr>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2" name="Oval 781">
              <a:extLst>
                <a:ext uri="{FF2B5EF4-FFF2-40B4-BE49-F238E27FC236}">
                  <a16:creationId xmlns:a16="http://schemas.microsoft.com/office/drawing/2014/main" id="{7F07FC78-A4EE-3A4C-88D5-76344BFCB151}"/>
                </a:ext>
              </a:extLst>
            </p:cNvPr>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83" name="Group 782">
            <a:extLst>
              <a:ext uri="{FF2B5EF4-FFF2-40B4-BE49-F238E27FC236}">
                <a16:creationId xmlns:a16="http://schemas.microsoft.com/office/drawing/2014/main" id="{7493E2E5-C381-C545-9BE6-57CA9D58C7DC}"/>
              </a:ext>
            </a:extLst>
          </p:cNvPr>
          <p:cNvGrpSpPr/>
          <p:nvPr/>
        </p:nvGrpSpPr>
        <p:grpSpPr>
          <a:xfrm>
            <a:off x="9374969" y="4989943"/>
            <a:ext cx="423557" cy="423557"/>
            <a:chOff x="5359334" y="3425040"/>
            <a:chExt cx="609600" cy="609600"/>
          </a:xfrm>
        </p:grpSpPr>
        <p:sp>
          <p:nvSpPr>
            <p:cNvPr id="784" name="Rounded Rectangle 783">
              <a:extLst>
                <a:ext uri="{FF2B5EF4-FFF2-40B4-BE49-F238E27FC236}">
                  <a16:creationId xmlns:a16="http://schemas.microsoft.com/office/drawing/2014/main" id="{58423D52-B4D8-364E-BE58-74F00D7002B2}"/>
                </a:ext>
              </a:extLst>
            </p:cNvPr>
            <p:cNvSpPr/>
            <p:nvPr/>
          </p:nvSpPr>
          <p:spPr>
            <a:xfrm>
              <a:off x="5359334" y="342504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5" name="Oval 784">
              <a:extLst>
                <a:ext uri="{FF2B5EF4-FFF2-40B4-BE49-F238E27FC236}">
                  <a16:creationId xmlns:a16="http://schemas.microsoft.com/office/drawing/2014/main" id="{52770E3E-0274-C04C-AAF2-8EFF852816AC}"/>
                </a:ext>
              </a:extLst>
            </p:cNvPr>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6" name="Oval 785">
              <a:extLst>
                <a:ext uri="{FF2B5EF4-FFF2-40B4-BE49-F238E27FC236}">
                  <a16:creationId xmlns:a16="http://schemas.microsoft.com/office/drawing/2014/main" id="{40B7EDAE-FFB4-C54F-AC90-1134557EC652}"/>
                </a:ext>
              </a:extLst>
            </p:cNvPr>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7" name="Oval 786">
              <a:extLst>
                <a:ext uri="{FF2B5EF4-FFF2-40B4-BE49-F238E27FC236}">
                  <a16:creationId xmlns:a16="http://schemas.microsoft.com/office/drawing/2014/main" id="{220905CB-15C2-D549-8BC1-4572AF02E319}"/>
                </a:ext>
              </a:extLst>
            </p:cNvPr>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8" name="Oval 787">
              <a:extLst>
                <a:ext uri="{FF2B5EF4-FFF2-40B4-BE49-F238E27FC236}">
                  <a16:creationId xmlns:a16="http://schemas.microsoft.com/office/drawing/2014/main" id="{3CFC4168-37C1-3D4A-9984-092C8D9CDFE7}"/>
                </a:ext>
              </a:extLst>
            </p:cNvPr>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9" name="Oval 788">
              <a:extLst>
                <a:ext uri="{FF2B5EF4-FFF2-40B4-BE49-F238E27FC236}">
                  <a16:creationId xmlns:a16="http://schemas.microsoft.com/office/drawing/2014/main" id="{FF113756-43BA-1F48-A54F-CB6428F74F27}"/>
                </a:ext>
              </a:extLst>
            </p:cNvPr>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0" name="Oval 789">
              <a:extLst>
                <a:ext uri="{FF2B5EF4-FFF2-40B4-BE49-F238E27FC236}">
                  <a16:creationId xmlns:a16="http://schemas.microsoft.com/office/drawing/2014/main" id="{B7CDA55B-1883-1B4B-8758-7FCFF1146945}"/>
                </a:ext>
              </a:extLst>
            </p:cNvPr>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91" name="Group 790">
            <a:extLst>
              <a:ext uri="{FF2B5EF4-FFF2-40B4-BE49-F238E27FC236}">
                <a16:creationId xmlns:a16="http://schemas.microsoft.com/office/drawing/2014/main" id="{30C1A95D-0954-1B46-ADB1-90816DFB4824}"/>
              </a:ext>
            </a:extLst>
          </p:cNvPr>
          <p:cNvGrpSpPr/>
          <p:nvPr/>
        </p:nvGrpSpPr>
        <p:grpSpPr>
          <a:xfrm>
            <a:off x="9373785" y="5535657"/>
            <a:ext cx="423557" cy="423557"/>
            <a:chOff x="5359334" y="3425040"/>
            <a:chExt cx="609600" cy="609600"/>
          </a:xfrm>
        </p:grpSpPr>
        <p:sp>
          <p:nvSpPr>
            <p:cNvPr id="792" name="Rounded Rectangle 791">
              <a:extLst>
                <a:ext uri="{FF2B5EF4-FFF2-40B4-BE49-F238E27FC236}">
                  <a16:creationId xmlns:a16="http://schemas.microsoft.com/office/drawing/2014/main" id="{D1E8D3C4-7C2B-864B-8FBC-A32E30CF5F3E}"/>
                </a:ext>
              </a:extLst>
            </p:cNvPr>
            <p:cNvSpPr/>
            <p:nvPr/>
          </p:nvSpPr>
          <p:spPr>
            <a:xfrm>
              <a:off x="5359334" y="342504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3" name="Oval 792">
              <a:extLst>
                <a:ext uri="{FF2B5EF4-FFF2-40B4-BE49-F238E27FC236}">
                  <a16:creationId xmlns:a16="http://schemas.microsoft.com/office/drawing/2014/main" id="{F177E319-5F03-7A46-92BB-584B82E95FEB}"/>
                </a:ext>
              </a:extLst>
            </p:cNvPr>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4" name="Oval 793">
              <a:extLst>
                <a:ext uri="{FF2B5EF4-FFF2-40B4-BE49-F238E27FC236}">
                  <a16:creationId xmlns:a16="http://schemas.microsoft.com/office/drawing/2014/main" id="{81CF1E6B-B02F-9F4A-9084-07B07DB6A3F4}"/>
                </a:ext>
              </a:extLst>
            </p:cNvPr>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5" name="Oval 794">
              <a:extLst>
                <a:ext uri="{FF2B5EF4-FFF2-40B4-BE49-F238E27FC236}">
                  <a16:creationId xmlns:a16="http://schemas.microsoft.com/office/drawing/2014/main" id="{2D4C20F8-FD0C-9F42-A7C4-63C7C38C9118}"/>
                </a:ext>
              </a:extLst>
            </p:cNvPr>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6" name="Oval 795">
              <a:extLst>
                <a:ext uri="{FF2B5EF4-FFF2-40B4-BE49-F238E27FC236}">
                  <a16:creationId xmlns:a16="http://schemas.microsoft.com/office/drawing/2014/main" id="{D14B431A-B5F3-F945-BDE3-E4F21B77987E}"/>
                </a:ext>
              </a:extLst>
            </p:cNvPr>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7" name="Oval 796">
              <a:extLst>
                <a:ext uri="{FF2B5EF4-FFF2-40B4-BE49-F238E27FC236}">
                  <a16:creationId xmlns:a16="http://schemas.microsoft.com/office/drawing/2014/main" id="{561DE4D0-696C-F94D-A484-8332FD253E9A}"/>
                </a:ext>
              </a:extLst>
            </p:cNvPr>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8" name="Oval 797">
              <a:extLst>
                <a:ext uri="{FF2B5EF4-FFF2-40B4-BE49-F238E27FC236}">
                  <a16:creationId xmlns:a16="http://schemas.microsoft.com/office/drawing/2014/main" id="{1A786BDE-3F2E-464A-9C9C-B3B55401C4DB}"/>
                </a:ext>
              </a:extLst>
            </p:cNvPr>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99" name="Group 798">
            <a:extLst>
              <a:ext uri="{FF2B5EF4-FFF2-40B4-BE49-F238E27FC236}">
                <a16:creationId xmlns:a16="http://schemas.microsoft.com/office/drawing/2014/main" id="{02A28B54-A94D-5A40-89C0-3531E974AD6E}"/>
              </a:ext>
            </a:extLst>
          </p:cNvPr>
          <p:cNvGrpSpPr/>
          <p:nvPr/>
        </p:nvGrpSpPr>
        <p:grpSpPr>
          <a:xfrm>
            <a:off x="9372601" y="6081371"/>
            <a:ext cx="423557" cy="423557"/>
            <a:chOff x="5359334" y="3425040"/>
            <a:chExt cx="609600" cy="609600"/>
          </a:xfrm>
        </p:grpSpPr>
        <p:sp>
          <p:nvSpPr>
            <p:cNvPr id="800" name="Rounded Rectangle 799">
              <a:extLst>
                <a:ext uri="{FF2B5EF4-FFF2-40B4-BE49-F238E27FC236}">
                  <a16:creationId xmlns:a16="http://schemas.microsoft.com/office/drawing/2014/main" id="{3E6D3BEF-73E0-5548-A33F-34DD1CDB0CF3}"/>
                </a:ext>
              </a:extLst>
            </p:cNvPr>
            <p:cNvSpPr/>
            <p:nvPr/>
          </p:nvSpPr>
          <p:spPr>
            <a:xfrm>
              <a:off x="5359334" y="342504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1" name="Oval 800">
              <a:extLst>
                <a:ext uri="{FF2B5EF4-FFF2-40B4-BE49-F238E27FC236}">
                  <a16:creationId xmlns:a16="http://schemas.microsoft.com/office/drawing/2014/main" id="{A2B74A41-B7A7-4140-A94F-03BD8D3C39C8}"/>
                </a:ext>
              </a:extLst>
            </p:cNvPr>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2" name="Oval 801">
              <a:extLst>
                <a:ext uri="{FF2B5EF4-FFF2-40B4-BE49-F238E27FC236}">
                  <a16:creationId xmlns:a16="http://schemas.microsoft.com/office/drawing/2014/main" id="{BE21877C-6F83-C246-BE1C-7E63EF35E0DC}"/>
                </a:ext>
              </a:extLst>
            </p:cNvPr>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3" name="Oval 802">
              <a:extLst>
                <a:ext uri="{FF2B5EF4-FFF2-40B4-BE49-F238E27FC236}">
                  <a16:creationId xmlns:a16="http://schemas.microsoft.com/office/drawing/2014/main" id="{27B42042-8D37-4C4A-AB12-D129295116D7}"/>
                </a:ext>
              </a:extLst>
            </p:cNvPr>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4" name="Oval 803">
              <a:extLst>
                <a:ext uri="{FF2B5EF4-FFF2-40B4-BE49-F238E27FC236}">
                  <a16:creationId xmlns:a16="http://schemas.microsoft.com/office/drawing/2014/main" id="{059E0EF7-DA57-E14D-9CE5-45D3DB278093}"/>
                </a:ext>
              </a:extLst>
            </p:cNvPr>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5" name="Oval 804">
              <a:extLst>
                <a:ext uri="{FF2B5EF4-FFF2-40B4-BE49-F238E27FC236}">
                  <a16:creationId xmlns:a16="http://schemas.microsoft.com/office/drawing/2014/main" id="{81D8D7D1-DB33-4C4F-9766-A2647F416E87}"/>
                </a:ext>
              </a:extLst>
            </p:cNvPr>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6" name="Oval 805">
              <a:extLst>
                <a:ext uri="{FF2B5EF4-FFF2-40B4-BE49-F238E27FC236}">
                  <a16:creationId xmlns:a16="http://schemas.microsoft.com/office/drawing/2014/main" id="{4B63FB0E-C830-DF46-B0C0-E82180465097}"/>
                </a:ext>
              </a:extLst>
            </p:cNvPr>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02232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407"/>
                                        </p:tgtEl>
                                      </p:cBhvr>
                                    </p:animEffect>
                                    <p:set>
                                      <p:cBhvr>
                                        <p:cTn id="7" dur="1" fill="hold">
                                          <p:stCondLst>
                                            <p:cond delay="499"/>
                                          </p:stCondLst>
                                        </p:cTn>
                                        <p:tgtEl>
                                          <p:spTgt spid="407"/>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440"/>
                                        </p:tgtEl>
                                      </p:cBhvr>
                                    </p:animEffect>
                                    <p:set>
                                      <p:cBhvr>
                                        <p:cTn id="10" dur="1" fill="hold">
                                          <p:stCondLst>
                                            <p:cond delay="499"/>
                                          </p:stCondLst>
                                        </p:cTn>
                                        <p:tgtEl>
                                          <p:spTgt spid="440"/>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500"/>
                                        <p:tgtEl>
                                          <p:spTgt spid="443"/>
                                        </p:tgtEl>
                                      </p:cBhvr>
                                    </p:animEffect>
                                    <p:set>
                                      <p:cBhvr>
                                        <p:cTn id="13" dur="1" fill="hold">
                                          <p:stCondLst>
                                            <p:cond delay="499"/>
                                          </p:stCondLst>
                                        </p:cTn>
                                        <p:tgtEl>
                                          <p:spTgt spid="443"/>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500"/>
                                        <p:tgtEl>
                                          <p:spTgt spid="447"/>
                                        </p:tgtEl>
                                      </p:cBhvr>
                                    </p:animEffect>
                                    <p:set>
                                      <p:cBhvr>
                                        <p:cTn id="16" dur="1" fill="hold">
                                          <p:stCondLst>
                                            <p:cond delay="499"/>
                                          </p:stCondLst>
                                        </p:cTn>
                                        <p:tgtEl>
                                          <p:spTgt spid="447"/>
                                        </p:tgtEl>
                                        <p:attrNameLst>
                                          <p:attrName>style.visibility</p:attrName>
                                        </p:attrNameLst>
                                      </p:cBhvr>
                                      <p:to>
                                        <p:strVal val="hidden"/>
                                      </p:to>
                                    </p:set>
                                  </p:childTnLst>
                                </p:cTn>
                              </p:par>
                              <p:par>
                                <p:cTn id="17" presetID="10" presetClass="exit" presetSubtype="0" fill="hold" nodeType="withEffect">
                                  <p:stCondLst>
                                    <p:cond delay="0"/>
                                  </p:stCondLst>
                                  <p:childTnLst>
                                    <p:animEffect transition="out" filter="fade">
                                      <p:cBhvr>
                                        <p:cTn id="18" dur="500"/>
                                        <p:tgtEl>
                                          <p:spTgt spid="452"/>
                                        </p:tgtEl>
                                      </p:cBhvr>
                                    </p:animEffect>
                                    <p:set>
                                      <p:cBhvr>
                                        <p:cTn id="19" dur="1" fill="hold">
                                          <p:stCondLst>
                                            <p:cond delay="499"/>
                                          </p:stCondLst>
                                        </p:cTn>
                                        <p:tgtEl>
                                          <p:spTgt spid="452"/>
                                        </p:tgtEl>
                                        <p:attrNameLst>
                                          <p:attrName>style.visibility</p:attrName>
                                        </p:attrNameLst>
                                      </p:cBhvr>
                                      <p:to>
                                        <p:strVal val="hidden"/>
                                      </p:to>
                                    </p:set>
                                  </p:childTnLst>
                                </p:cTn>
                              </p:par>
                              <p:par>
                                <p:cTn id="20" presetID="10" presetClass="exit" presetSubtype="0" fill="hold" nodeType="withEffect">
                                  <p:stCondLst>
                                    <p:cond delay="0"/>
                                  </p:stCondLst>
                                  <p:childTnLst>
                                    <p:animEffect transition="out" filter="fade">
                                      <p:cBhvr>
                                        <p:cTn id="21" dur="500"/>
                                        <p:tgtEl>
                                          <p:spTgt spid="458"/>
                                        </p:tgtEl>
                                      </p:cBhvr>
                                    </p:animEffect>
                                    <p:set>
                                      <p:cBhvr>
                                        <p:cTn id="22" dur="1" fill="hold">
                                          <p:stCondLst>
                                            <p:cond delay="499"/>
                                          </p:stCondLst>
                                        </p:cTn>
                                        <p:tgtEl>
                                          <p:spTgt spid="458"/>
                                        </p:tgtEl>
                                        <p:attrNameLst>
                                          <p:attrName>style.visibility</p:attrName>
                                        </p:attrNameLst>
                                      </p:cBhvr>
                                      <p:to>
                                        <p:strVal val="hidden"/>
                                      </p:to>
                                    </p:set>
                                  </p:childTnLst>
                                </p:cTn>
                              </p:par>
                              <p:par>
                                <p:cTn id="23" presetID="10" presetClass="exit" presetSubtype="0" fill="hold" nodeType="withEffect">
                                  <p:stCondLst>
                                    <p:cond delay="0"/>
                                  </p:stCondLst>
                                  <p:childTnLst>
                                    <p:animEffect transition="out" filter="fade">
                                      <p:cBhvr>
                                        <p:cTn id="24" dur="500"/>
                                        <p:tgtEl>
                                          <p:spTgt spid="465"/>
                                        </p:tgtEl>
                                      </p:cBhvr>
                                    </p:animEffect>
                                    <p:set>
                                      <p:cBhvr>
                                        <p:cTn id="25" dur="1" fill="hold">
                                          <p:stCondLst>
                                            <p:cond delay="499"/>
                                          </p:stCondLst>
                                        </p:cTn>
                                        <p:tgtEl>
                                          <p:spTgt spid="465"/>
                                        </p:tgtEl>
                                        <p:attrNameLst>
                                          <p:attrName>style.visibility</p:attrName>
                                        </p:attrNameLst>
                                      </p:cBhvr>
                                      <p:to>
                                        <p:strVal val="hidden"/>
                                      </p:to>
                                    </p:set>
                                  </p:childTnLst>
                                </p:cTn>
                              </p:par>
                              <p:par>
                                <p:cTn id="26" presetID="10" presetClass="exit" presetSubtype="0" fill="hold" nodeType="withEffect">
                                  <p:stCondLst>
                                    <p:cond delay="0"/>
                                  </p:stCondLst>
                                  <p:childTnLst>
                                    <p:animEffect transition="out" filter="fade">
                                      <p:cBhvr>
                                        <p:cTn id="27" dur="500"/>
                                        <p:tgtEl>
                                          <p:spTgt spid="473"/>
                                        </p:tgtEl>
                                      </p:cBhvr>
                                    </p:animEffect>
                                    <p:set>
                                      <p:cBhvr>
                                        <p:cTn id="28" dur="1" fill="hold">
                                          <p:stCondLst>
                                            <p:cond delay="499"/>
                                          </p:stCondLst>
                                        </p:cTn>
                                        <p:tgtEl>
                                          <p:spTgt spid="473"/>
                                        </p:tgtEl>
                                        <p:attrNameLst>
                                          <p:attrName>style.visibility</p:attrName>
                                        </p:attrNameLst>
                                      </p:cBhvr>
                                      <p:to>
                                        <p:strVal val="hidden"/>
                                      </p:to>
                                    </p:set>
                                  </p:childTnLst>
                                </p:cTn>
                              </p:par>
                              <p:par>
                                <p:cTn id="29" presetID="10" presetClass="exit" presetSubtype="0" fill="hold" nodeType="withEffect">
                                  <p:stCondLst>
                                    <p:cond delay="0"/>
                                  </p:stCondLst>
                                  <p:childTnLst>
                                    <p:animEffect transition="out" filter="fade">
                                      <p:cBhvr>
                                        <p:cTn id="30" dur="500"/>
                                        <p:tgtEl>
                                          <p:spTgt spid="476"/>
                                        </p:tgtEl>
                                      </p:cBhvr>
                                    </p:animEffect>
                                    <p:set>
                                      <p:cBhvr>
                                        <p:cTn id="31" dur="1" fill="hold">
                                          <p:stCondLst>
                                            <p:cond delay="499"/>
                                          </p:stCondLst>
                                        </p:cTn>
                                        <p:tgtEl>
                                          <p:spTgt spid="476"/>
                                        </p:tgtEl>
                                        <p:attrNameLst>
                                          <p:attrName>style.visibility</p:attrName>
                                        </p:attrNameLst>
                                      </p:cBhvr>
                                      <p:to>
                                        <p:strVal val="hidden"/>
                                      </p:to>
                                    </p:set>
                                  </p:childTnLst>
                                </p:cTn>
                              </p:par>
                              <p:par>
                                <p:cTn id="32" presetID="10" presetClass="exit" presetSubtype="0" fill="hold" nodeType="withEffect">
                                  <p:stCondLst>
                                    <p:cond delay="0"/>
                                  </p:stCondLst>
                                  <p:childTnLst>
                                    <p:animEffect transition="out" filter="fade">
                                      <p:cBhvr>
                                        <p:cTn id="33" dur="500"/>
                                        <p:tgtEl>
                                          <p:spTgt spid="479"/>
                                        </p:tgtEl>
                                      </p:cBhvr>
                                    </p:animEffect>
                                    <p:set>
                                      <p:cBhvr>
                                        <p:cTn id="34" dur="1" fill="hold">
                                          <p:stCondLst>
                                            <p:cond delay="499"/>
                                          </p:stCondLst>
                                        </p:cTn>
                                        <p:tgtEl>
                                          <p:spTgt spid="479"/>
                                        </p:tgtEl>
                                        <p:attrNameLst>
                                          <p:attrName>style.visibility</p:attrName>
                                        </p:attrNameLst>
                                      </p:cBhvr>
                                      <p:to>
                                        <p:strVal val="hidden"/>
                                      </p:to>
                                    </p:set>
                                  </p:childTnLst>
                                </p:cTn>
                              </p:par>
                              <p:par>
                                <p:cTn id="35" presetID="10" presetClass="exit" presetSubtype="0" fill="hold" nodeType="withEffect">
                                  <p:stCondLst>
                                    <p:cond delay="0"/>
                                  </p:stCondLst>
                                  <p:childTnLst>
                                    <p:animEffect transition="out" filter="fade">
                                      <p:cBhvr>
                                        <p:cTn id="36" dur="500"/>
                                        <p:tgtEl>
                                          <p:spTgt spid="482"/>
                                        </p:tgtEl>
                                      </p:cBhvr>
                                    </p:animEffect>
                                    <p:set>
                                      <p:cBhvr>
                                        <p:cTn id="37" dur="1" fill="hold">
                                          <p:stCondLst>
                                            <p:cond delay="499"/>
                                          </p:stCondLst>
                                        </p:cTn>
                                        <p:tgtEl>
                                          <p:spTgt spid="482"/>
                                        </p:tgtEl>
                                        <p:attrNameLst>
                                          <p:attrName>style.visibility</p:attrName>
                                        </p:attrNameLst>
                                      </p:cBhvr>
                                      <p:to>
                                        <p:strVal val="hidden"/>
                                      </p:to>
                                    </p:set>
                                  </p:childTnLst>
                                </p:cTn>
                              </p:par>
                              <p:par>
                                <p:cTn id="38" presetID="10" presetClass="exit" presetSubtype="0" fill="hold" nodeType="withEffect">
                                  <p:stCondLst>
                                    <p:cond delay="0"/>
                                  </p:stCondLst>
                                  <p:childTnLst>
                                    <p:animEffect transition="out" filter="fade">
                                      <p:cBhvr>
                                        <p:cTn id="39" dur="500"/>
                                        <p:tgtEl>
                                          <p:spTgt spid="485"/>
                                        </p:tgtEl>
                                      </p:cBhvr>
                                    </p:animEffect>
                                    <p:set>
                                      <p:cBhvr>
                                        <p:cTn id="40" dur="1" fill="hold">
                                          <p:stCondLst>
                                            <p:cond delay="499"/>
                                          </p:stCondLst>
                                        </p:cTn>
                                        <p:tgtEl>
                                          <p:spTgt spid="485"/>
                                        </p:tgtEl>
                                        <p:attrNameLst>
                                          <p:attrName>style.visibility</p:attrName>
                                        </p:attrNameLst>
                                      </p:cBhvr>
                                      <p:to>
                                        <p:strVal val="hidden"/>
                                      </p:to>
                                    </p:set>
                                  </p:childTnLst>
                                </p:cTn>
                              </p:par>
                              <p:par>
                                <p:cTn id="41" presetID="10" presetClass="exit" presetSubtype="0" fill="hold" nodeType="withEffect">
                                  <p:stCondLst>
                                    <p:cond delay="0"/>
                                  </p:stCondLst>
                                  <p:childTnLst>
                                    <p:animEffect transition="out" filter="fade">
                                      <p:cBhvr>
                                        <p:cTn id="42" dur="500"/>
                                        <p:tgtEl>
                                          <p:spTgt spid="410"/>
                                        </p:tgtEl>
                                      </p:cBhvr>
                                    </p:animEffect>
                                    <p:set>
                                      <p:cBhvr>
                                        <p:cTn id="43" dur="1" fill="hold">
                                          <p:stCondLst>
                                            <p:cond delay="499"/>
                                          </p:stCondLst>
                                        </p:cTn>
                                        <p:tgtEl>
                                          <p:spTgt spid="410"/>
                                        </p:tgtEl>
                                        <p:attrNameLst>
                                          <p:attrName>style.visibility</p:attrName>
                                        </p:attrNameLst>
                                      </p:cBhvr>
                                      <p:to>
                                        <p:strVal val="hidden"/>
                                      </p:to>
                                    </p:set>
                                  </p:childTnLst>
                                </p:cTn>
                              </p:par>
                              <p:par>
                                <p:cTn id="44" presetID="10" presetClass="exit" presetSubtype="0" fill="hold" nodeType="withEffect">
                                  <p:stCondLst>
                                    <p:cond delay="0"/>
                                  </p:stCondLst>
                                  <p:childTnLst>
                                    <p:animEffect transition="out" filter="fade">
                                      <p:cBhvr>
                                        <p:cTn id="45" dur="500"/>
                                        <p:tgtEl>
                                          <p:spTgt spid="488"/>
                                        </p:tgtEl>
                                      </p:cBhvr>
                                    </p:animEffect>
                                    <p:set>
                                      <p:cBhvr>
                                        <p:cTn id="46" dur="1" fill="hold">
                                          <p:stCondLst>
                                            <p:cond delay="499"/>
                                          </p:stCondLst>
                                        </p:cTn>
                                        <p:tgtEl>
                                          <p:spTgt spid="488"/>
                                        </p:tgtEl>
                                        <p:attrNameLst>
                                          <p:attrName>style.visibility</p:attrName>
                                        </p:attrNameLst>
                                      </p:cBhvr>
                                      <p:to>
                                        <p:strVal val="hidden"/>
                                      </p:to>
                                    </p:set>
                                  </p:childTnLst>
                                </p:cTn>
                              </p:par>
                              <p:par>
                                <p:cTn id="47" presetID="10" presetClass="exit" presetSubtype="0" fill="hold" nodeType="withEffect">
                                  <p:stCondLst>
                                    <p:cond delay="0"/>
                                  </p:stCondLst>
                                  <p:childTnLst>
                                    <p:animEffect transition="out" filter="fade">
                                      <p:cBhvr>
                                        <p:cTn id="48" dur="500"/>
                                        <p:tgtEl>
                                          <p:spTgt spid="491"/>
                                        </p:tgtEl>
                                      </p:cBhvr>
                                    </p:animEffect>
                                    <p:set>
                                      <p:cBhvr>
                                        <p:cTn id="49" dur="1" fill="hold">
                                          <p:stCondLst>
                                            <p:cond delay="499"/>
                                          </p:stCondLst>
                                        </p:cTn>
                                        <p:tgtEl>
                                          <p:spTgt spid="491"/>
                                        </p:tgtEl>
                                        <p:attrNameLst>
                                          <p:attrName>style.visibility</p:attrName>
                                        </p:attrNameLst>
                                      </p:cBhvr>
                                      <p:to>
                                        <p:strVal val="hidden"/>
                                      </p:to>
                                    </p:set>
                                  </p:childTnLst>
                                </p:cTn>
                              </p:par>
                              <p:par>
                                <p:cTn id="50" presetID="10" presetClass="exit" presetSubtype="0" fill="hold" nodeType="withEffect">
                                  <p:stCondLst>
                                    <p:cond delay="0"/>
                                  </p:stCondLst>
                                  <p:childTnLst>
                                    <p:animEffect transition="out" filter="fade">
                                      <p:cBhvr>
                                        <p:cTn id="51" dur="500"/>
                                        <p:tgtEl>
                                          <p:spTgt spid="495"/>
                                        </p:tgtEl>
                                      </p:cBhvr>
                                    </p:animEffect>
                                    <p:set>
                                      <p:cBhvr>
                                        <p:cTn id="52" dur="1" fill="hold">
                                          <p:stCondLst>
                                            <p:cond delay="499"/>
                                          </p:stCondLst>
                                        </p:cTn>
                                        <p:tgtEl>
                                          <p:spTgt spid="495"/>
                                        </p:tgtEl>
                                        <p:attrNameLst>
                                          <p:attrName>style.visibility</p:attrName>
                                        </p:attrNameLst>
                                      </p:cBhvr>
                                      <p:to>
                                        <p:strVal val="hidden"/>
                                      </p:to>
                                    </p:set>
                                  </p:childTnLst>
                                </p:cTn>
                              </p:par>
                              <p:par>
                                <p:cTn id="53" presetID="10" presetClass="exit" presetSubtype="0" fill="hold" nodeType="withEffect">
                                  <p:stCondLst>
                                    <p:cond delay="0"/>
                                  </p:stCondLst>
                                  <p:childTnLst>
                                    <p:animEffect transition="out" filter="fade">
                                      <p:cBhvr>
                                        <p:cTn id="54" dur="500"/>
                                        <p:tgtEl>
                                          <p:spTgt spid="500"/>
                                        </p:tgtEl>
                                      </p:cBhvr>
                                    </p:animEffect>
                                    <p:set>
                                      <p:cBhvr>
                                        <p:cTn id="55" dur="1" fill="hold">
                                          <p:stCondLst>
                                            <p:cond delay="499"/>
                                          </p:stCondLst>
                                        </p:cTn>
                                        <p:tgtEl>
                                          <p:spTgt spid="500"/>
                                        </p:tgtEl>
                                        <p:attrNameLst>
                                          <p:attrName>style.visibility</p:attrName>
                                        </p:attrNameLst>
                                      </p:cBhvr>
                                      <p:to>
                                        <p:strVal val="hidden"/>
                                      </p:to>
                                    </p:set>
                                  </p:childTnLst>
                                </p:cTn>
                              </p:par>
                              <p:par>
                                <p:cTn id="56" presetID="10" presetClass="exit" presetSubtype="0" fill="hold" nodeType="withEffect">
                                  <p:stCondLst>
                                    <p:cond delay="0"/>
                                  </p:stCondLst>
                                  <p:childTnLst>
                                    <p:animEffect transition="out" filter="fade">
                                      <p:cBhvr>
                                        <p:cTn id="57" dur="500"/>
                                        <p:tgtEl>
                                          <p:spTgt spid="506"/>
                                        </p:tgtEl>
                                      </p:cBhvr>
                                    </p:animEffect>
                                    <p:set>
                                      <p:cBhvr>
                                        <p:cTn id="58" dur="1" fill="hold">
                                          <p:stCondLst>
                                            <p:cond delay="499"/>
                                          </p:stCondLst>
                                        </p:cTn>
                                        <p:tgtEl>
                                          <p:spTgt spid="506"/>
                                        </p:tgtEl>
                                        <p:attrNameLst>
                                          <p:attrName>style.visibility</p:attrName>
                                        </p:attrNameLst>
                                      </p:cBhvr>
                                      <p:to>
                                        <p:strVal val="hidden"/>
                                      </p:to>
                                    </p:set>
                                  </p:childTnLst>
                                </p:cTn>
                              </p:par>
                              <p:par>
                                <p:cTn id="59" presetID="10" presetClass="exit" presetSubtype="0" fill="hold" nodeType="withEffect">
                                  <p:stCondLst>
                                    <p:cond delay="0"/>
                                  </p:stCondLst>
                                  <p:childTnLst>
                                    <p:animEffect transition="out" filter="fade">
                                      <p:cBhvr>
                                        <p:cTn id="60" dur="500"/>
                                        <p:tgtEl>
                                          <p:spTgt spid="521"/>
                                        </p:tgtEl>
                                      </p:cBhvr>
                                    </p:animEffect>
                                    <p:set>
                                      <p:cBhvr>
                                        <p:cTn id="61" dur="1" fill="hold">
                                          <p:stCondLst>
                                            <p:cond delay="499"/>
                                          </p:stCondLst>
                                        </p:cTn>
                                        <p:tgtEl>
                                          <p:spTgt spid="521"/>
                                        </p:tgtEl>
                                        <p:attrNameLst>
                                          <p:attrName>style.visibility</p:attrName>
                                        </p:attrNameLst>
                                      </p:cBhvr>
                                      <p:to>
                                        <p:strVal val="hidden"/>
                                      </p:to>
                                    </p:set>
                                  </p:childTnLst>
                                </p:cTn>
                              </p:par>
                              <p:par>
                                <p:cTn id="62" presetID="10" presetClass="exit" presetSubtype="0" fill="hold" nodeType="withEffect">
                                  <p:stCondLst>
                                    <p:cond delay="0"/>
                                  </p:stCondLst>
                                  <p:childTnLst>
                                    <p:animEffect transition="out" filter="fade">
                                      <p:cBhvr>
                                        <p:cTn id="63" dur="500"/>
                                        <p:tgtEl>
                                          <p:spTgt spid="525"/>
                                        </p:tgtEl>
                                      </p:cBhvr>
                                    </p:animEffect>
                                    <p:set>
                                      <p:cBhvr>
                                        <p:cTn id="64" dur="1" fill="hold">
                                          <p:stCondLst>
                                            <p:cond delay="499"/>
                                          </p:stCondLst>
                                        </p:cTn>
                                        <p:tgtEl>
                                          <p:spTgt spid="525"/>
                                        </p:tgtEl>
                                        <p:attrNameLst>
                                          <p:attrName>style.visibility</p:attrName>
                                        </p:attrNameLst>
                                      </p:cBhvr>
                                      <p:to>
                                        <p:strVal val="hidden"/>
                                      </p:to>
                                    </p:set>
                                  </p:childTnLst>
                                </p:cTn>
                              </p:par>
                              <p:par>
                                <p:cTn id="65" presetID="10" presetClass="exit" presetSubtype="0" fill="hold" nodeType="withEffect">
                                  <p:stCondLst>
                                    <p:cond delay="0"/>
                                  </p:stCondLst>
                                  <p:childTnLst>
                                    <p:animEffect transition="out" filter="fade">
                                      <p:cBhvr>
                                        <p:cTn id="66" dur="500"/>
                                        <p:tgtEl>
                                          <p:spTgt spid="529"/>
                                        </p:tgtEl>
                                      </p:cBhvr>
                                    </p:animEffect>
                                    <p:set>
                                      <p:cBhvr>
                                        <p:cTn id="67" dur="1" fill="hold">
                                          <p:stCondLst>
                                            <p:cond delay="499"/>
                                          </p:stCondLst>
                                        </p:cTn>
                                        <p:tgtEl>
                                          <p:spTgt spid="529"/>
                                        </p:tgtEl>
                                        <p:attrNameLst>
                                          <p:attrName>style.visibility</p:attrName>
                                        </p:attrNameLst>
                                      </p:cBhvr>
                                      <p:to>
                                        <p:strVal val="hidden"/>
                                      </p:to>
                                    </p:set>
                                  </p:childTnLst>
                                </p:cTn>
                              </p:par>
                              <p:par>
                                <p:cTn id="68" presetID="10" presetClass="exit" presetSubtype="0" fill="hold" nodeType="withEffect">
                                  <p:stCondLst>
                                    <p:cond delay="0"/>
                                  </p:stCondLst>
                                  <p:childTnLst>
                                    <p:animEffect transition="out" filter="fade">
                                      <p:cBhvr>
                                        <p:cTn id="69" dur="500"/>
                                        <p:tgtEl>
                                          <p:spTgt spid="533"/>
                                        </p:tgtEl>
                                      </p:cBhvr>
                                    </p:animEffect>
                                    <p:set>
                                      <p:cBhvr>
                                        <p:cTn id="70" dur="1" fill="hold">
                                          <p:stCondLst>
                                            <p:cond delay="499"/>
                                          </p:stCondLst>
                                        </p:cTn>
                                        <p:tgtEl>
                                          <p:spTgt spid="533"/>
                                        </p:tgtEl>
                                        <p:attrNameLst>
                                          <p:attrName>style.visibility</p:attrName>
                                        </p:attrNameLst>
                                      </p:cBhvr>
                                      <p:to>
                                        <p:strVal val="hidden"/>
                                      </p:to>
                                    </p:set>
                                  </p:childTnLst>
                                </p:cTn>
                              </p:par>
                              <p:par>
                                <p:cTn id="71" presetID="10" presetClass="exit" presetSubtype="0" fill="hold" nodeType="withEffect">
                                  <p:stCondLst>
                                    <p:cond delay="0"/>
                                  </p:stCondLst>
                                  <p:childTnLst>
                                    <p:animEffect transition="out" filter="fade">
                                      <p:cBhvr>
                                        <p:cTn id="72" dur="500"/>
                                        <p:tgtEl>
                                          <p:spTgt spid="542"/>
                                        </p:tgtEl>
                                      </p:cBhvr>
                                    </p:animEffect>
                                    <p:set>
                                      <p:cBhvr>
                                        <p:cTn id="73" dur="1" fill="hold">
                                          <p:stCondLst>
                                            <p:cond delay="499"/>
                                          </p:stCondLst>
                                        </p:cTn>
                                        <p:tgtEl>
                                          <p:spTgt spid="542"/>
                                        </p:tgtEl>
                                        <p:attrNameLst>
                                          <p:attrName>style.visibility</p:attrName>
                                        </p:attrNameLst>
                                      </p:cBhvr>
                                      <p:to>
                                        <p:strVal val="hidden"/>
                                      </p:to>
                                    </p:set>
                                  </p:childTnLst>
                                </p:cTn>
                              </p:par>
                              <p:par>
                                <p:cTn id="74" presetID="10" presetClass="exit" presetSubtype="0" fill="hold" nodeType="withEffect">
                                  <p:stCondLst>
                                    <p:cond delay="0"/>
                                  </p:stCondLst>
                                  <p:childTnLst>
                                    <p:animEffect transition="out" filter="fade">
                                      <p:cBhvr>
                                        <p:cTn id="75" dur="500"/>
                                        <p:tgtEl>
                                          <p:spTgt spid="545"/>
                                        </p:tgtEl>
                                      </p:cBhvr>
                                    </p:animEffect>
                                    <p:set>
                                      <p:cBhvr>
                                        <p:cTn id="76" dur="1" fill="hold">
                                          <p:stCondLst>
                                            <p:cond delay="499"/>
                                          </p:stCondLst>
                                        </p:cTn>
                                        <p:tgtEl>
                                          <p:spTgt spid="545"/>
                                        </p:tgtEl>
                                        <p:attrNameLst>
                                          <p:attrName>style.visibility</p:attrName>
                                        </p:attrNameLst>
                                      </p:cBhvr>
                                      <p:to>
                                        <p:strVal val="hidden"/>
                                      </p:to>
                                    </p:set>
                                  </p:childTnLst>
                                </p:cTn>
                              </p:par>
                              <p:par>
                                <p:cTn id="77" presetID="10" presetClass="exit" presetSubtype="0" fill="hold" nodeType="withEffect">
                                  <p:stCondLst>
                                    <p:cond delay="0"/>
                                  </p:stCondLst>
                                  <p:childTnLst>
                                    <p:animEffect transition="out" filter="fade">
                                      <p:cBhvr>
                                        <p:cTn id="78" dur="500"/>
                                        <p:tgtEl>
                                          <p:spTgt spid="549"/>
                                        </p:tgtEl>
                                      </p:cBhvr>
                                    </p:animEffect>
                                    <p:set>
                                      <p:cBhvr>
                                        <p:cTn id="79" dur="1" fill="hold">
                                          <p:stCondLst>
                                            <p:cond delay="499"/>
                                          </p:stCondLst>
                                        </p:cTn>
                                        <p:tgtEl>
                                          <p:spTgt spid="549"/>
                                        </p:tgtEl>
                                        <p:attrNameLst>
                                          <p:attrName>style.visibility</p:attrName>
                                        </p:attrNameLst>
                                      </p:cBhvr>
                                      <p:to>
                                        <p:strVal val="hidden"/>
                                      </p:to>
                                    </p:set>
                                  </p:childTnLst>
                                </p:cTn>
                              </p:par>
                              <p:par>
                                <p:cTn id="80" presetID="10" presetClass="exit" presetSubtype="0" fill="hold" nodeType="withEffect">
                                  <p:stCondLst>
                                    <p:cond delay="0"/>
                                  </p:stCondLst>
                                  <p:childTnLst>
                                    <p:animEffect transition="out" filter="fade">
                                      <p:cBhvr>
                                        <p:cTn id="81" dur="500"/>
                                        <p:tgtEl>
                                          <p:spTgt spid="554"/>
                                        </p:tgtEl>
                                      </p:cBhvr>
                                    </p:animEffect>
                                    <p:set>
                                      <p:cBhvr>
                                        <p:cTn id="82" dur="1" fill="hold">
                                          <p:stCondLst>
                                            <p:cond delay="499"/>
                                          </p:stCondLst>
                                        </p:cTn>
                                        <p:tgtEl>
                                          <p:spTgt spid="554"/>
                                        </p:tgtEl>
                                        <p:attrNameLst>
                                          <p:attrName>style.visibility</p:attrName>
                                        </p:attrNameLst>
                                      </p:cBhvr>
                                      <p:to>
                                        <p:strVal val="hidden"/>
                                      </p:to>
                                    </p:set>
                                  </p:childTnLst>
                                </p:cTn>
                              </p:par>
                              <p:par>
                                <p:cTn id="83" presetID="10" presetClass="exit" presetSubtype="0" fill="hold" nodeType="withEffect">
                                  <p:stCondLst>
                                    <p:cond delay="0"/>
                                  </p:stCondLst>
                                  <p:childTnLst>
                                    <p:animEffect transition="out" filter="fade">
                                      <p:cBhvr>
                                        <p:cTn id="84" dur="500"/>
                                        <p:tgtEl>
                                          <p:spTgt spid="580"/>
                                        </p:tgtEl>
                                      </p:cBhvr>
                                    </p:animEffect>
                                    <p:set>
                                      <p:cBhvr>
                                        <p:cTn id="85" dur="1" fill="hold">
                                          <p:stCondLst>
                                            <p:cond delay="499"/>
                                          </p:stCondLst>
                                        </p:cTn>
                                        <p:tgtEl>
                                          <p:spTgt spid="580"/>
                                        </p:tgtEl>
                                        <p:attrNameLst>
                                          <p:attrName>style.visibility</p:attrName>
                                        </p:attrNameLst>
                                      </p:cBhvr>
                                      <p:to>
                                        <p:strVal val="hidden"/>
                                      </p:to>
                                    </p:set>
                                  </p:childTnLst>
                                </p:cTn>
                              </p:par>
                              <p:par>
                                <p:cTn id="86" presetID="10" presetClass="exit" presetSubtype="0" fill="hold" nodeType="withEffect">
                                  <p:stCondLst>
                                    <p:cond delay="0"/>
                                  </p:stCondLst>
                                  <p:childTnLst>
                                    <p:animEffect transition="out" filter="fade">
                                      <p:cBhvr>
                                        <p:cTn id="87" dur="500"/>
                                        <p:tgtEl>
                                          <p:spTgt spid="585"/>
                                        </p:tgtEl>
                                      </p:cBhvr>
                                    </p:animEffect>
                                    <p:set>
                                      <p:cBhvr>
                                        <p:cTn id="88" dur="1" fill="hold">
                                          <p:stCondLst>
                                            <p:cond delay="499"/>
                                          </p:stCondLst>
                                        </p:cTn>
                                        <p:tgtEl>
                                          <p:spTgt spid="585"/>
                                        </p:tgtEl>
                                        <p:attrNameLst>
                                          <p:attrName>style.visibility</p:attrName>
                                        </p:attrNameLst>
                                      </p:cBhvr>
                                      <p:to>
                                        <p:strVal val="hidden"/>
                                      </p:to>
                                    </p:set>
                                  </p:childTnLst>
                                </p:cTn>
                              </p:par>
                              <p:par>
                                <p:cTn id="89" presetID="10" presetClass="exit" presetSubtype="0" fill="hold" nodeType="withEffect">
                                  <p:stCondLst>
                                    <p:cond delay="0"/>
                                  </p:stCondLst>
                                  <p:childTnLst>
                                    <p:animEffect transition="out" filter="fade">
                                      <p:cBhvr>
                                        <p:cTn id="90" dur="500"/>
                                        <p:tgtEl>
                                          <p:spTgt spid="590"/>
                                        </p:tgtEl>
                                      </p:cBhvr>
                                    </p:animEffect>
                                    <p:set>
                                      <p:cBhvr>
                                        <p:cTn id="91" dur="1" fill="hold">
                                          <p:stCondLst>
                                            <p:cond delay="499"/>
                                          </p:stCondLst>
                                        </p:cTn>
                                        <p:tgtEl>
                                          <p:spTgt spid="590"/>
                                        </p:tgtEl>
                                        <p:attrNameLst>
                                          <p:attrName>style.visibility</p:attrName>
                                        </p:attrNameLst>
                                      </p:cBhvr>
                                      <p:to>
                                        <p:strVal val="hidden"/>
                                      </p:to>
                                    </p:set>
                                  </p:childTnLst>
                                </p:cTn>
                              </p:par>
                              <p:par>
                                <p:cTn id="92" presetID="10" presetClass="exit" presetSubtype="0" fill="hold" nodeType="withEffect">
                                  <p:stCondLst>
                                    <p:cond delay="0"/>
                                  </p:stCondLst>
                                  <p:childTnLst>
                                    <p:animEffect transition="out" filter="fade">
                                      <p:cBhvr>
                                        <p:cTn id="93" dur="500"/>
                                        <p:tgtEl>
                                          <p:spTgt spid="595"/>
                                        </p:tgtEl>
                                      </p:cBhvr>
                                    </p:animEffect>
                                    <p:set>
                                      <p:cBhvr>
                                        <p:cTn id="94" dur="1" fill="hold">
                                          <p:stCondLst>
                                            <p:cond delay="499"/>
                                          </p:stCondLst>
                                        </p:cTn>
                                        <p:tgtEl>
                                          <p:spTgt spid="595"/>
                                        </p:tgtEl>
                                        <p:attrNameLst>
                                          <p:attrName>style.visibility</p:attrName>
                                        </p:attrNameLst>
                                      </p:cBhvr>
                                      <p:to>
                                        <p:strVal val="hidden"/>
                                      </p:to>
                                    </p:set>
                                  </p:childTnLst>
                                </p:cTn>
                              </p:par>
                              <p:par>
                                <p:cTn id="95" presetID="10" presetClass="exit" presetSubtype="0" fill="hold" nodeType="withEffect">
                                  <p:stCondLst>
                                    <p:cond delay="0"/>
                                  </p:stCondLst>
                                  <p:childTnLst>
                                    <p:animEffect transition="out" filter="fade">
                                      <p:cBhvr>
                                        <p:cTn id="96" dur="500"/>
                                        <p:tgtEl>
                                          <p:spTgt spid="414"/>
                                        </p:tgtEl>
                                      </p:cBhvr>
                                    </p:animEffect>
                                    <p:set>
                                      <p:cBhvr>
                                        <p:cTn id="97" dur="1" fill="hold">
                                          <p:stCondLst>
                                            <p:cond delay="499"/>
                                          </p:stCondLst>
                                        </p:cTn>
                                        <p:tgtEl>
                                          <p:spTgt spid="414"/>
                                        </p:tgtEl>
                                        <p:attrNameLst>
                                          <p:attrName>style.visibility</p:attrName>
                                        </p:attrNameLst>
                                      </p:cBhvr>
                                      <p:to>
                                        <p:strVal val="hidden"/>
                                      </p:to>
                                    </p:set>
                                  </p:childTnLst>
                                </p:cTn>
                              </p:par>
                              <p:par>
                                <p:cTn id="98" presetID="10" presetClass="exit" presetSubtype="0" fill="hold" grpId="0" nodeType="withEffect">
                                  <p:stCondLst>
                                    <p:cond delay="0"/>
                                  </p:stCondLst>
                                  <p:childTnLst>
                                    <p:animEffect transition="out" filter="fade">
                                      <p:cBhvr>
                                        <p:cTn id="99" dur="500"/>
                                        <p:tgtEl>
                                          <p:spTgt spid="541"/>
                                        </p:tgtEl>
                                      </p:cBhvr>
                                    </p:animEffect>
                                    <p:set>
                                      <p:cBhvr>
                                        <p:cTn id="100" dur="1" fill="hold">
                                          <p:stCondLst>
                                            <p:cond delay="499"/>
                                          </p:stCondLst>
                                        </p:cTn>
                                        <p:tgtEl>
                                          <p:spTgt spid="541"/>
                                        </p:tgtEl>
                                        <p:attrNameLst>
                                          <p:attrName>style.visibility</p:attrName>
                                        </p:attrNameLst>
                                      </p:cBhvr>
                                      <p:to>
                                        <p:strVal val="hidden"/>
                                      </p:to>
                                    </p:set>
                                  </p:childTnLst>
                                </p:cTn>
                              </p:par>
                              <p:par>
                                <p:cTn id="101" presetID="10" presetClass="exit" presetSubtype="0" fill="hold" nodeType="withEffect">
                                  <p:stCondLst>
                                    <p:cond delay="0"/>
                                  </p:stCondLst>
                                  <p:childTnLst>
                                    <p:animEffect transition="out" filter="fade">
                                      <p:cBhvr>
                                        <p:cTn id="102" dur="500"/>
                                        <p:tgtEl>
                                          <p:spTgt spid="567"/>
                                        </p:tgtEl>
                                      </p:cBhvr>
                                    </p:animEffect>
                                    <p:set>
                                      <p:cBhvr>
                                        <p:cTn id="103" dur="1" fill="hold">
                                          <p:stCondLst>
                                            <p:cond delay="499"/>
                                          </p:stCondLst>
                                        </p:cTn>
                                        <p:tgtEl>
                                          <p:spTgt spid="567"/>
                                        </p:tgtEl>
                                        <p:attrNameLst>
                                          <p:attrName>style.visibility</p:attrName>
                                        </p:attrNameLst>
                                      </p:cBhvr>
                                      <p:to>
                                        <p:strVal val="hidden"/>
                                      </p:to>
                                    </p:set>
                                  </p:childTnLst>
                                </p:cTn>
                              </p:par>
                              <p:par>
                                <p:cTn id="104" presetID="10" presetClass="exit" presetSubtype="0" fill="hold" nodeType="withEffect">
                                  <p:stCondLst>
                                    <p:cond delay="0"/>
                                  </p:stCondLst>
                                  <p:childTnLst>
                                    <p:animEffect transition="out" filter="fade">
                                      <p:cBhvr>
                                        <p:cTn id="105" dur="500"/>
                                        <p:tgtEl>
                                          <p:spTgt spid="419"/>
                                        </p:tgtEl>
                                      </p:cBhvr>
                                    </p:animEffect>
                                    <p:set>
                                      <p:cBhvr>
                                        <p:cTn id="106" dur="1" fill="hold">
                                          <p:stCondLst>
                                            <p:cond delay="499"/>
                                          </p:stCondLst>
                                        </p:cTn>
                                        <p:tgtEl>
                                          <p:spTgt spid="419"/>
                                        </p:tgtEl>
                                        <p:attrNameLst>
                                          <p:attrName>style.visibility</p:attrName>
                                        </p:attrNameLst>
                                      </p:cBhvr>
                                      <p:to>
                                        <p:strVal val="hidden"/>
                                      </p:to>
                                    </p:set>
                                  </p:childTnLst>
                                </p:cTn>
                              </p:par>
                              <p:par>
                                <p:cTn id="107" presetID="10" presetClass="exit" presetSubtype="0" fill="hold" nodeType="withEffect">
                                  <p:stCondLst>
                                    <p:cond delay="0"/>
                                  </p:stCondLst>
                                  <p:childTnLst>
                                    <p:animEffect transition="out" filter="fade">
                                      <p:cBhvr>
                                        <p:cTn id="108" dur="500"/>
                                        <p:tgtEl>
                                          <p:spTgt spid="601"/>
                                        </p:tgtEl>
                                      </p:cBhvr>
                                    </p:animEffect>
                                    <p:set>
                                      <p:cBhvr>
                                        <p:cTn id="109" dur="1" fill="hold">
                                          <p:stCondLst>
                                            <p:cond delay="499"/>
                                          </p:stCondLst>
                                        </p:cTn>
                                        <p:tgtEl>
                                          <p:spTgt spid="6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604"/>
                                        </p:tgtEl>
                                      </p:cBhvr>
                                    </p:animEffect>
                                    <p:set>
                                      <p:cBhvr>
                                        <p:cTn id="112" dur="1" fill="hold">
                                          <p:stCondLst>
                                            <p:cond delay="499"/>
                                          </p:stCondLst>
                                        </p:cTn>
                                        <p:tgtEl>
                                          <p:spTgt spid="604"/>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608"/>
                                        </p:tgtEl>
                                      </p:cBhvr>
                                    </p:animEffect>
                                    <p:set>
                                      <p:cBhvr>
                                        <p:cTn id="115" dur="1" fill="hold">
                                          <p:stCondLst>
                                            <p:cond delay="499"/>
                                          </p:stCondLst>
                                        </p:cTn>
                                        <p:tgtEl>
                                          <p:spTgt spid="608"/>
                                        </p:tgtEl>
                                        <p:attrNameLst>
                                          <p:attrName>style.visibility</p:attrName>
                                        </p:attrNameLst>
                                      </p:cBhvr>
                                      <p:to>
                                        <p:strVal val="hidden"/>
                                      </p:to>
                                    </p:set>
                                  </p:childTnLst>
                                </p:cTn>
                              </p:par>
                              <p:par>
                                <p:cTn id="116" presetID="10" presetClass="exit" presetSubtype="0" fill="hold" nodeType="withEffect">
                                  <p:stCondLst>
                                    <p:cond delay="0"/>
                                  </p:stCondLst>
                                  <p:childTnLst>
                                    <p:animEffect transition="out" filter="fade">
                                      <p:cBhvr>
                                        <p:cTn id="117" dur="500"/>
                                        <p:tgtEl>
                                          <p:spTgt spid="634"/>
                                        </p:tgtEl>
                                      </p:cBhvr>
                                    </p:animEffect>
                                    <p:set>
                                      <p:cBhvr>
                                        <p:cTn id="118" dur="1" fill="hold">
                                          <p:stCondLst>
                                            <p:cond delay="499"/>
                                          </p:stCondLst>
                                        </p:cTn>
                                        <p:tgtEl>
                                          <p:spTgt spid="634"/>
                                        </p:tgtEl>
                                        <p:attrNameLst>
                                          <p:attrName>style.visibility</p:attrName>
                                        </p:attrNameLst>
                                      </p:cBhvr>
                                      <p:to>
                                        <p:strVal val="hidden"/>
                                      </p:to>
                                    </p:set>
                                  </p:childTnLst>
                                </p:cTn>
                              </p:par>
                              <p:par>
                                <p:cTn id="119" presetID="10" presetClass="exit" presetSubtype="0" fill="hold" nodeType="withEffect">
                                  <p:stCondLst>
                                    <p:cond delay="0"/>
                                  </p:stCondLst>
                                  <p:childTnLst>
                                    <p:animEffect transition="out" filter="fade">
                                      <p:cBhvr>
                                        <p:cTn id="120" dur="500"/>
                                        <p:tgtEl>
                                          <p:spTgt spid="640"/>
                                        </p:tgtEl>
                                      </p:cBhvr>
                                    </p:animEffect>
                                    <p:set>
                                      <p:cBhvr>
                                        <p:cTn id="121" dur="1" fill="hold">
                                          <p:stCondLst>
                                            <p:cond delay="499"/>
                                          </p:stCondLst>
                                        </p:cTn>
                                        <p:tgtEl>
                                          <p:spTgt spid="640"/>
                                        </p:tgtEl>
                                        <p:attrNameLst>
                                          <p:attrName>style.visibility</p:attrName>
                                        </p:attrNameLst>
                                      </p:cBhvr>
                                      <p:to>
                                        <p:strVal val="hidden"/>
                                      </p:to>
                                    </p:set>
                                  </p:childTnLst>
                                </p:cTn>
                              </p:par>
                              <p:par>
                                <p:cTn id="122" presetID="10" presetClass="exit" presetSubtype="0" fill="hold" grpId="0" nodeType="withEffect">
                                  <p:stCondLst>
                                    <p:cond delay="0"/>
                                  </p:stCondLst>
                                  <p:childTnLst>
                                    <p:animEffect transition="out" filter="fade">
                                      <p:cBhvr>
                                        <p:cTn id="123" dur="500"/>
                                        <p:tgtEl>
                                          <p:spTgt spid="600"/>
                                        </p:tgtEl>
                                      </p:cBhvr>
                                    </p:animEffect>
                                    <p:set>
                                      <p:cBhvr>
                                        <p:cTn id="124" dur="1" fill="hold">
                                          <p:stCondLst>
                                            <p:cond delay="499"/>
                                          </p:stCondLst>
                                        </p:cTn>
                                        <p:tgtEl>
                                          <p:spTgt spid="600"/>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619"/>
                                        </p:tgtEl>
                                      </p:cBhvr>
                                    </p:animEffect>
                                    <p:set>
                                      <p:cBhvr>
                                        <p:cTn id="127" dur="1" fill="hold">
                                          <p:stCondLst>
                                            <p:cond delay="499"/>
                                          </p:stCondLst>
                                        </p:cTn>
                                        <p:tgtEl>
                                          <p:spTgt spid="619"/>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626"/>
                                        </p:tgtEl>
                                      </p:cBhvr>
                                    </p:animEffect>
                                    <p:set>
                                      <p:cBhvr>
                                        <p:cTn id="130" dur="1" fill="hold">
                                          <p:stCondLst>
                                            <p:cond delay="499"/>
                                          </p:stCondLst>
                                        </p:cTn>
                                        <p:tgtEl>
                                          <p:spTgt spid="626"/>
                                        </p:tgtEl>
                                        <p:attrNameLst>
                                          <p:attrName>style.visibility</p:attrName>
                                        </p:attrNameLst>
                                      </p:cBhvr>
                                      <p:to>
                                        <p:strVal val="hidden"/>
                                      </p:to>
                                    </p:set>
                                  </p:childTnLst>
                                </p:cTn>
                              </p:par>
                              <p:par>
                                <p:cTn id="131" presetID="10" presetClass="exit" presetSubtype="0" fill="hold" nodeType="withEffect">
                                  <p:stCondLst>
                                    <p:cond delay="0"/>
                                  </p:stCondLst>
                                  <p:childTnLst>
                                    <p:animEffect transition="out" filter="fade">
                                      <p:cBhvr>
                                        <p:cTn id="132" dur="500"/>
                                        <p:tgtEl>
                                          <p:spTgt spid="652"/>
                                        </p:tgtEl>
                                      </p:cBhvr>
                                    </p:animEffect>
                                    <p:set>
                                      <p:cBhvr>
                                        <p:cTn id="133" dur="1" fill="hold">
                                          <p:stCondLst>
                                            <p:cond delay="499"/>
                                          </p:stCondLst>
                                        </p:cTn>
                                        <p:tgtEl>
                                          <p:spTgt spid="652"/>
                                        </p:tgtEl>
                                        <p:attrNameLst>
                                          <p:attrName>style.visibility</p:attrName>
                                        </p:attrNameLst>
                                      </p:cBhvr>
                                      <p:to>
                                        <p:strVal val="hidden"/>
                                      </p:to>
                                    </p:set>
                                  </p:childTnLst>
                                </p:cTn>
                              </p:par>
                              <p:par>
                                <p:cTn id="134" presetID="10" presetClass="exit" presetSubtype="0" fill="hold" nodeType="withEffect">
                                  <p:stCondLst>
                                    <p:cond delay="0"/>
                                  </p:stCondLst>
                                  <p:childTnLst>
                                    <p:animEffect transition="out" filter="fade">
                                      <p:cBhvr>
                                        <p:cTn id="135" dur="500"/>
                                        <p:tgtEl>
                                          <p:spTgt spid="658"/>
                                        </p:tgtEl>
                                      </p:cBhvr>
                                    </p:animEffect>
                                    <p:set>
                                      <p:cBhvr>
                                        <p:cTn id="136" dur="1" fill="hold">
                                          <p:stCondLst>
                                            <p:cond delay="499"/>
                                          </p:stCondLst>
                                        </p:cTn>
                                        <p:tgtEl>
                                          <p:spTgt spid="658"/>
                                        </p:tgtEl>
                                        <p:attrNameLst>
                                          <p:attrName>style.visibility</p:attrName>
                                        </p:attrNameLst>
                                      </p:cBhvr>
                                      <p:to>
                                        <p:strVal val="hidden"/>
                                      </p:to>
                                    </p:set>
                                  </p:childTnLst>
                                </p:cTn>
                              </p:par>
                              <p:par>
                                <p:cTn id="137" presetID="10" presetClass="exit" presetSubtype="0" fill="hold" nodeType="withEffect">
                                  <p:stCondLst>
                                    <p:cond delay="0"/>
                                  </p:stCondLst>
                                  <p:childTnLst>
                                    <p:animEffect transition="out" filter="fade">
                                      <p:cBhvr>
                                        <p:cTn id="138" dur="500"/>
                                        <p:tgtEl>
                                          <p:spTgt spid="425"/>
                                        </p:tgtEl>
                                      </p:cBhvr>
                                    </p:animEffect>
                                    <p:set>
                                      <p:cBhvr>
                                        <p:cTn id="139" dur="1" fill="hold">
                                          <p:stCondLst>
                                            <p:cond delay="499"/>
                                          </p:stCondLst>
                                        </p:cTn>
                                        <p:tgtEl>
                                          <p:spTgt spid="425"/>
                                        </p:tgtEl>
                                        <p:attrNameLst>
                                          <p:attrName>style.visibility</p:attrName>
                                        </p:attrNameLst>
                                      </p:cBhvr>
                                      <p:to>
                                        <p:strVal val="hidden"/>
                                      </p:to>
                                    </p:set>
                                  </p:childTnLst>
                                </p:cTn>
                              </p:par>
                              <p:par>
                                <p:cTn id="140" presetID="10" presetClass="exit" presetSubtype="0" fill="hold" nodeType="withEffect">
                                  <p:stCondLst>
                                    <p:cond delay="0"/>
                                  </p:stCondLst>
                                  <p:childTnLst>
                                    <p:animEffect transition="out" filter="fade">
                                      <p:cBhvr>
                                        <p:cTn id="141" dur="500"/>
                                        <p:tgtEl>
                                          <p:spTgt spid="665"/>
                                        </p:tgtEl>
                                      </p:cBhvr>
                                    </p:animEffect>
                                    <p:set>
                                      <p:cBhvr>
                                        <p:cTn id="142" dur="1" fill="hold">
                                          <p:stCondLst>
                                            <p:cond delay="499"/>
                                          </p:stCondLst>
                                        </p:cTn>
                                        <p:tgtEl>
                                          <p:spTgt spid="665"/>
                                        </p:tgtEl>
                                        <p:attrNameLst>
                                          <p:attrName>style.visibility</p:attrName>
                                        </p:attrNameLst>
                                      </p:cBhvr>
                                      <p:to>
                                        <p:strVal val="hidden"/>
                                      </p:to>
                                    </p:set>
                                  </p:childTnLst>
                                </p:cTn>
                              </p:par>
                              <p:par>
                                <p:cTn id="143" presetID="10" presetClass="exit" presetSubtype="0" fill="hold" nodeType="withEffect">
                                  <p:stCondLst>
                                    <p:cond delay="0"/>
                                  </p:stCondLst>
                                  <p:childTnLst>
                                    <p:animEffect transition="out" filter="fade">
                                      <p:cBhvr>
                                        <p:cTn id="144" dur="500"/>
                                        <p:tgtEl>
                                          <p:spTgt spid="668"/>
                                        </p:tgtEl>
                                      </p:cBhvr>
                                    </p:animEffect>
                                    <p:set>
                                      <p:cBhvr>
                                        <p:cTn id="145" dur="1" fill="hold">
                                          <p:stCondLst>
                                            <p:cond delay="499"/>
                                          </p:stCondLst>
                                        </p:cTn>
                                        <p:tgtEl>
                                          <p:spTgt spid="668"/>
                                        </p:tgtEl>
                                        <p:attrNameLst>
                                          <p:attrName>style.visibility</p:attrName>
                                        </p:attrNameLst>
                                      </p:cBhvr>
                                      <p:to>
                                        <p:strVal val="hidden"/>
                                      </p:to>
                                    </p:set>
                                  </p:childTnLst>
                                </p:cTn>
                              </p:par>
                              <p:par>
                                <p:cTn id="146" presetID="10" presetClass="exit" presetSubtype="0" fill="hold" nodeType="withEffect">
                                  <p:stCondLst>
                                    <p:cond delay="0"/>
                                  </p:stCondLst>
                                  <p:childTnLst>
                                    <p:animEffect transition="out" filter="fade">
                                      <p:cBhvr>
                                        <p:cTn id="147" dur="500"/>
                                        <p:tgtEl>
                                          <p:spTgt spid="732"/>
                                        </p:tgtEl>
                                      </p:cBhvr>
                                    </p:animEffect>
                                    <p:set>
                                      <p:cBhvr>
                                        <p:cTn id="148" dur="1" fill="hold">
                                          <p:stCondLst>
                                            <p:cond delay="499"/>
                                          </p:stCondLst>
                                        </p:cTn>
                                        <p:tgtEl>
                                          <p:spTgt spid="732"/>
                                        </p:tgtEl>
                                        <p:attrNameLst>
                                          <p:attrName>style.visibility</p:attrName>
                                        </p:attrNameLst>
                                      </p:cBhvr>
                                      <p:to>
                                        <p:strVal val="hidden"/>
                                      </p:to>
                                    </p:set>
                                  </p:childTnLst>
                                </p:cTn>
                              </p:par>
                              <p:par>
                                <p:cTn id="149" presetID="10" presetClass="exit" presetSubtype="0" fill="hold" grpId="0" nodeType="withEffect">
                                  <p:stCondLst>
                                    <p:cond delay="0"/>
                                  </p:stCondLst>
                                  <p:childTnLst>
                                    <p:animEffect transition="out" filter="fade">
                                      <p:cBhvr>
                                        <p:cTn id="150" dur="500"/>
                                        <p:tgtEl>
                                          <p:spTgt spid="664"/>
                                        </p:tgtEl>
                                      </p:cBhvr>
                                    </p:animEffect>
                                    <p:set>
                                      <p:cBhvr>
                                        <p:cTn id="151" dur="1" fill="hold">
                                          <p:stCondLst>
                                            <p:cond delay="499"/>
                                          </p:stCondLst>
                                        </p:cTn>
                                        <p:tgtEl>
                                          <p:spTgt spid="664"/>
                                        </p:tgtEl>
                                        <p:attrNameLst>
                                          <p:attrName>style.visibility</p:attrName>
                                        </p:attrNameLst>
                                      </p:cBhvr>
                                      <p:to>
                                        <p:strVal val="hidden"/>
                                      </p:to>
                                    </p:set>
                                  </p:childTnLst>
                                </p:cTn>
                              </p:par>
                              <p:par>
                                <p:cTn id="152" presetID="10" presetClass="exit" presetSubtype="0" fill="hold" nodeType="withEffect">
                                  <p:stCondLst>
                                    <p:cond delay="0"/>
                                  </p:stCondLst>
                                  <p:childTnLst>
                                    <p:animEffect transition="out" filter="fade">
                                      <p:cBhvr>
                                        <p:cTn id="153" dur="500"/>
                                        <p:tgtEl>
                                          <p:spTgt spid="677"/>
                                        </p:tgtEl>
                                      </p:cBhvr>
                                    </p:animEffect>
                                    <p:set>
                                      <p:cBhvr>
                                        <p:cTn id="154" dur="1" fill="hold">
                                          <p:stCondLst>
                                            <p:cond delay="499"/>
                                          </p:stCondLst>
                                        </p:cTn>
                                        <p:tgtEl>
                                          <p:spTgt spid="677"/>
                                        </p:tgtEl>
                                        <p:attrNameLst>
                                          <p:attrName>style.visibility</p:attrName>
                                        </p:attrNameLst>
                                      </p:cBhvr>
                                      <p:to>
                                        <p:strVal val="hidden"/>
                                      </p:to>
                                    </p:set>
                                  </p:childTnLst>
                                </p:cTn>
                              </p:par>
                              <p:par>
                                <p:cTn id="155" presetID="10" presetClass="exit" presetSubtype="0" fill="hold" nodeType="withEffect">
                                  <p:stCondLst>
                                    <p:cond delay="0"/>
                                  </p:stCondLst>
                                  <p:childTnLst>
                                    <p:animEffect transition="out" filter="fade">
                                      <p:cBhvr>
                                        <p:cTn id="156" dur="500"/>
                                        <p:tgtEl>
                                          <p:spTgt spid="683"/>
                                        </p:tgtEl>
                                      </p:cBhvr>
                                    </p:animEffect>
                                    <p:set>
                                      <p:cBhvr>
                                        <p:cTn id="157" dur="1" fill="hold">
                                          <p:stCondLst>
                                            <p:cond delay="499"/>
                                          </p:stCondLst>
                                        </p:cTn>
                                        <p:tgtEl>
                                          <p:spTgt spid="683"/>
                                        </p:tgtEl>
                                        <p:attrNameLst>
                                          <p:attrName>style.visibility</p:attrName>
                                        </p:attrNameLst>
                                      </p:cBhvr>
                                      <p:to>
                                        <p:strVal val="hidden"/>
                                      </p:to>
                                    </p:set>
                                  </p:childTnLst>
                                </p:cTn>
                              </p:par>
                              <p:par>
                                <p:cTn id="158" presetID="10" presetClass="exit" presetSubtype="0" fill="hold" nodeType="withEffect">
                                  <p:stCondLst>
                                    <p:cond delay="0"/>
                                  </p:stCondLst>
                                  <p:childTnLst>
                                    <p:animEffect transition="out" filter="fade">
                                      <p:cBhvr>
                                        <p:cTn id="159" dur="500"/>
                                        <p:tgtEl>
                                          <p:spTgt spid="690"/>
                                        </p:tgtEl>
                                      </p:cBhvr>
                                    </p:animEffect>
                                    <p:set>
                                      <p:cBhvr>
                                        <p:cTn id="160" dur="1" fill="hold">
                                          <p:stCondLst>
                                            <p:cond delay="499"/>
                                          </p:stCondLst>
                                        </p:cTn>
                                        <p:tgtEl>
                                          <p:spTgt spid="690"/>
                                        </p:tgtEl>
                                        <p:attrNameLst>
                                          <p:attrName>style.visibility</p:attrName>
                                        </p:attrNameLst>
                                      </p:cBhvr>
                                      <p:to>
                                        <p:strVal val="hidden"/>
                                      </p:to>
                                    </p:set>
                                  </p:childTnLst>
                                </p:cTn>
                              </p:par>
                              <p:par>
                                <p:cTn id="161" presetID="10" presetClass="exit" presetSubtype="0" fill="hold" nodeType="withEffect">
                                  <p:stCondLst>
                                    <p:cond delay="0"/>
                                  </p:stCondLst>
                                  <p:childTnLst>
                                    <p:animEffect transition="out" filter="fade">
                                      <p:cBhvr>
                                        <p:cTn id="162" dur="500"/>
                                        <p:tgtEl>
                                          <p:spTgt spid="746"/>
                                        </p:tgtEl>
                                      </p:cBhvr>
                                    </p:animEffect>
                                    <p:set>
                                      <p:cBhvr>
                                        <p:cTn id="163" dur="1" fill="hold">
                                          <p:stCondLst>
                                            <p:cond delay="499"/>
                                          </p:stCondLst>
                                        </p:cTn>
                                        <p:tgtEl>
                                          <p:spTgt spid="746"/>
                                        </p:tgtEl>
                                        <p:attrNameLst>
                                          <p:attrName>style.visibility</p:attrName>
                                        </p:attrNameLst>
                                      </p:cBhvr>
                                      <p:to>
                                        <p:strVal val="hidden"/>
                                      </p:to>
                                    </p:set>
                                  </p:childTnLst>
                                </p:cTn>
                              </p:par>
                              <p:par>
                                <p:cTn id="164" presetID="10" presetClass="exit" presetSubtype="0" fill="hold" nodeType="withEffect">
                                  <p:stCondLst>
                                    <p:cond delay="0"/>
                                  </p:stCondLst>
                                  <p:childTnLst>
                                    <p:animEffect transition="out" filter="fade">
                                      <p:cBhvr>
                                        <p:cTn id="165" dur="500"/>
                                        <p:tgtEl>
                                          <p:spTgt spid="753"/>
                                        </p:tgtEl>
                                      </p:cBhvr>
                                    </p:animEffect>
                                    <p:set>
                                      <p:cBhvr>
                                        <p:cTn id="166" dur="1" fill="hold">
                                          <p:stCondLst>
                                            <p:cond delay="499"/>
                                          </p:stCondLst>
                                        </p:cTn>
                                        <p:tgtEl>
                                          <p:spTgt spid="753"/>
                                        </p:tgtEl>
                                        <p:attrNameLst>
                                          <p:attrName>style.visibility</p:attrName>
                                        </p:attrNameLst>
                                      </p:cBhvr>
                                      <p:to>
                                        <p:strVal val="hidden"/>
                                      </p:to>
                                    </p:set>
                                  </p:childTnLst>
                                </p:cTn>
                              </p:par>
                              <p:par>
                                <p:cTn id="167" presetID="10" presetClass="exit" presetSubtype="0" fill="hold" nodeType="withEffect">
                                  <p:stCondLst>
                                    <p:cond delay="0"/>
                                  </p:stCondLst>
                                  <p:childTnLst>
                                    <p:animEffect transition="out" filter="fade">
                                      <p:cBhvr>
                                        <p:cTn id="168" dur="500"/>
                                        <p:tgtEl>
                                          <p:spTgt spid="760"/>
                                        </p:tgtEl>
                                      </p:cBhvr>
                                    </p:animEffect>
                                    <p:set>
                                      <p:cBhvr>
                                        <p:cTn id="169" dur="1" fill="hold">
                                          <p:stCondLst>
                                            <p:cond delay="499"/>
                                          </p:stCondLst>
                                        </p:cTn>
                                        <p:tgtEl>
                                          <p:spTgt spid="760"/>
                                        </p:tgtEl>
                                        <p:attrNameLst>
                                          <p:attrName>style.visibility</p:attrName>
                                        </p:attrNameLst>
                                      </p:cBhvr>
                                      <p:to>
                                        <p:strVal val="hidden"/>
                                      </p:to>
                                    </p:set>
                                  </p:childTnLst>
                                </p:cTn>
                              </p:par>
                              <p:par>
                                <p:cTn id="170" presetID="10" presetClass="exit" presetSubtype="0" fill="hold" nodeType="withEffect">
                                  <p:stCondLst>
                                    <p:cond delay="0"/>
                                  </p:stCondLst>
                                  <p:childTnLst>
                                    <p:animEffect transition="out" filter="fade">
                                      <p:cBhvr>
                                        <p:cTn id="171" dur="500"/>
                                        <p:tgtEl>
                                          <p:spTgt spid="432"/>
                                        </p:tgtEl>
                                      </p:cBhvr>
                                    </p:animEffect>
                                    <p:set>
                                      <p:cBhvr>
                                        <p:cTn id="172" dur="1" fill="hold">
                                          <p:stCondLst>
                                            <p:cond delay="499"/>
                                          </p:stCondLst>
                                        </p:cTn>
                                        <p:tgtEl>
                                          <p:spTgt spid="432"/>
                                        </p:tgtEl>
                                        <p:attrNameLst>
                                          <p:attrName>style.visibility</p:attrName>
                                        </p:attrNameLst>
                                      </p:cBhvr>
                                      <p:to>
                                        <p:strVal val="hidden"/>
                                      </p:to>
                                    </p:set>
                                  </p:childTnLst>
                                </p:cTn>
                              </p:par>
                              <p:par>
                                <p:cTn id="173" presetID="10" presetClass="exit" presetSubtype="0" fill="hold" nodeType="withEffect">
                                  <p:stCondLst>
                                    <p:cond delay="0"/>
                                  </p:stCondLst>
                                  <p:childTnLst>
                                    <p:animEffect transition="out" filter="fade">
                                      <p:cBhvr>
                                        <p:cTn id="174" dur="500"/>
                                        <p:tgtEl>
                                          <p:spTgt spid="699"/>
                                        </p:tgtEl>
                                      </p:cBhvr>
                                    </p:animEffect>
                                    <p:set>
                                      <p:cBhvr>
                                        <p:cTn id="175" dur="1" fill="hold">
                                          <p:stCondLst>
                                            <p:cond delay="499"/>
                                          </p:stCondLst>
                                        </p:cTn>
                                        <p:tgtEl>
                                          <p:spTgt spid="699"/>
                                        </p:tgtEl>
                                        <p:attrNameLst>
                                          <p:attrName>style.visibility</p:attrName>
                                        </p:attrNameLst>
                                      </p:cBhvr>
                                      <p:to>
                                        <p:strVal val="hidden"/>
                                      </p:to>
                                    </p:set>
                                  </p:childTnLst>
                                </p:cTn>
                              </p:par>
                              <p:par>
                                <p:cTn id="176" presetID="10" presetClass="exit" presetSubtype="0" fill="hold" grpId="0" nodeType="withEffect">
                                  <p:stCondLst>
                                    <p:cond delay="0"/>
                                  </p:stCondLst>
                                  <p:childTnLst>
                                    <p:animEffect transition="out" filter="fade">
                                      <p:cBhvr>
                                        <p:cTn id="177" dur="500"/>
                                        <p:tgtEl>
                                          <p:spTgt spid="698"/>
                                        </p:tgtEl>
                                      </p:cBhvr>
                                    </p:animEffect>
                                    <p:set>
                                      <p:cBhvr>
                                        <p:cTn id="178" dur="1" fill="hold">
                                          <p:stCondLst>
                                            <p:cond delay="499"/>
                                          </p:stCondLst>
                                        </p:cTn>
                                        <p:tgtEl>
                                          <p:spTgt spid="698"/>
                                        </p:tgtEl>
                                        <p:attrNameLst>
                                          <p:attrName>style.visibility</p:attrName>
                                        </p:attrNameLst>
                                      </p:cBhvr>
                                      <p:to>
                                        <p:strVal val="hidden"/>
                                      </p:to>
                                    </p:set>
                                  </p:childTnLst>
                                </p:cTn>
                              </p:par>
                              <p:par>
                                <p:cTn id="179" presetID="10" presetClass="exit" presetSubtype="0" fill="hold" nodeType="withEffect">
                                  <p:stCondLst>
                                    <p:cond delay="0"/>
                                  </p:stCondLst>
                                  <p:childTnLst>
                                    <p:animEffect transition="out" filter="fade">
                                      <p:cBhvr>
                                        <p:cTn id="180" dur="500"/>
                                        <p:tgtEl>
                                          <p:spTgt spid="706"/>
                                        </p:tgtEl>
                                      </p:cBhvr>
                                    </p:animEffect>
                                    <p:set>
                                      <p:cBhvr>
                                        <p:cTn id="181" dur="1" fill="hold">
                                          <p:stCondLst>
                                            <p:cond delay="499"/>
                                          </p:stCondLst>
                                        </p:cTn>
                                        <p:tgtEl>
                                          <p:spTgt spid="706"/>
                                        </p:tgtEl>
                                        <p:attrNameLst>
                                          <p:attrName>style.visibility</p:attrName>
                                        </p:attrNameLst>
                                      </p:cBhvr>
                                      <p:to>
                                        <p:strVal val="hidden"/>
                                      </p:to>
                                    </p:set>
                                  </p:childTnLst>
                                </p:cTn>
                              </p:par>
                              <p:par>
                                <p:cTn id="182" presetID="10" presetClass="exit" presetSubtype="0" fill="hold" nodeType="withEffect">
                                  <p:stCondLst>
                                    <p:cond delay="0"/>
                                  </p:stCondLst>
                                  <p:childTnLst>
                                    <p:animEffect transition="out" filter="fade">
                                      <p:cBhvr>
                                        <p:cTn id="183" dur="500"/>
                                        <p:tgtEl>
                                          <p:spTgt spid="711"/>
                                        </p:tgtEl>
                                      </p:cBhvr>
                                    </p:animEffect>
                                    <p:set>
                                      <p:cBhvr>
                                        <p:cTn id="184" dur="1" fill="hold">
                                          <p:stCondLst>
                                            <p:cond delay="499"/>
                                          </p:stCondLst>
                                        </p:cTn>
                                        <p:tgtEl>
                                          <p:spTgt spid="711"/>
                                        </p:tgtEl>
                                        <p:attrNameLst>
                                          <p:attrName>style.visibility</p:attrName>
                                        </p:attrNameLst>
                                      </p:cBhvr>
                                      <p:to>
                                        <p:strVal val="hidden"/>
                                      </p:to>
                                    </p:set>
                                  </p:childTnLst>
                                </p:cTn>
                              </p:par>
                              <p:par>
                                <p:cTn id="185" presetID="10" presetClass="exit" presetSubtype="0" fill="hold" nodeType="withEffect">
                                  <p:stCondLst>
                                    <p:cond delay="0"/>
                                  </p:stCondLst>
                                  <p:childTnLst>
                                    <p:animEffect transition="out" filter="fade">
                                      <p:cBhvr>
                                        <p:cTn id="186" dur="500"/>
                                        <p:tgtEl>
                                          <p:spTgt spid="717"/>
                                        </p:tgtEl>
                                      </p:cBhvr>
                                    </p:animEffect>
                                    <p:set>
                                      <p:cBhvr>
                                        <p:cTn id="187" dur="1" fill="hold">
                                          <p:stCondLst>
                                            <p:cond delay="499"/>
                                          </p:stCondLst>
                                        </p:cTn>
                                        <p:tgtEl>
                                          <p:spTgt spid="717"/>
                                        </p:tgtEl>
                                        <p:attrNameLst>
                                          <p:attrName>style.visibility</p:attrName>
                                        </p:attrNameLst>
                                      </p:cBhvr>
                                      <p:to>
                                        <p:strVal val="hidden"/>
                                      </p:to>
                                    </p:set>
                                  </p:childTnLst>
                                </p:cTn>
                              </p:par>
                              <p:par>
                                <p:cTn id="188" presetID="10" presetClass="exit" presetSubtype="0" fill="hold" nodeType="withEffect">
                                  <p:stCondLst>
                                    <p:cond delay="0"/>
                                  </p:stCondLst>
                                  <p:childTnLst>
                                    <p:animEffect transition="out" filter="fade">
                                      <p:cBhvr>
                                        <p:cTn id="189" dur="500"/>
                                        <p:tgtEl>
                                          <p:spTgt spid="724"/>
                                        </p:tgtEl>
                                      </p:cBhvr>
                                    </p:animEffect>
                                    <p:set>
                                      <p:cBhvr>
                                        <p:cTn id="190" dur="1" fill="hold">
                                          <p:stCondLst>
                                            <p:cond delay="499"/>
                                          </p:stCondLst>
                                        </p:cTn>
                                        <p:tgtEl>
                                          <p:spTgt spid="724"/>
                                        </p:tgtEl>
                                        <p:attrNameLst>
                                          <p:attrName>style.visibility</p:attrName>
                                        </p:attrNameLst>
                                      </p:cBhvr>
                                      <p:to>
                                        <p:strVal val="hidden"/>
                                      </p:to>
                                    </p:set>
                                  </p:childTnLst>
                                </p:cTn>
                              </p:par>
                              <p:par>
                                <p:cTn id="191" presetID="10" presetClass="exit" presetSubtype="0" fill="hold" nodeType="withEffect">
                                  <p:stCondLst>
                                    <p:cond delay="0"/>
                                  </p:stCondLst>
                                  <p:childTnLst>
                                    <p:animEffect transition="out" filter="fade">
                                      <p:cBhvr>
                                        <p:cTn id="192" dur="500"/>
                                        <p:tgtEl>
                                          <p:spTgt spid="775"/>
                                        </p:tgtEl>
                                      </p:cBhvr>
                                    </p:animEffect>
                                    <p:set>
                                      <p:cBhvr>
                                        <p:cTn id="193" dur="1" fill="hold">
                                          <p:stCondLst>
                                            <p:cond delay="499"/>
                                          </p:stCondLst>
                                        </p:cTn>
                                        <p:tgtEl>
                                          <p:spTgt spid="775"/>
                                        </p:tgtEl>
                                        <p:attrNameLst>
                                          <p:attrName>style.visibility</p:attrName>
                                        </p:attrNameLst>
                                      </p:cBhvr>
                                      <p:to>
                                        <p:strVal val="hidden"/>
                                      </p:to>
                                    </p:set>
                                  </p:childTnLst>
                                </p:cTn>
                              </p:par>
                              <p:par>
                                <p:cTn id="194" presetID="10" presetClass="exit" presetSubtype="0" fill="hold" nodeType="withEffect">
                                  <p:stCondLst>
                                    <p:cond delay="0"/>
                                  </p:stCondLst>
                                  <p:childTnLst>
                                    <p:animEffect transition="out" filter="fade">
                                      <p:cBhvr>
                                        <p:cTn id="195" dur="500"/>
                                        <p:tgtEl>
                                          <p:spTgt spid="783"/>
                                        </p:tgtEl>
                                      </p:cBhvr>
                                    </p:animEffect>
                                    <p:set>
                                      <p:cBhvr>
                                        <p:cTn id="196" dur="1" fill="hold">
                                          <p:stCondLst>
                                            <p:cond delay="499"/>
                                          </p:stCondLst>
                                        </p:cTn>
                                        <p:tgtEl>
                                          <p:spTgt spid="783"/>
                                        </p:tgtEl>
                                        <p:attrNameLst>
                                          <p:attrName>style.visibility</p:attrName>
                                        </p:attrNameLst>
                                      </p:cBhvr>
                                      <p:to>
                                        <p:strVal val="hidden"/>
                                      </p:to>
                                    </p:set>
                                  </p:childTnLst>
                                </p:cTn>
                              </p:par>
                              <p:par>
                                <p:cTn id="197" presetID="10" presetClass="exit" presetSubtype="0" fill="hold" nodeType="withEffect">
                                  <p:stCondLst>
                                    <p:cond delay="0"/>
                                  </p:stCondLst>
                                  <p:childTnLst>
                                    <p:animEffect transition="out" filter="fade">
                                      <p:cBhvr>
                                        <p:cTn id="198" dur="500"/>
                                        <p:tgtEl>
                                          <p:spTgt spid="791"/>
                                        </p:tgtEl>
                                      </p:cBhvr>
                                    </p:animEffect>
                                    <p:set>
                                      <p:cBhvr>
                                        <p:cTn id="199" dur="1" fill="hold">
                                          <p:stCondLst>
                                            <p:cond delay="499"/>
                                          </p:stCondLst>
                                        </p:cTn>
                                        <p:tgtEl>
                                          <p:spTgt spid="791"/>
                                        </p:tgtEl>
                                        <p:attrNameLst>
                                          <p:attrName>style.visibility</p:attrName>
                                        </p:attrNameLst>
                                      </p:cBhvr>
                                      <p:to>
                                        <p:strVal val="hidden"/>
                                      </p:to>
                                    </p:set>
                                  </p:childTnLst>
                                </p:cTn>
                              </p:par>
                              <p:par>
                                <p:cTn id="200" presetID="10" presetClass="exit" presetSubtype="0" fill="hold" nodeType="withEffect">
                                  <p:stCondLst>
                                    <p:cond delay="0"/>
                                  </p:stCondLst>
                                  <p:childTnLst>
                                    <p:animEffect transition="out" filter="fade">
                                      <p:cBhvr>
                                        <p:cTn id="201" dur="500"/>
                                        <p:tgtEl>
                                          <p:spTgt spid="799"/>
                                        </p:tgtEl>
                                      </p:cBhvr>
                                    </p:animEffect>
                                    <p:set>
                                      <p:cBhvr>
                                        <p:cTn id="202" dur="1" fill="hold">
                                          <p:stCondLst>
                                            <p:cond delay="499"/>
                                          </p:stCondLst>
                                        </p:cTn>
                                        <p:tgtEl>
                                          <p:spTgt spid="79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1" grpId="0"/>
      <p:bldP spid="600" grpId="0"/>
      <p:bldP spid="664" grpId="0"/>
      <p:bldP spid="69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538" name="Rectangle 2"/>
          <p:cNvSpPr>
            <a:spLocks noGrp="1" noChangeArrowheads="1"/>
          </p:cNvSpPr>
          <p:nvPr>
            <p:ph type="title"/>
          </p:nvPr>
        </p:nvSpPr>
        <p:spPr>
          <a:xfrm>
            <a:off x="2506134" y="457202"/>
            <a:ext cx="7704667" cy="914399"/>
          </a:xfrm>
        </p:spPr>
        <p:txBody>
          <a:bodyPr/>
          <a:lstStyle/>
          <a:p>
            <a:r>
              <a:rPr lang="en-US" altLang="zh-TW">
                <a:ea typeface="新細明體" pitchFamily="-106" charset="-120"/>
                <a:cs typeface="新細明體" pitchFamily="-106" charset="-120"/>
              </a:rPr>
              <a:t>Posterior/Conditional Probability</a:t>
            </a:r>
          </a:p>
        </p:txBody>
      </p:sp>
      <mc:AlternateContent xmlns:mc="http://schemas.openxmlformats.org/markup-compatibility/2006" xmlns:a14="http://schemas.microsoft.com/office/drawing/2010/main">
        <mc:Choice Requires="a14">
          <p:sp>
            <p:nvSpPr>
              <p:cNvPr id="577539" name="Rectangle 3"/>
              <p:cNvSpPr>
                <a:spLocks noGrp="1" noChangeArrowheads="1"/>
              </p:cNvSpPr>
              <p:nvPr>
                <p:ph idx="1"/>
              </p:nvPr>
            </p:nvSpPr>
            <p:spPr>
              <a:xfrm>
                <a:off x="2493433" y="1371600"/>
                <a:ext cx="7924800" cy="1676400"/>
              </a:xfrm>
            </p:spPr>
            <p:txBody>
              <a:bodyPr>
                <a:normAutofit/>
              </a:bodyPr>
              <a:lstStyle/>
              <a:p>
                <a:pPr marL="0" indent="0">
                  <a:spcBef>
                    <a:spcPts val="1200"/>
                  </a:spcBef>
                  <a:buNone/>
                </a:pPr>
                <a:r>
                  <a:rPr lang="en-US" altLang="zh-TW" sz="2400" dirty="0">
                    <a:latin typeface="Corbel" panose="020B0503020204020204" pitchFamily="34" charset="0"/>
                    <a:ea typeface="新細明體" pitchFamily="-106" charset="-120"/>
                    <a:cs typeface="Times"/>
                  </a:rPr>
                  <a:t>Probability that an event occurs, given that some other event occurs.</a:t>
                </a:r>
              </a:p>
              <a:p>
                <a:pPr marL="0" indent="0">
                  <a:spcBef>
                    <a:spcPts val="1200"/>
                  </a:spcBef>
                  <a:buNone/>
                </a:pPr>
                <a14:m>
                  <m:oMathPara xmlns:m="http://schemas.openxmlformats.org/officeDocument/2006/math">
                    <m:oMathParaPr>
                      <m:jc m:val="centerGroup"/>
                    </m:oMathParaPr>
                    <m:oMath xmlns:m="http://schemas.openxmlformats.org/officeDocument/2006/math">
                      <m:func>
                        <m:funcPr>
                          <m:ctrlPr>
                            <a:rPr lang="en-US" altLang="zh-TW" sz="2000" i="1">
                              <a:latin typeface="Cambria Math" panose="02040503050406030204" pitchFamily="18" charset="0"/>
                              <a:ea typeface="新細明體" pitchFamily="-106" charset="-120"/>
                              <a:cs typeface="Times"/>
                            </a:rPr>
                          </m:ctrlPr>
                        </m:funcPr>
                        <m:fName>
                          <m:r>
                            <m:rPr>
                              <m:sty m:val="p"/>
                            </m:rPr>
                            <a:rPr lang="en-US" altLang="zh-TW" sz="2000">
                              <a:latin typeface="Cambria Math" panose="02040503050406030204" pitchFamily="18" charset="0"/>
                              <a:ea typeface="新細明體" pitchFamily="-106" charset="-120"/>
                              <a:cs typeface="Times"/>
                            </a:rPr>
                            <m:t>Pr</m:t>
                          </m:r>
                        </m:fName>
                        <m:e>
                          <m:d>
                            <m:dPr>
                              <m:begChr m:val="["/>
                              <m:endChr m:val="]"/>
                              <m:sepChr m:val="∣"/>
                              <m:ctrlPr>
                                <a:rPr lang="en-US" altLang="zh-TW" sz="2000" i="1">
                                  <a:latin typeface="Cambria Math" panose="02040503050406030204" pitchFamily="18" charset="0"/>
                                  <a:ea typeface="新細明體" pitchFamily="-106" charset="-120"/>
                                  <a:cs typeface="Times"/>
                                </a:rPr>
                              </m:ctrlPr>
                            </m:dPr>
                            <m:e>
                              <m:sSub>
                                <m:sSubPr>
                                  <m:ctrlPr>
                                    <a:rPr lang="en-US" altLang="zh-TW" sz="2000" i="1">
                                      <a:latin typeface="Cambria Math" panose="02040503050406030204" pitchFamily="18" charset="0"/>
                                      <a:ea typeface="新細明體" pitchFamily="-106" charset="-120"/>
                                      <a:cs typeface="Times"/>
                                    </a:rPr>
                                  </m:ctrlPr>
                                </m:sSubPr>
                                <m:e>
                                  <m:r>
                                    <a:rPr lang="en-US" altLang="zh-TW" sz="2000" i="1">
                                      <a:latin typeface="Cambria Math" panose="02040503050406030204" pitchFamily="18" charset="0"/>
                                      <a:ea typeface="新細明體" pitchFamily="-106" charset="-120"/>
                                      <a:cs typeface="Times"/>
                                    </a:rPr>
                                    <m:t>𝑋</m:t>
                                  </m:r>
                                </m:e>
                                <m:sub>
                                  <m:r>
                                    <a:rPr lang="en-US" altLang="zh-TW" sz="2000" i="1">
                                      <a:latin typeface="Cambria Math" panose="02040503050406030204" pitchFamily="18" charset="0"/>
                                      <a:ea typeface="新細明體" pitchFamily="-106" charset="-120"/>
                                      <a:cs typeface="Times"/>
                                    </a:rPr>
                                    <m:t>1</m:t>
                                  </m:r>
                                </m:sub>
                              </m:sSub>
                              <m:r>
                                <a:rPr lang="en-US" altLang="zh-TW" sz="2000" i="1">
                                  <a:latin typeface="Cambria Math" panose="02040503050406030204" pitchFamily="18" charset="0"/>
                                  <a:ea typeface="新細明體" pitchFamily="-106" charset="-120"/>
                                  <a:cs typeface="Times"/>
                                </a:rPr>
                                <m:t>+</m:t>
                              </m:r>
                              <m:sSub>
                                <m:sSubPr>
                                  <m:ctrlPr>
                                    <a:rPr lang="en-US" altLang="zh-TW" sz="2000" i="1">
                                      <a:latin typeface="Cambria Math" panose="02040503050406030204" pitchFamily="18" charset="0"/>
                                      <a:ea typeface="新細明體" pitchFamily="-106" charset="-120"/>
                                      <a:cs typeface="Times"/>
                                    </a:rPr>
                                  </m:ctrlPr>
                                </m:sSubPr>
                                <m:e>
                                  <m:r>
                                    <a:rPr lang="en-US" altLang="zh-TW" sz="2000" i="1">
                                      <a:latin typeface="Cambria Math" panose="02040503050406030204" pitchFamily="18" charset="0"/>
                                      <a:ea typeface="新細明體" pitchFamily="-106" charset="-120"/>
                                      <a:cs typeface="Times"/>
                                    </a:rPr>
                                    <m:t>𝑋</m:t>
                                  </m:r>
                                </m:e>
                                <m:sub>
                                  <m:r>
                                    <a:rPr lang="en-US" altLang="zh-TW" sz="2000" i="1">
                                      <a:latin typeface="Cambria Math" panose="02040503050406030204" pitchFamily="18" charset="0"/>
                                      <a:ea typeface="新細明體" pitchFamily="-106" charset="-120"/>
                                      <a:cs typeface="Times"/>
                                    </a:rPr>
                                    <m:t>2</m:t>
                                  </m:r>
                                </m:sub>
                              </m:sSub>
                              <m:r>
                                <a:rPr lang="en-US" altLang="zh-TW" sz="2000" i="1">
                                  <a:latin typeface="Cambria Math" panose="02040503050406030204" pitchFamily="18" charset="0"/>
                                  <a:ea typeface="新細明體" pitchFamily="-106" charset="-120"/>
                                  <a:cs typeface="Times"/>
                                </a:rPr>
                                <m:t>=8</m:t>
                              </m:r>
                            </m:e>
                            <m:e>
                              <m:sSub>
                                <m:sSubPr>
                                  <m:ctrlPr>
                                    <a:rPr lang="en-US" altLang="zh-TW" sz="2000" i="1">
                                      <a:latin typeface="Cambria Math" panose="02040503050406030204" pitchFamily="18" charset="0"/>
                                      <a:ea typeface="新細明體" pitchFamily="-106" charset="-120"/>
                                      <a:cs typeface="Times"/>
                                    </a:rPr>
                                  </m:ctrlPr>
                                </m:sSubPr>
                                <m:e>
                                  <m:r>
                                    <a:rPr lang="en-US" altLang="zh-TW" sz="2000" i="1">
                                      <a:latin typeface="Cambria Math" panose="02040503050406030204" pitchFamily="18" charset="0"/>
                                      <a:ea typeface="新細明體" pitchFamily="-106" charset="-120"/>
                                      <a:cs typeface="Times"/>
                                    </a:rPr>
                                    <m:t>𝑋</m:t>
                                  </m:r>
                                </m:e>
                                <m:sub>
                                  <m:r>
                                    <a:rPr lang="en-US" altLang="zh-TW" sz="2000" i="1">
                                      <a:latin typeface="Cambria Math" panose="02040503050406030204" pitchFamily="18" charset="0"/>
                                      <a:ea typeface="新細明體" pitchFamily="-106" charset="-120"/>
                                      <a:cs typeface="Times"/>
                                    </a:rPr>
                                    <m:t>1</m:t>
                                  </m:r>
                                </m:sub>
                              </m:sSub>
                              <m:r>
                                <a:rPr lang="en-US" altLang="zh-TW" sz="2000" i="1">
                                  <a:latin typeface="Cambria Math" panose="02040503050406030204" pitchFamily="18" charset="0"/>
                                  <a:ea typeface="新細明體" pitchFamily="-106" charset="-120"/>
                                  <a:cs typeface="Times"/>
                                </a:rPr>
                                <m:t>=2</m:t>
                              </m:r>
                            </m:e>
                          </m:d>
                        </m:e>
                      </m:func>
                    </m:oMath>
                  </m:oMathPara>
                </a14:m>
                <a:endParaRPr lang="en-US" altLang="zh-TW" sz="2000" dirty="0">
                  <a:latin typeface="Corbel" panose="020B0503020204020204" pitchFamily="34" charset="0"/>
                  <a:ea typeface="新細明體" pitchFamily="-106" charset="-120"/>
                  <a:cs typeface="Times"/>
                </a:endParaRPr>
              </a:p>
            </p:txBody>
          </p:sp>
        </mc:Choice>
        <mc:Fallback xmlns="">
          <p:sp>
            <p:nvSpPr>
              <p:cNvPr id="577539" name="Rectangle 3"/>
              <p:cNvSpPr>
                <a:spLocks noGrp="1" noRot="1" noChangeAspect="1" noMove="1" noResize="1" noEditPoints="1" noAdjustHandles="1" noChangeArrowheads="1" noChangeShapeType="1" noTextEdit="1"/>
              </p:cNvSpPr>
              <p:nvPr>
                <p:ph idx="1"/>
              </p:nvPr>
            </p:nvSpPr>
            <p:spPr>
              <a:xfrm>
                <a:off x="2493433" y="1371600"/>
                <a:ext cx="7924800" cy="1676400"/>
              </a:xfrm>
              <a:blipFill>
                <a:blip r:embed="rId3"/>
                <a:stretch>
                  <a:fillRect l="-1280" t="-3008" r="-960"/>
                </a:stretch>
              </a:blipFill>
            </p:spPr>
            <p:txBody>
              <a:bodyPr/>
              <a:lstStyle/>
              <a:p>
                <a:r>
                  <a:rPr lang="en-GB">
                    <a:noFill/>
                  </a:rPr>
                  <a:t> </a:t>
                </a:r>
              </a:p>
            </p:txBody>
          </p:sp>
        </mc:Fallback>
      </mc:AlternateContent>
      <p:sp>
        <p:nvSpPr>
          <p:cNvPr id="406" name="Slide Number Placeholder 3">
            <a:extLst>
              <a:ext uri="{FF2B5EF4-FFF2-40B4-BE49-F238E27FC236}">
                <a16:creationId xmlns:a16="http://schemas.microsoft.com/office/drawing/2014/main" id="{EB16DE7D-011C-AB4D-B2F7-C5EB79F3BB4D}"/>
              </a:ext>
            </a:extLst>
          </p:cNvPr>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11</a:t>
            </a:fld>
            <a:endParaRPr lang="en-US" altLang="zh-TW"/>
          </a:p>
        </p:txBody>
      </p:sp>
      <p:grpSp>
        <p:nvGrpSpPr>
          <p:cNvPr id="407" name="Group 406">
            <a:extLst>
              <a:ext uri="{FF2B5EF4-FFF2-40B4-BE49-F238E27FC236}">
                <a16:creationId xmlns:a16="http://schemas.microsoft.com/office/drawing/2014/main" id="{459156AD-F92D-604F-847B-E7E4F09512A8}"/>
              </a:ext>
            </a:extLst>
          </p:cNvPr>
          <p:cNvGrpSpPr/>
          <p:nvPr/>
        </p:nvGrpSpPr>
        <p:grpSpPr>
          <a:xfrm>
            <a:off x="2311673" y="3374511"/>
            <a:ext cx="423557" cy="423557"/>
            <a:chOff x="1219200" y="3429000"/>
            <a:chExt cx="609600" cy="609600"/>
          </a:xfrm>
        </p:grpSpPr>
        <p:sp>
          <p:nvSpPr>
            <p:cNvPr id="408" name="Rounded Rectangle 407">
              <a:extLst>
                <a:ext uri="{FF2B5EF4-FFF2-40B4-BE49-F238E27FC236}">
                  <a16:creationId xmlns:a16="http://schemas.microsoft.com/office/drawing/2014/main" id="{475FBA8F-B99C-F641-AAB7-6B85A2959A4E}"/>
                </a:ext>
              </a:extLst>
            </p:cNvPr>
            <p:cNvSpPr/>
            <p:nvPr/>
          </p:nvSpPr>
          <p:spPr>
            <a:xfrm>
              <a:off x="1219200"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 name="Oval 408">
              <a:extLst>
                <a:ext uri="{FF2B5EF4-FFF2-40B4-BE49-F238E27FC236}">
                  <a16:creationId xmlns:a16="http://schemas.microsoft.com/office/drawing/2014/main" id="{CFE0FA10-7C5B-3147-A45A-5266021D7CB8}"/>
                </a:ext>
              </a:extLst>
            </p:cNvPr>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0" name="Group 409">
            <a:extLst>
              <a:ext uri="{FF2B5EF4-FFF2-40B4-BE49-F238E27FC236}">
                <a16:creationId xmlns:a16="http://schemas.microsoft.com/office/drawing/2014/main" id="{076DFC7B-37B1-B941-B4E2-E823F5B839C2}"/>
              </a:ext>
            </a:extLst>
          </p:cNvPr>
          <p:cNvGrpSpPr/>
          <p:nvPr/>
        </p:nvGrpSpPr>
        <p:grpSpPr>
          <a:xfrm>
            <a:off x="3733806" y="3385477"/>
            <a:ext cx="423557" cy="423557"/>
            <a:chOff x="2038597" y="3429000"/>
            <a:chExt cx="609600" cy="609600"/>
          </a:xfrm>
        </p:grpSpPr>
        <p:sp>
          <p:nvSpPr>
            <p:cNvPr id="411" name="Rounded Rectangle 410">
              <a:extLst>
                <a:ext uri="{FF2B5EF4-FFF2-40B4-BE49-F238E27FC236}">
                  <a16:creationId xmlns:a16="http://schemas.microsoft.com/office/drawing/2014/main" id="{5E9CC0C1-EE86-7240-8CAD-CA56BD3F3645}"/>
                </a:ext>
              </a:extLst>
            </p:cNvPr>
            <p:cNvSpPr/>
            <p:nvPr/>
          </p:nvSpPr>
          <p:spPr>
            <a:xfrm>
              <a:off x="2038597"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 name="Oval 411">
              <a:extLst>
                <a:ext uri="{FF2B5EF4-FFF2-40B4-BE49-F238E27FC236}">
                  <a16:creationId xmlns:a16="http://schemas.microsoft.com/office/drawing/2014/main" id="{407CBAAA-F888-5E47-93C3-B9B28E6A07BE}"/>
                </a:ext>
              </a:extLst>
            </p:cNvPr>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3" name="Oval 412">
              <a:extLst>
                <a:ext uri="{FF2B5EF4-FFF2-40B4-BE49-F238E27FC236}">
                  <a16:creationId xmlns:a16="http://schemas.microsoft.com/office/drawing/2014/main" id="{78FB5BA1-4845-0C45-92E4-314A21D24E17}"/>
                </a:ext>
              </a:extLst>
            </p:cNvPr>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4" name="Group 413">
            <a:extLst>
              <a:ext uri="{FF2B5EF4-FFF2-40B4-BE49-F238E27FC236}">
                <a16:creationId xmlns:a16="http://schemas.microsoft.com/office/drawing/2014/main" id="{2A338519-BE23-E54C-AD3E-2076A3956DAB}"/>
              </a:ext>
            </a:extLst>
          </p:cNvPr>
          <p:cNvGrpSpPr/>
          <p:nvPr/>
        </p:nvGrpSpPr>
        <p:grpSpPr>
          <a:xfrm>
            <a:off x="5181601" y="6086566"/>
            <a:ext cx="423557" cy="423557"/>
            <a:chOff x="2857994" y="3429000"/>
            <a:chExt cx="609600" cy="609600"/>
          </a:xfrm>
        </p:grpSpPr>
        <p:sp>
          <p:nvSpPr>
            <p:cNvPr id="415" name="Rounded Rectangle 414">
              <a:extLst>
                <a:ext uri="{FF2B5EF4-FFF2-40B4-BE49-F238E27FC236}">
                  <a16:creationId xmlns:a16="http://schemas.microsoft.com/office/drawing/2014/main" id="{D0E821F1-EB49-EB46-A9AF-B9AF5F9C4F11}"/>
                </a:ext>
              </a:extLst>
            </p:cNvPr>
            <p:cNvSpPr/>
            <p:nvPr/>
          </p:nvSpPr>
          <p:spPr>
            <a:xfrm>
              <a:off x="2857994"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6" name="Oval 415">
              <a:extLst>
                <a:ext uri="{FF2B5EF4-FFF2-40B4-BE49-F238E27FC236}">
                  <a16:creationId xmlns:a16="http://schemas.microsoft.com/office/drawing/2014/main" id="{A844FA7C-354F-9A4F-ACE1-0C4B830D45D7}"/>
                </a:ext>
              </a:extLst>
            </p:cNvPr>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 name="Oval 416">
              <a:extLst>
                <a:ext uri="{FF2B5EF4-FFF2-40B4-BE49-F238E27FC236}">
                  <a16:creationId xmlns:a16="http://schemas.microsoft.com/office/drawing/2014/main" id="{F978AEF7-2B8B-7F45-8D44-07D4DE885A20}"/>
                </a:ext>
              </a:extLst>
            </p:cNvPr>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8" name="Oval 417">
              <a:extLst>
                <a:ext uri="{FF2B5EF4-FFF2-40B4-BE49-F238E27FC236}">
                  <a16:creationId xmlns:a16="http://schemas.microsoft.com/office/drawing/2014/main" id="{EA288B91-A5C5-2E42-9584-E855085F888E}"/>
                </a:ext>
              </a:extLst>
            </p:cNvPr>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9" name="Group 418">
            <a:extLst>
              <a:ext uri="{FF2B5EF4-FFF2-40B4-BE49-F238E27FC236}">
                <a16:creationId xmlns:a16="http://schemas.microsoft.com/office/drawing/2014/main" id="{EF42E780-CF9A-704A-B754-7423360DA3CF}"/>
              </a:ext>
            </a:extLst>
          </p:cNvPr>
          <p:cNvGrpSpPr/>
          <p:nvPr/>
        </p:nvGrpSpPr>
        <p:grpSpPr>
          <a:xfrm>
            <a:off x="6636495" y="3356598"/>
            <a:ext cx="423557" cy="423557"/>
            <a:chOff x="3697186" y="3428010"/>
            <a:chExt cx="609600" cy="609600"/>
          </a:xfrm>
        </p:grpSpPr>
        <p:sp>
          <p:nvSpPr>
            <p:cNvPr id="420" name="Rounded Rectangle 419">
              <a:extLst>
                <a:ext uri="{FF2B5EF4-FFF2-40B4-BE49-F238E27FC236}">
                  <a16:creationId xmlns:a16="http://schemas.microsoft.com/office/drawing/2014/main" id="{76A21A6C-FBE7-6549-A5CE-A41E856233E5}"/>
                </a:ext>
              </a:extLst>
            </p:cNvPr>
            <p:cNvSpPr/>
            <p:nvPr/>
          </p:nvSpPr>
          <p:spPr>
            <a:xfrm>
              <a:off x="3697186"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 name="Oval 420">
              <a:extLst>
                <a:ext uri="{FF2B5EF4-FFF2-40B4-BE49-F238E27FC236}">
                  <a16:creationId xmlns:a16="http://schemas.microsoft.com/office/drawing/2014/main" id="{BBD2818A-63C9-564B-9EC6-75A035FBACAA}"/>
                </a:ext>
              </a:extLst>
            </p:cNvPr>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 name="Oval 421">
              <a:extLst>
                <a:ext uri="{FF2B5EF4-FFF2-40B4-BE49-F238E27FC236}">
                  <a16:creationId xmlns:a16="http://schemas.microsoft.com/office/drawing/2014/main" id="{7F91CFF5-EE91-0B40-94EF-7A3CCF9C034F}"/>
                </a:ext>
              </a:extLst>
            </p:cNvPr>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 name="Oval 422">
              <a:extLst>
                <a:ext uri="{FF2B5EF4-FFF2-40B4-BE49-F238E27FC236}">
                  <a16:creationId xmlns:a16="http://schemas.microsoft.com/office/drawing/2014/main" id="{08576B82-7FCA-DB45-8A52-8955D3A52041}"/>
                </a:ext>
              </a:extLst>
            </p:cNvPr>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 name="Oval 423">
              <a:extLst>
                <a:ext uri="{FF2B5EF4-FFF2-40B4-BE49-F238E27FC236}">
                  <a16:creationId xmlns:a16="http://schemas.microsoft.com/office/drawing/2014/main" id="{60F53738-3B5D-DC43-ADE7-276E9362124E}"/>
                </a:ext>
              </a:extLst>
            </p:cNvPr>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5" name="Group 424">
            <a:extLst>
              <a:ext uri="{FF2B5EF4-FFF2-40B4-BE49-F238E27FC236}">
                <a16:creationId xmlns:a16="http://schemas.microsoft.com/office/drawing/2014/main" id="{C0C6E653-9A42-154A-A071-5D319F3DA9E4}"/>
              </a:ext>
            </a:extLst>
          </p:cNvPr>
          <p:cNvGrpSpPr/>
          <p:nvPr/>
        </p:nvGrpSpPr>
        <p:grpSpPr>
          <a:xfrm>
            <a:off x="8001001" y="3352801"/>
            <a:ext cx="423557" cy="423557"/>
            <a:chOff x="4516583" y="3428010"/>
            <a:chExt cx="609600" cy="609600"/>
          </a:xfrm>
        </p:grpSpPr>
        <p:sp>
          <p:nvSpPr>
            <p:cNvPr id="426" name="Rounded Rectangle 425">
              <a:extLst>
                <a:ext uri="{FF2B5EF4-FFF2-40B4-BE49-F238E27FC236}">
                  <a16:creationId xmlns:a16="http://schemas.microsoft.com/office/drawing/2014/main" id="{93780E7A-C400-F347-AFCA-7228B6A8E435}"/>
                </a:ext>
              </a:extLst>
            </p:cNvPr>
            <p:cNvSpPr/>
            <p:nvPr/>
          </p:nvSpPr>
          <p:spPr>
            <a:xfrm>
              <a:off x="4516583"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 name="Oval 426">
              <a:extLst>
                <a:ext uri="{FF2B5EF4-FFF2-40B4-BE49-F238E27FC236}">
                  <a16:creationId xmlns:a16="http://schemas.microsoft.com/office/drawing/2014/main" id="{A97D963C-1FED-2D45-A4A5-98320485C6BA}"/>
                </a:ext>
              </a:extLst>
            </p:cNvPr>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 name="Oval 427">
              <a:extLst>
                <a:ext uri="{FF2B5EF4-FFF2-40B4-BE49-F238E27FC236}">
                  <a16:creationId xmlns:a16="http://schemas.microsoft.com/office/drawing/2014/main" id="{54E2B520-4E9C-254D-B4F8-DCA879FAAC01}"/>
                </a:ext>
              </a:extLst>
            </p:cNvPr>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9" name="Oval 428">
              <a:extLst>
                <a:ext uri="{FF2B5EF4-FFF2-40B4-BE49-F238E27FC236}">
                  <a16:creationId xmlns:a16="http://schemas.microsoft.com/office/drawing/2014/main" id="{B0938F14-A03E-C441-B1AF-06C5596AB57D}"/>
                </a:ext>
              </a:extLst>
            </p:cNvPr>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Oval 429">
              <a:extLst>
                <a:ext uri="{FF2B5EF4-FFF2-40B4-BE49-F238E27FC236}">
                  <a16:creationId xmlns:a16="http://schemas.microsoft.com/office/drawing/2014/main" id="{0791CEED-B948-5545-89DD-9B86F9FB5DAF}"/>
                </a:ext>
              </a:extLst>
            </p:cNvPr>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1" name="Oval 430">
              <a:extLst>
                <a:ext uri="{FF2B5EF4-FFF2-40B4-BE49-F238E27FC236}">
                  <a16:creationId xmlns:a16="http://schemas.microsoft.com/office/drawing/2014/main" id="{66A9D6C6-854C-654F-B665-236F17BC2CBD}"/>
                </a:ext>
              </a:extLst>
            </p:cNvPr>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32" name="Group 431">
            <a:extLst>
              <a:ext uri="{FF2B5EF4-FFF2-40B4-BE49-F238E27FC236}">
                <a16:creationId xmlns:a16="http://schemas.microsoft.com/office/drawing/2014/main" id="{A04C17A5-32ED-2744-89A3-BF2A154754FF}"/>
              </a:ext>
            </a:extLst>
          </p:cNvPr>
          <p:cNvGrpSpPr/>
          <p:nvPr/>
        </p:nvGrpSpPr>
        <p:grpSpPr>
          <a:xfrm>
            <a:off x="9378521" y="3352801"/>
            <a:ext cx="423557" cy="423557"/>
            <a:chOff x="5359334" y="3425040"/>
            <a:chExt cx="609600" cy="609600"/>
          </a:xfrm>
        </p:grpSpPr>
        <p:sp>
          <p:nvSpPr>
            <p:cNvPr id="433" name="Rounded Rectangle 432">
              <a:extLst>
                <a:ext uri="{FF2B5EF4-FFF2-40B4-BE49-F238E27FC236}">
                  <a16:creationId xmlns:a16="http://schemas.microsoft.com/office/drawing/2014/main" id="{DB6240F2-6911-554B-B258-7A1837233F16}"/>
                </a:ext>
              </a:extLst>
            </p:cNvPr>
            <p:cNvSpPr/>
            <p:nvPr/>
          </p:nvSpPr>
          <p:spPr>
            <a:xfrm>
              <a:off x="5359334" y="342504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4" name="Oval 433">
              <a:extLst>
                <a:ext uri="{FF2B5EF4-FFF2-40B4-BE49-F238E27FC236}">
                  <a16:creationId xmlns:a16="http://schemas.microsoft.com/office/drawing/2014/main" id="{A5A5C904-6F2B-6044-9685-944BEE5A1D74}"/>
                </a:ext>
              </a:extLst>
            </p:cNvPr>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5" name="Oval 434">
              <a:extLst>
                <a:ext uri="{FF2B5EF4-FFF2-40B4-BE49-F238E27FC236}">
                  <a16:creationId xmlns:a16="http://schemas.microsoft.com/office/drawing/2014/main" id="{DE68AAEC-A613-FF47-B0EA-1DBDAE51B179}"/>
                </a:ext>
              </a:extLst>
            </p:cNvPr>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6" name="Oval 435">
              <a:extLst>
                <a:ext uri="{FF2B5EF4-FFF2-40B4-BE49-F238E27FC236}">
                  <a16:creationId xmlns:a16="http://schemas.microsoft.com/office/drawing/2014/main" id="{231DD1FF-1266-1140-A3AA-8A56A9B7BA07}"/>
                </a:ext>
              </a:extLst>
            </p:cNvPr>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7" name="Oval 436">
              <a:extLst>
                <a:ext uri="{FF2B5EF4-FFF2-40B4-BE49-F238E27FC236}">
                  <a16:creationId xmlns:a16="http://schemas.microsoft.com/office/drawing/2014/main" id="{6ADDEB7B-58B7-614E-8AD3-A912514750ED}"/>
                </a:ext>
              </a:extLst>
            </p:cNvPr>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 name="Oval 437">
              <a:extLst>
                <a:ext uri="{FF2B5EF4-FFF2-40B4-BE49-F238E27FC236}">
                  <a16:creationId xmlns:a16="http://schemas.microsoft.com/office/drawing/2014/main" id="{4F2895F0-D507-EB47-B095-D5D96F247EB4}"/>
                </a:ext>
              </a:extLst>
            </p:cNvPr>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 name="Oval 438">
              <a:extLst>
                <a:ext uri="{FF2B5EF4-FFF2-40B4-BE49-F238E27FC236}">
                  <a16:creationId xmlns:a16="http://schemas.microsoft.com/office/drawing/2014/main" id="{11641596-0127-E64B-9225-C99FAB110908}"/>
                </a:ext>
              </a:extLst>
            </p:cNvPr>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0" name="Group 439">
            <a:extLst>
              <a:ext uri="{FF2B5EF4-FFF2-40B4-BE49-F238E27FC236}">
                <a16:creationId xmlns:a16="http://schemas.microsoft.com/office/drawing/2014/main" id="{F5B6837C-0BE0-F24D-959D-85EE0F44FF0F}"/>
              </a:ext>
            </a:extLst>
          </p:cNvPr>
          <p:cNvGrpSpPr/>
          <p:nvPr/>
        </p:nvGrpSpPr>
        <p:grpSpPr>
          <a:xfrm>
            <a:off x="2872200" y="3371592"/>
            <a:ext cx="423557" cy="423557"/>
            <a:chOff x="1219200" y="3429000"/>
            <a:chExt cx="609600" cy="609600"/>
          </a:xfrm>
        </p:grpSpPr>
        <p:sp>
          <p:nvSpPr>
            <p:cNvPr id="441" name="Rounded Rectangle 440">
              <a:extLst>
                <a:ext uri="{FF2B5EF4-FFF2-40B4-BE49-F238E27FC236}">
                  <a16:creationId xmlns:a16="http://schemas.microsoft.com/office/drawing/2014/main" id="{B8576D59-0334-4144-9977-187DB07BBB18}"/>
                </a:ext>
              </a:extLst>
            </p:cNvPr>
            <p:cNvSpPr/>
            <p:nvPr/>
          </p:nvSpPr>
          <p:spPr>
            <a:xfrm>
              <a:off x="1219200"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 name="Oval 441">
              <a:extLst>
                <a:ext uri="{FF2B5EF4-FFF2-40B4-BE49-F238E27FC236}">
                  <a16:creationId xmlns:a16="http://schemas.microsoft.com/office/drawing/2014/main" id="{8AF72071-911E-794D-9DA3-BE2BB559C1F6}"/>
                </a:ext>
              </a:extLst>
            </p:cNvPr>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3" name="Group 442">
            <a:extLst>
              <a:ext uri="{FF2B5EF4-FFF2-40B4-BE49-F238E27FC236}">
                <a16:creationId xmlns:a16="http://schemas.microsoft.com/office/drawing/2014/main" id="{9680B3F9-76F7-F94E-B5BE-91A814DC596D}"/>
              </a:ext>
            </a:extLst>
          </p:cNvPr>
          <p:cNvGrpSpPr/>
          <p:nvPr/>
        </p:nvGrpSpPr>
        <p:grpSpPr>
          <a:xfrm>
            <a:off x="2868245" y="3915045"/>
            <a:ext cx="423557" cy="423557"/>
            <a:chOff x="2038597" y="3429000"/>
            <a:chExt cx="609600" cy="609600"/>
          </a:xfrm>
        </p:grpSpPr>
        <p:sp>
          <p:nvSpPr>
            <p:cNvPr id="444" name="Rounded Rectangle 443">
              <a:extLst>
                <a:ext uri="{FF2B5EF4-FFF2-40B4-BE49-F238E27FC236}">
                  <a16:creationId xmlns:a16="http://schemas.microsoft.com/office/drawing/2014/main" id="{69B7513E-D223-EE4D-AD3F-2E023EA1A59A}"/>
                </a:ext>
              </a:extLst>
            </p:cNvPr>
            <p:cNvSpPr/>
            <p:nvPr/>
          </p:nvSpPr>
          <p:spPr>
            <a:xfrm>
              <a:off x="2038597"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 name="Oval 444">
              <a:extLst>
                <a:ext uri="{FF2B5EF4-FFF2-40B4-BE49-F238E27FC236}">
                  <a16:creationId xmlns:a16="http://schemas.microsoft.com/office/drawing/2014/main" id="{9EC23A3F-FBC3-1743-9D30-5704A7D52E62}"/>
                </a:ext>
              </a:extLst>
            </p:cNvPr>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6" name="Oval 445">
              <a:extLst>
                <a:ext uri="{FF2B5EF4-FFF2-40B4-BE49-F238E27FC236}">
                  <a16:creationId xmlns:a16="http://schemas.microsoft.com/office/drawing/2014/main" id="{4010725D-1F4D-2B48-B754-F560728C94D5}"/>
                </a:ext>
              </a:extLst>
            </p:cNvPr>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7" name="Group 446">
            <a:extLst>
              <a:ext uri="{FF2B5EF4-FFF2-40B4-BE49-F238E27FC236}">
                <a16:creationId xmlns:a16="http://schemas.microsoft.com/office/drawing/2014/main" id="{D2B7179A-55EC-A540-89E0-B218A7F5A3FC}"/>
              </a:ext>
            </a:extLst>
          </p:cNvPr>
          <p:cNvGrpSpPr/>
          <p:nvPr/>
        </p:nvGrpSpPr>
        <p:grpSpPr>
          <a:xfrm>
            <a:off x="2872200" y="4458498"/>
            <a:ext cx="423557" cy="423557"/>
            <a:chOff x="2857994" y="3429000"/>
            <a:chExt cx="609600" cy="609600"/>
          </a:xfrm>
        </p:grpSpPr>
        <p:sp>
          <p:nvSpPr>
            <p:cNvPr id="448" name="Rounded Rectangle 447">
              <a:extLst>
                <a:ext uri="{FF2B5EF4-FFF2-40B4-BE49-F238E27FC236}">
                  <a16:creationId xmlns:a16="http://schemas.microsoft.com/office/drawing/2014/main" id="{852FBEB9-0C8B-4046-8780-3A0A8F3687B8}"/>
                </a:ext>
              </a:extLst>
            </p:cNvPr>
            <p:cNvSpPr/>
            <p:nvPr/>
          </p:nvSpPr>
          <p:spPr>
            <a:xfrm>
              <a:off x="2857994"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 name="Oval 448">
              <a:extLst>
                <a:ext uri="{FF2B5EF4-FFF2-40B4-BE49-F238E27FC236}">
                  <a16:creationId xmlns:a16="http://schemas.microsoft.com/office/drawing/2014/main" id="{80B96D5C-52FE-C144-8A96-BAECDE9E9263}"/>
                </a:ext>
              </a:extLst>
            </p:cNvPr>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 name="Oval 449">
              <a:extLst>
                <a:ext uri="{FF2B5EF4-FFF2-40B4-BE49-F238E27FC236}">
                  <a16:creationId xmlns:a16="http://schemas.microsoft.com/office/drawing/2014/main" id="{6B52B0BB-01AB-4F41-936F-B2311341D91F}"/>
                </a:ext>
              </a:extLst>
            </p:cNvPr>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 name="Oval 450">
              <a:extLst>
                <a:ext uri="{FF2B5EF4-FFF2-40B4-BE49-F238E27FC236}">
                  <a16:creationId xmlns:a16="http://schemas.microsoft.com/office/drawing/2014/main" id="{E14E985B-AFA2-224E-B77B-3DEDDA2A3CA9}"/>
                </a:ext>
              </a:extLst>
            </p:cNvPr>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2" name="Group 451">
            <a:extLst>
              <a:ext uri="{FF2B5EF4-FFF2-40B4-BE49-F238E27FC236}">
                <a16:creationId xmlns:a16="http://schemas.microsoft.com/office/drawing/2014/main" id="{E8402CEE-DB48-EB4F-B69B-512FFE0DCC3E}"/>
              </a:ext>
            </a:extLst>
          </p:cNvPr>
          <p:cNvGrpSpPr/>
          <p:nvPr/>
        </p:nvGrpSpPr>
        <p:grpSpPr>
          <a:xfrm>
            <a:off x="2857561" y="5001951"/>
            <a:ext cx="423557" cy="423557"/>
            <a:chOff x="3697186" y="3428010"/>
            <a:chExt cx="609600" cy="609600"/>
          </a:xfrm>
        </p:grpSpPr>
        <p:sp>
          <p:nvSpPr>
            <p:cNvPr id="453" name="Rounded Rectangle 452">
              <a:extLst>
                <a:ext uri="{FF2B5EF4-FFF2-40B4-BE49-F238E27FC236}">
                  <a16:creationId xmlns:a16="http://schemas.microsoft.com/office/drawing/2014/main" id="{A81CC2D7-B47F-454F-BCA2-A6D503E4C2B7}"/>
                </a:ext>
              </a:extLst>
            </p:cNvPr>
            <p:cNvSpPr/>
            <p:nvPr/>
          </p:nvSpPr>
          <p:spPr>
            <a:xfrm>
              <a:off x="3697186"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4" name="Oval 453">
              <a:extLst>
                <a:ext uri="{FF2B5EF4-FFF2-40B4-BE49-F238E27FC236}">
                  <a16:creationId xmlns:a16="http://schemas.microsoft.com/office/drawing/2014/main" id="{723663FB-24E5-124E-A743-04637A758AFF}"/>
                </a:ext>
              </a:extLst>
            </p:cNvPr>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5" name="Oval 454">
              <a:extLst>
                <a:ext uri="{FF2B5EF4-FFF2-40B4-BE49-F238E27FC236}">
                  <a16:creationId xmlns:a16="http://schemas.microsoft.com/office/drawing/2014/main" id="{78AE101A-F303-8D49-B824-E353C3E83427}"/>
                </a:ext>
              </a:extLst>
            </p:cNvPr>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6" name="Oval 455">
              <a:extLst>
                <a:ext uri="{FF2B5EF4-FFF2-40B4-BE49-F238E27FC236}">
                  <a16:creationId xmlns:a16="http://schemas.microsoft.com/office/drawing/2014/main" id="{EA5E61BB-E798-4F46-8E00-9225414980F4}"/>
                </a:ext>
              </a:extLst>
            </p:cNvPr>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7" name="Oval 456">
              <a:extLst>
                <a:ext uri="{FF2B5EF4-FFF2-40B4-BE49-F238E27FC236}">
                  <a16:creationId xmlns:a16="http://schemas.microsoft.com/office/drawing/2014/main" id="{578A6440-05E3-C040-98EA-8DAA5666A4A6}"/>
                </a:ext>
              </a:extLst>
            </p:cNvPr>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8" name="Group 457">
            <a:extLst>
              <a:ext uri="{FF2B5EF4-FFF2-40B4-BE49-F238E27FC236}">
                <a16:creationId xmlns:a16="http://schemas.microsoft.com/office/drawing/2014/main" id="{1FF96F15-B3DD-A14A-A10A-E29C6D888CA4}"/>
              </a:ext>
            </a:extLst>
          </p:cNvPr>
          <p:cNvGrpSpPr/>
          <p:nvPr/>
        </p:nvGrpSpPr>
        <p:grpSpPr>
          <a:xfrm>
            <a:off x="2857561" y="5564819"/>
            <a:ext cx="423557" cy="423557"/>
            <a:chOff x="4516583" y="3428010"/>
            <a:chExt cx="609600" cy="609600"/>
          </a:xfrm>
        </p:grpSpPr>
        <p:sp>
          <p:nvSpPr>
            <p:cNvPr id="459" name="Rounded Rectangle 458">
              <a:extLst>
                <a:ext uri="{FF2B5EF4-FFF2-40B4-BE49-F238E27FC236}">
                  <a16:creationId xmlns:a16="http://schemas.microsoft.com/office/drawing/2014/main" id="{FD630995-56B8-4840-8C0B-267BBC6B08CE}"/>
                </a:ext>
              </a:extLst>
            </p:cNvPr>
            <p:cNvSpPr/>
            <p:nvPr/>
          </p:nvSpPr>
          <p:spPr>
            <a:xfrm>
              <a:off x="4516583"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0" name="Oval 459">
              <a:extLst>
                <a:ext uri="{FF2B5EF4-FFF2-40B4-BE49-F238E27FC236}">
                  <a16:creationId xmlns:a16="http://schemas.microsoft.com/office/drawing/2014/main" id="{14F17E18-A6C3-FB46-BD28-EBDDC45C130B}"/>
                </a:ext>
              </a:extLst>
            </p:cNvPr>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1" name="Oval 460">
              <a:extLst>
                <a:ext uri="{FF2B5EF4-FFF2-40B4-BE49-F238E27FC236}">
                  <a16:creationId xmlns:a16="http://schemas.microsoft.com/office/drawing/2014/main" id="{E3551816-5D19-F048-8B28-AC34C65078B7}"/>
                </a:ext>
              </a:extLst>
            </p:cNvPr>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2" name="Oval 461">
              <a:extLst>
                <a:ext uri="{FF2B5EF4-FFF2-40B4-BE49-F238E27FC236}">
                  <a16:creationId xmlns:a16="http://schemas.microsoft.com/office/drawing/2014/main" id="{5E4943EC-F17B-184B-8D0B-5388EB704902}"/>
                </a:ext>
              </a:extLst>
            </p:cNvPr>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3" name="Oval 462">
              <a:extLst>
                <a:ext uri="{FF2B5EF4-FFF2-40B4-BE49-F238E27FC236}">
                  <a16:creationId xmlns:a16="http://schemas.microsoft.com/office/drawing/2014/main" id="{2D3CBA5B-4EA3-A84C-BBE4-C13A16B1AAE0}"/>
                </a:ext>
              </a:extLst>
            </p:cNvPr>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4" name="Oval 463">
              <a:extLst>
                <a:ext uri="{FF2B5EF4-FFF2-40B4-BE49-F238E27FC236}">
                  <a16:creationId xmlns:a16="http://schemas.microsoft.com/office/drawing/2014/main" id="{5FC9ADE9-DEDC-3A4D-87BB-5C96DBADAD44}"/>
                </a:ext>
              </a:extLst>
            </p:cNvPr>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5" name="Group 464">
            <a:extLst>
              <a:ext uri="{FF2B5EF4-FFF2-40B4-BE49-F238E27FC236}">
                <a16:creationId xmlns:a16="http://schemas.microsoft.com/office/drawing/2014/main" id="{2E242674-A1A2-5449-9A31-ECF46692DBE8}"/>
              </a:ext>
            </a:extLst>
          </p:cNvPr>
          <p:cNvGrpSpPr/>
          <p:nvPr/>
        </p:nvGrpSpPr>
        <p:grpSpPr>
          <a:xfrm>
            <a:off x="2857561" y="6109477"/>
            <a:ext cx="423557" cy="423557"/>
            <a:chOff x="5359334" y="3425040"/>
            <a:chExt cx="609600" cy="609600"/>
          </a:xfrm>
        </p:grpSpPr>
        <p:sp>
          <p:nvSpPr>
            <p:cNvPr id="466" name="Rounded Rectangle 465">
              <a:extLst>
                <a:ext uri="{FF2B5EF4-FFF2-40B4-BE49-F238E27FC236}">
                  <a16:creationId xmlns:a16="http://schemas.microsoft.com/office/drawing/2014/main" id="{F3B1AE10-E615-6F49-BF4D-BFC47EEE2D2D}"/>
                </a:ext>
              </a:extLst>
            </p:cNvPr>
            <p:cNvSpPr/>
            <p:nvPr/>
          </p:nvSpPr>
          <p:spPr>
            <a:xfrm>
              <a:off x="5359334" y="342504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7" name="Oval 466">
              <a:extLst>
                <a:ext uri="{FF2B5EF4-FFF2-40B4-BE49-F238E27FC236}">
                  <a16:creationId xmlns:a16="http://schemas.microsoft.com/office/drawing/2014/main" id="{A070A02E-D43D-4F43-BDA9-BF50EEBB4C7C}"/>
                </a:ext>
              </a:extLst>
            </p:cNvPr>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8" name="Oval 467">
              <a:extLst>
                <a:ext uri="{FF2B5EF4-FFF2-40B4-BE49-F238E27FC236}">
                  <a16:creationId xmlns:a16="http://schemas.microsoft.com/office/drawing/2014/main" id="{A4EBAD28-5D4F-ED4D-A4AC-F50017C4E3FE}"/>
                </a:ext>
              </a:extLst>
            </p:cNvPr>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9" name="Oval 468">
              <a:extLst>
                <a:ext uri="{FF2B5EF4-FFF2-40B4-BE49-F238E27FC236}">
                  <a16:creationId xmlns:a16="http://schemas.microsoft.com/office/drawing/2014/main" id="{9547E9B6-1FB9-0D40-A202-F31078B78DBE}"/>
                </a:ext>
              </a:extLst>
            </p:cNvPr>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0" name="Oval 469">
              <a:extLst>
                <a:ext uri="{FF2B5EF4-FFF2-40B4-BE49-F238E27FC236}">
                  <a16:creationId xmlns:a16="http://schemas.microsoft.com/office/drawing/2014/main" id="{67B86EBC-E7A1-C04C-A56C-5158C10C8A65}"/>
                </a:ext>
              </a:extLst>
            </p:cNvPr>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 name="Oval 470">
              <a:extLst>
                <a:ext uri="{FF2B5EF4-FFF2-40B4-BE49-F238E27FC236}">
                  <a16:creationId xmlns:a16="http://schemas.microsoft.com/office/drawing/2014/main" id="{081E737C-ED94-DE49-BA5E-8386FBC7C96E}"/>
                </a:ext>
              </a:extLst>
            </p:cNvPr>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 name="Oval 471">
              <a:extLst>
                <a:ext uri="{FF2B5EF4-FFF2-40B4-BE49-F238E27FC236}">
                  <a16:creationId xmlns:a16="http://schemas.microsoft.com/office/drawing/2014/main" id="{40248FB8-0FFC-1B41-9CE6-69A7A630E018}"/>
                </a:ext>
              </a:extLst>
            </p:cNvPr>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3" name="Group 472">
            <a:extLst>
              <a:ext uri="{FF2B5EF4-FFF2-40B4-BE49-F238E27FC236}">
                <a16:creationId xmlns:a16="http://schemas.microsoft.com/office/drawing/2014/main" id="{E7CA3252-DED2-384D-B399-DBF05DE31169}"/>
              </a:ext>
            </a:extLst>
          </p:cNvPr>
          <p:cNvGrpSpPr/>
          <p:nvPr/>
        </p:nvGrpSpPr>
        <p:grpSpPr>
          <a:xfrm>
            <a:off x="2311673" y="3922088"/>
            <a:ext cx="423557" cy="423557"/>
            <a:chOff x="1219200" y="3429000"/>
            <a:chExt cx="609600" cy="609600"/>
          </a:xfrm>
        </p:grpSpPr>
        <p:sp>
          <p:nvSpPr>
            <p:cNvPr id="474" name="Rounded Rectangle 473">
              <a:extLst>
                <a:ext uri="{FF2B5EF4-FFF2-40B4-BE49-F238E27FC236}">
                  <a16:creationId xmlns:a16="http://schemas.microsoft.com/office/drawing/2014/main" id="{E1F40701-8826-D741-8E6E-3CC17D803785}"/>
                </a:ext>
              </a:extLst>
            </p:cNvPr>
            <p:cNvSpPr/>
            <p:nvPr/>
          </p:nvSpPr>
          <p:spPr>
            <a:xfrm>
              <a:off x="1219200"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Oval 474">
              <a:extLst>
                <a:ext uri="{FF2B5EF4-FFF2-40B4-BE49-F238E27FC236}">
                  <a16:creationId xmlns:a16="http://schemas.microsoft.com/office/drawing/2014/main" id="{05636891-C182-1044-82D9-B8E6969016C6}"/>
                </a:ext>
              </a:extLst>
            </p:cNvPr>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6" name="Group 475">
            <a:extLst>
              <a:ext uri="{FF2B5EF4-FFF2-40B4-BE49-F238E27FC236}">
                <a16:creationId xmlns:a16="http://schemas.microsoft.com/office/drawing/2014/main" id="{60F99626-3263-CB47-AC07-CCC4B5576915}"/>
              </a:ext>
            </a:extLst>
          </p:cNvPr>
          <p:cNvGrpSpPr/>
          <p:nvPr/>
        </p:nvGrpSpPr>
        <p:grpSpPr>
          <a:xfrm>
            <a:off x="2308754" y="4469665"/>
            <a:ext cx="423557" cy="423557"/>
            <a:chOff x="1219200" y="3429000"/>
            <a:chExt cx="609600" cy="609600"/>
          </a:xfrm>
        </p:grpSpPr>
        <p:sp>
          <p:nvSpPr>
            <p:cNvPr id="477" name="Rounded Rectangle 476">
              <a:extLst>
                <a:ext uri="{FF2B5EF4-FFF2-40B4-BE49-F238E27FC236}">
                  <a16:creationId xmlns:a16="http://schemas.microsoft.com/office/drawing/2014/main" id="{30790D5C-9BD2-3E47-9A9A-D40DCAF26FF8}"/>
                </a:ext>
              </a:extLst>
            </p:cNvPr>
            <p:cNvSpPr/>
            <p:nvPr/>
          </p:nvSpPr>
          <p:spPr>
            <a:xfrm>
              <a:off x="1219200"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 name="Oval 477">
              <a:extLst>
                <a:ext uri="{FF2B5EF4-FFF2-40B4-BE49-F238E27FC236}">
                  <a16:creationId xmlns:a16="http://schemas.microsoft.com/office/drawing/2014/main" id="{A515916E-D6B2-224E-83B0-EA9D87B81839}"/>
                </a:ext>
              </a:extLst>
            </p:cNvPr>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9" name="Group 478">
            <a:extLst>
              <a:ext uri="{FF2B5EF4-FFF2-40B4-BE49-F238E27FC236}">
                <a16:creationId xmlns:a16="http://schemas.microsoft.com/office/drawing/2014/main" id="{65394072-7867-DD4D-942F-1F89D958F3AE}"/>
              </a:ext>
            </a:extLst>
          </p:cNvPr>
          <p:cNvGrpSpPr/>
          <p:nvPr/>
        </p:nvGrpSpPr>
        <p:grpSpPr>
          <a:xfrm>
            <a:off x="2305835" y="5017242"/>
            <a:ext cx="423557" cy="423557"/>
            <a:chOff x="1219200" y="3429000"/>
            <a:chExt cx="609600" cy="609600"/>
          </a:xfrm>
        </p:grpSpPr>
        <p:sp>
          <p:nvSpPr>
            <p:cNvPr id="480" name="Rounded Rectangle 479">
              <a:extLst>
                <a:ext uri="{FF2B5EF4-FFF2-40B4-BE49-F238E27FC236}">
                  <a16:creationId xmlns:a16="http://schemas.microsoft.com/office/drawing/2014/main" id="{8CC421C7-B1C4-9D4F-B865-6D3D7FC6651F}"/>
                </a:ext>
              </a:extLst>
            </p:cNvPr>
            <p:cNvSpPr/>
            <p:nvPr/>
          </p:nvSpPr>
          <p:spPr>
            <a:xfrm>
              <a:off x="1219200"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 name="Oval 480">
              <a:extLst>
                <a:ext uri="{FF2B5EF4-FFF2-40B4-BE49-F238E27FC236}">
                  <a16:creationId xmlns:a16="http://schemas.microsoft.com/office/drawing/2014/main" id="{809FF06B-A875-224D-9CFB-F0AB587A303E}"/>
                </a:ext>
              </a:extLst>
            </p:cNvPr>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2" name="Group 481">
            <a:extLst>
              <a:ext uri="{FF2B5EF4-FFF2-40B4-BE49-F238E27FC236}">
                <a16:creationId xmlns:a16="http://schemas.microsoft.com/office/drawing/2014/main" id="{695FBA72-2913-C64D-84A1-3CDBF1A1B616}"/>
              </a:ext>
            </a:extLst>
          </p:cNvPr>
          <p:cNvGrpSpPr/>
          <p:nvPr/>
        </p:nvGrpSpPr>
        <p:grpSpPr>
          <a:xfrm>
            <a:off x="2302916" y="5564819"/>
            <a:ext cx="423557" cy="423557"/>
            <a:chOff x="1219200" y="3429000"/>
            <a:chExt cx="609600" cy="609600"/>
          </a:xfrm>
        </p:grpSpPr>
        <p:sp>
          <p:nvSpPr>
            <p:cNvPr id="483" name="Rounded Rectangle 482">
              <a:extLst>
                <a:ext uri="{FF2B5EF4-FFF2-40B4-BE49-F238E27FC236}">
                  <a16:creationId xmlns:a16="http://schemas.microsoft.com/office/drawing/2014/main" id="{30D365A3-C64B-6B43-B9CA-65B193A4D3C6}"/>
                </a:ext>
              </a:extLst>
            </p:cNvPr>
            <p:cNvSpPr/>
            <p:nvPr/>
          </p:nvSpPr>
          <p:spPr>
            <a:xfrm>
              <a:off x="1219200"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 name="Oval 483">
              <a:extLst>
                <a:ext uri="{FF2B5EF4-FFF2-40B4-BE49-F238E27FC236}">
                  <a16:creationId xmlns:a16="http://schemas.microsoft.com/office/drawing/2014/main" id="{800AEF29-A16E-0144-A81A-EAC2E01A2031}"/>
                </a:ext>
              </a:extLst>
            </p:cNvPr>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5" name="Group 484">
            <a:extLst>
              <a:ext uri="{FF2B5EF4-FFF2-40B4-BE49-F238E27FC236}">
                <a16:creationId xmlns:a16="http://schemas.microsoft.com/office/drawing/2014/main" id="{0CBC360B-2216-CA4A-8CAF-1FBF5274AFEF}"/>
              </a:ext>
            </a:extLst>
          </p:cNvPr>
          <p:cNvGrpSpPr/>
          <p:nvPr/>
        </p:nvGrpSpPr>
        <p:grpSpPr>
          <a:xfrm>
            <a:off x="2299997" y="6112396"/>
            <a:ext cx="423557" cy="423557"/>
            <a:chOff x="1219200" y="3429000"/>
            <a:chExt cx="609600" cy="609600"/>
          </a:xfrm>
        </p:grpSpPr>
        <p:sp>
          <p:nvSpPr>
            <p:cNvPr id="486" name="Rounded Rectangle 485">
              <a:extLst>
                <a:ext uri="{FF2B5EF4-FFF2-40B4-BE49-F238E27FC236}">
                  <a16:creationId xmlns:a16="http://schemas.microsoft.com/office/drawing/2014/main" id="{A109D55C-278D-4B4E-9011-3B05BABCA6E5}"/>
                </a:ext>
              </a:extLst>
            </p:cNvPr>
            <p:cNvSpPr/>
            <p:nvPr/>
          </p:nvSpPr>
          <p:spPr>
            <a:xfrm>
              <a:off x="1219200"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 name="Oval 486">
              <a:extLst>
                <a:ext uri="{FF2B5EF4-FFF2-40B4-BE49-F238E27FC236}">
                  <a16:creationId xmlns:a16="http://schemas.microsoft.com/office/drawing/2014/main" id="{F16EA462-352E-FF41-9A7C-728618E52767}"/>
                </a:ext>
              </a:extLst>
            </p:cNvPr>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8" name="Group 487">
            <a:extLst>
              <a:ext uri="{FF2B5EF4-FFF2-40B4-BE49-F238E27FC236}">
                <a16:creationId xmlns:a16="http://schemas.microsoft.com/office/drawing/2014/main" id="{96A0E8B0-818D-3F4D-81C9-85E93C54C924}"/>
              </a:ext>
            </a:extLst>
          </p:cNvPr>
          <p:cNvGrpSpPr/>
          <p:nvPr/>
        </p:nvGrpSpPr>
        <p:grpSpPr>
          <a:xfrm>
            <a:off x="4289724" y="3368664"/>
            <a:ext cx="423557" cy="423557"/>
            <a:chOff x="1219200" y="3429000"/>
            <a:chExt cx="609600" cy="609600"/>
          </a:xfrm>
        </p:grpSpPr>
        <p:sp>
          <p:nvSpPr>
            <p:cNvPr id="489" name="Rounded Rectangle 488">
              <a:extLst>
                <a:ext uri="{FF2B5EF4-FFF2-40B4-BE49-F238E27FC236}">
                  <a16:creationId xmlns:a16="http://schemas.microsoft.com/office/drawing/2014/main" id="{9EAE19E8-F8FE-EC48-84C5-C72F3C9FC944}"/>
                </a:ext>
              </a:extLst>
            </p:cNvPr>
            <p:cNvSpPr/>
            <p:nvPr/>
          </p:nvSpPr>
          <p:spPr>
            <a:xfrm>
              <a:off x="1219200"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0" name="Oval 489">
              <a:extLst>
                <a:ext uri="{FF2B5EF4-FFF2-40B4-BE49-F238E27FC236}">
                  <a16:creationId xmlns:a16="http://schemas.microsoft.com/office/drawing/2014/main" id="{23D0DF05-A7F6-B646-9C49-8866C62B0646}"/>
                </a:ext>
              </a:extLst>
            </p:cNvPr>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91" name="Group 490">
            <a:extLst>
              <a:ext uri="{FF2B5EF4-FFF2-40B4-BE49-F238E27FC236}">
                <a16:creationId xmlns:a16="http://schemas.microsoft.com/office/drawing/2014/main" id="{9540DF3C-1BDF-E548-8DBF-3B04F4ABB678}"/>
              </a:ext>
            </a:extLst>
          </p:cNvPr>
          <p:cNvGrpSpPr/>
          <p:nvPr/>
        </p:nvGrpSpPr>
        <p:grpSpPr>
          <a:xfrm>
            <a:off x="4285769" y="3912117"/>
            <a:ext cx="423557" cy="423557"/>
            <a:chOff x="2038597" y="3429000"/>
            <a:chExt cx="609600" cy="609600"/>
          </a:xfrm>
        </p:grpSpPr>
        <p:sp>
          <p:nvSpPr>
            <p:cNvPr id="492" name="Rounded Rectangle 491">
              <a:extLst>
                <a:ext uri="{FF2B5EF4-FFF2-40B4-BE49-F238E27FC236}">
                  <a16:creationId xmlns:a16="http://schemas.microsoft.com/office/drawing/2014/main" id="{31CC5F49-5214-F24C-A440-C1189E744CA7}"/>
                </a:ext>
              </a:extLst>
            </p:cNvPr>
            <p:cNvSpPr/>
            <p:nvPr/>
          </p:nvSpPr>
          <p:spPr>
            <a:xfrm>
              <a:off x="2038597"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3" name="Oval 492">
              <a:extLst>
                <a:ext uri="{FF2B5EF4-FFF2-40B4-BE49-F238E27FC236}">
                  <a16:creationId xmlns:a16="http://schemas.microsoft.com/office/drawing/2014/main" id="{5B8C58E7-78AA-D541-9A0E-BBE7F99D734F}"/>
                </a:ext>
              </a:extLst>
            </p:cNvPr>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4" name="Oval 493">
              <a:extLst>
                <a:ext uri="{FF2B5EF4-FFF2-40B4-BE49-F238E27FC236}">
                  <a16:creationId xmlns:a16="http://schemas.microsoft.com/office/drawing/2014/main" id="{FA16E507-0BCC-8B4F-8267-EA2EE864DF82}"/>
                </a:ext>
              </a:extLst>
            </p:cNvPr>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95" name="Group 494">
            <a:extLst>
              <a:ext uri="{FF2B5EF4-FFF2-40B4-BE49-F238E27FC236}">
                <a16:creationId xmlns:a16="http://schemas.microsoft.com/office/drawing/2014/main" id="{2AE99346-3E2F-314B-BED3-963836BEEDDC}"/>
              </a:ext>
            </a:extLst>
          </p:cNvPr>
          <p:cNvGrpSpPr/>
          <p:nvPr/>
        </p:nvGrpSpPr>
        <p:grpSpPr>
          <a:xfrm>
            <a:off x="4289724" y="4455570"/>
            <a:ext cx="423557" cy="423557"/>
            <a:chOff x="2857994" y="3429000"/>
            <a:chExt cx="609600" cy="609600"/>
          </a:xfrm>
        </p:grpSpPr>
        <p:sp>
          <p:nvSpPr>
            <p:cNvPr id="496" name="Rounded Rectangle 495">
              <a:extLst>
                <a:ext uri="{FF2B5EF4-FFF2-40B4-BE49-F238E27FC236}">
                  <a16:creationId xmlns:a16="http://schemas.microsoft.com/office/drawing/2014/main" id="{0958A9C9-ED3A-A44F-BDC0-21FBC385DAC5}"/>
                </a:ext>
              </a:extLst>
            </p:cNvPr>
            <p:cNvSpPr/>
            <p:nvPr/>
          </p:nvSpPr>
          <p:spPr>
            <a:xfrm>
              <a:off x="2857994"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7" name="Oval 496">
              <a:extLst>
                <a:ext uri="{FF2B5EF4-FFF2-40B4-BE49-F238E27FC236}">
                  <a16:creationId xmlns:a16="http://schemas.microsoft.com/office/drawing/2014/main" id="{D854CB7C-D902-C644-A302-A18A9998C8FB}"/>
                </a:ext>
              </a:extLst>
            </p:cNvPr>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8" name="Oval 497">
              <a:extLst>
                <a:ext uri="{FF2B5EF4-FFF2-40B4-BE49-F238E27FC236}">
                  <a16:creationId xmlns:a16="http://schemas.microsoft.com/office/drawing/2014/main" id="{DEFA34A7-9876-B949-A295-BA66F28A9055}"/>
                </a:ext>
              </a:extLst>
            </p:cNvPr>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9" name="Oval 498">
              <a:extLst>
                <a:ext uri="{FF2B5EF4-FFF2-40B4-BE49-F238E27FC236}">
                  <a16:creationId xmlns:a16="http://schemas.microsoft.com/office/drawing/2014/main" id="{FDBD113F-7DFB-5746-B4FE-9EC2279946B6}"/>
                </a:ext>
              </a:extLst>
            </p:cNvPr>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0" name="Group 499">
            <a:extLst>
              <a:ext uri="{FF2B5EF4-FFF2-40B4-BE49-F238E27FC236}">
                <a16:creationId xmlns:a16="http://schemas.microsoft.com/office/drawing/2014/main" id="{CB3286B6-55B8-404A-A8E4-0A485EFC9EF0}"/>
              </a:ext>
            </a:extLst>
          </p:cNvPr>
          <p:cNvGrpSpPr/>
          <p:nvPr/>
        </p:nvGrpSpPr>
        <p:grpSpPr>
          <a:xfrm>
            <a:off x="4275085" y="4999023"/>
            <a:ext cx="423557" cy="423557"/>
            <a:chOff x="3697186" y="3428010"/>
            <a:chExt cx="609600" cy="609600"/>
          </a:xfrm>
        </p:grpSpPr>
        <p:sp>
          <p:nvSpPr>
            <p:cNvPr id="501" name="Rounded Rectangle 500">
              <a:extLst>
                <a:ext uri="{FF2B5EF4-FFF2-40B4-BE49-F238E27FC236}">
                  <a16:creationId xmlns:a16="http://schemas.microsoft.com/office/drawing/2014/main" id="{EDC2F8CC-2BAA-A540-B71F-2627277D8F75}"/>
                </a:ext>
              </a:extLst>
            </p:cNvPr>
            <p:cNvSpPr/>
            <p:nvPr/>
          </p:nvSpPr>
          <p:spPr>
            <a:xfrm>
              <a:off x="3697186"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2" name="Oval 501">
              <a:extLst>
                <a:ext uri="{FF2B5EF4-FFF2-40B4-BE49-F238E27FC236}">
                  <a16:creationId xmlns:a16="http://schemas.microsoft.com/office/drawing/2014/main" id="{06AC7910-CC39-CE43-B5D2-339A99572C98}"/>
                </a:ext>
              </a:extLst>
            </p:cNvPr>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3" name="Oval 502">
              <a:extLst>
                <a:ext uri="{FF2B5EF4-FFF2-40B4-BE49-F238E27FC236}">
                  <a16:creationId xmlns:a16="http://schemas.microsoft.com/office/drawing/2014/main" id="{C6042730-7C58-5149-BB25-AFC51305870A}"/>
                </a:ext>
              </a:extLst>
            </p:cNvPr>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4" name="Oval 503">
              <a:extLst>
                <a:ext uri="{FF2B5EF4-FFF2-40B4-BE49-F238E27FC236}">
                  <a16:creationId xmlns:a16="http://schemas.microsoft.com/office/drawing/2014/main" id="{175AAECF-BD7A-6C42-9192-551340413D6B}"/>
                </a:ext>
              </a:extLst>
            </p:cNvPr>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5" name="Oval 504">
              <a:extLst>
                <a:ext uri="{FF2B5EF4-FFF2-40B4-BE49-F238E27FC236}">
                  <a16:creationId xmlns:a16="http://schemas.microsoft.com/office/drawing/2014/main" id="{E9164851-AF9B-4344-A5E8-61F8E8CB84C4}"/>
                </a:ext>
              </a:extLst>
            </p:cNvPr>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6" name="Group 505">
            <a:extLst>
              <a:ext uri="{FF2B5EF4-FFF2-40B4-BE49-F238E27FC236}">
                <a16:creationId xmlns:a16="http://schemas.microsoft.com/office/drawing/2014/main" id="{00221A0C-7B51-9947-B45A-1B1529C28273}"/>
              </a:ext>
            </a:extLst>
          </p:cNvPr>
          <p:cNvGrpSpPr/>
          <p:nvPr/>
        </p:nvGrpSpPr>
        <p:grpSpPr>
          <a:xfrm>
            <a:off x="4275085" y="5561891"/>
            <a:ext cx="423557" cy="423557"/>
            <a:chOff x="4516583" y="3428010"/>
            <a:chExt cx="609600" cy="609600"/>
          </a:xfrm>
        </p:grpSpPr>
        <p:sp>
          <p:nvSpPr>
            <p:cNvPr id="507" name="Rounded Rectangle 506">
              <a:extLst>
                <a:ext uri="{FF2B5EF4-FFF2-40B4-BE49-F238E27FC236}">
                  <a16:creationId xmlns:a16="http://schemas.microsoft.com/office/drawing/2014/main" id="{AC6CD73A-F14E-654E-B639-E22EE5D268F9}"/>
                </a:ext>
              </a:extLst>
            </p:cNvPr>
            <p:cNvSpPr/>
            <p:nvPr/>
          </p:nvSpPr>
          <p:spPr>
            <a:xfrm>
              <a:off x="4516583"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8" name="Oval 507">
              <a:extLst>
                <a:ext uri="{FF2B5EF4-FFF2-40B4-BE49-F238E27FC236}">
                  <a16:creationId xmlns:a16="http://schemas.microsoft.com/office/drawing/2014/main" id="{F589ADF9-216C-7547-8E86-01E29FF25ECE}"/>
                </a:ext>
              </a:extLst>
            </p:cNvPr>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9" name="Oval 508">
              <a:extLst>
                <a:ext uri="{FF2B5EF4-FFF2-40B4-BE49-F238E27FC236}">
                  <a16:creationId xmlns:a16="http://schemas.microsoft.com/office/drawing/2014/main" id="{8D6B2D60-6E39-EE43-8C91-70BE0268571C}"/>
                </a:ext>
              </a:extLst>
            </p:cNvPr>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0" name="Oval 509">
              <a:extLst>
                <a:ext uri="{FF2B5EF4-FFF2-40B4-BE49-F238E27FC236}">
                  <a16:creationId xmlns:a16="http://schemas.microsoft.com/office/drawing/2014/main" id="{1FF5A70D-4AA4-BE41-BF65-B145FBE4E507}"/>
                </a:ext>
              </a:extLst>
            </p:cNvPr>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1" name="Oval 510">
              <a:extLst>
                <a:ext uri="{FF2B5EF4-FFF2-40B4-BE49-F238E27FC236}">
                  <a16:creationId xmlns:a16="http://schemas.microsoft.com/office/drawing/2014/main" id="{D03F66FC-B3EA-F94B-B2DD-BB130C635FE5}"/>
                </a:ext>
              </a:extLst>
            </p:cNvPr>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 name="Oval 511">
              <a:extLst>
                <a:ext uri="{FF2B5EF4-FFF2-40B4-BE49-F238E27FC236}">
                  <a16:creationId xmlns:a16="http://schemas.microsoft.com/office/drawing/2014/main" id="{CAAC7366-DC5A-2641-A885-A1B9A6FCF72A}"/>
                </a:ext>
              </a:extLst>
            </p:cNvPr>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13" name="Group 512">
            <a:extLst>
              <a:ext uri="{FF2B5EF4-FFF2-40B4-BE49-F238E27FC236}">
                <a16:creationId xmlns:a16="http://schemas.microsoft.com/office/drawing/2014/main" id="{3A7D5939-D08B-8944-B499-D3028028C595}"/>
              </a:ext>
            </a:extLst>
          </p:cNvPr>
          <p:cNvGrpSpPr/>
          <p:nvPr/>
        </p:nvGrpSpPr>
        <p:grpSpPr>
          <a:xfrm>
            <a:off x="4275085" y="6106549"/>
            <a:ext cx="423557" cy="423557"/>
            <a:chOff x="5359334" y="3425040"/>
            <a:chExt cx="609600" cy="609600"/>
          </a:xfrm>
        </p:grpSpPr>
        <p:sp>
          <p:nvSpPr>
            <p:cNvPr id="514" name="Rounded Rectangle 513">
              <a:extLst>
                <a:ext uri="{FF2B5EF4-FFF2-40B4-BE49-F238E27FC236}">
                  <a16:creationId xmlns:a16="http://schemas.microsoft.com/office/drawing/2014/main" id="{8EB86A16-84C6-1A43-B306-B9DE63F8B1C6}"/>
                </a:ext>
              </a:extLst>
            </p:cNvPr>
            <p:cNvSpPr/>
            <p:nvPr/>
          </p:nvSpPr>
          <p:spPr>
            <a:xfrm>
              <a:off x="5359334" y="342504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 name="Oval 514">
              <a:extLst>
                <a:ext uri="{FF2B5EF4-FFF2-40B4-BE49-F238E27FC236}">
                  <a16:creationId xmlns:a16="http://schemas.microsoft.com/office/drawing/2014/main" id="{C8D3B208-0584-D44E-9AB3-A6C54C8F365B}"/>
                </a:ext>
              </a:extLst>
            </p:cNvPr>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6" name="Oval 515">
              <a:extLst>
                <a:ext uri="{FF2B5EF4-FFF2-40B4-BE49-F238E27FC236}">
                  <a16:creationId xmlns:a16="http://schemas.microsoft.com/office/drawing/2014/main" id="{B29EF5A4-E10F-D043-BC8D-9305E8B39BA7}"/>
                </a:ext>
              </a:extLst>
            </p:cNvPr>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7" name="Oval 516">
              <a:extLst>
                <a:ext uri="{FF2B5EF4-FFF2-40B4-BE49-F238E27FC236}">
                  <a16:creationId xmlns:a16="http://schemas.microsoft.com/office/drawing/2014/main" id="{5AB99A3C-734E-C344-AC02-74B41F040560}"/>
                </a:ext>
              </a:extLst>
            </p:cNvPr>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8" name="Oval 517">
              <a:extLst>
                <a:ext uri="{FF2B5EF4-FFF2-40B4-BE49-F238E27FC236}">
                  <a16:creationId xmlns:a16="http://schemas.microsoft.com/office/drawing/2014/main" id="{F2F9B112-7B17-0B43-B2A5-ABE7DBE14951}"/>
                </a:ext>
              </a:extLst>
            </p:cNvPr>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9" name="Oval 518">
              <a:extLst>
                <a:ext uri="{FF2B5EF4-FFF2-40B4-BE49-F238E27FC236}">
                  <a16:creationId xmlns:a16="http://schemas.microsoft.com/office/drawing/2014/main" id="{C46490A7-DCD7-F34C-ACCF-3F6A119193A6}"/>
                </a:ext>
              </a:extLst>
            </p:cNvPr>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0" name="Oval 519">
              <a:extLst>
                <a:ext uri="{FF2B5EF4-FFF2-40B4-BE49-F238E27FC236}">
                  <a16:creationId xmlns:a16="http://schemas.microsoft.com/office/drawing/2014/main" id="{50E916F3-56E9-0744-82A6-54D8DE1F514B}"/>
                </a:ext>
              </a:extLst>
            </p:cNvPr>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21" name="Group 520">
            <a:extLst>
              <a:ext uri="{FF2B5EF4-FFF2-40B4-BE49-F238E27FC236}">
                <a16:creationId xmlns:a16="http://schemas.microsoft.com/office/drawing/2014/main" id="{DAEC500E-69C7-D945-9B0A-4968B6231EFC}"/>
              </a:ext>
            </a:extLst>
          </p:cNvPr>
          <p:cNvGrpSpPr/>
          <p:nvPr/>
        </p:nvGrpSpPr>
        <p:grpSpPr>
          <a:xfrm>
            <a:off x="3733805" y="3922088"/>
            <a:ext cx="423557" cy="423557"/>
            <a:chOff x="2038597" y="3429000"/>
            <a:chExt cx="609600" cy="609600"/>
          </a:xfrm>
        </p:grpSpPr>
        <p:sp>
          <p:nvSpPr>
            <p:cNvPr id="522" name="Rounded Rectangle 521">
              <a:extLst>
                <a:ext uri="{FF2B5EF4-FFF2-40B4-BE49-F238E27FC236}">
                  <a16:creationId xmlns:a16="http://schemas.microsoft.com/office/drawing/2014/main" id="{8795A8C0-3C4D-504C-8707-316666E36960}"/>
                </a:ext>
              </a:extLst>
            </p:cNvPr>
            <p:cNvSpPr/>
            <p:nvPr/>
          </p:nvSpPr>
          <p:spPr>
            <a:xfrm>
              <a:off x="2038597"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3" name="Oval 522">
              <a:extLst>
                <a:ext uri="{FF2B5EF4-FFF2-40B4-BE49-F238E27FC236}">
                  <a16:creationId xmlns:a16="http://schemas.microsoft.com/office/drawing/2014/main" id="{3CB03A17-613C-F546-96D3-1022FFE7028E}"/>
                </a:ext>
              </a:extLst>
            </p:cNvPr>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4" name="Oval 523">
              <a:extLst>
                <a:ext uri="{FF2B5EF4-FFF2-40B4-BE49-F238E27FC236}">
                  <a16:creationId xmlns:a16="http://schemas.microsoft.com/office/drawing/2014/main" id="{642D5990-9722-9049-8CAA-2FAF6642F718}"/>
                </a:ext>
              </a:extLst>
            </p:cNvPr>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25" name="Group 524">
            <a:extLst>
              <a:ext uri="{FF2B5EF4-FFF2-40B4-BE49-F238E27FC236}">
                <a16:creationId xmlns:a16="http://schemas.microsoft.com/office/drawing/2014/main" id="{14EB8467-C58B-C647-AEEF-48D186DC0657}"/>
              </a:ext>
            </a:extLst>
          </p:cNvPr>
          <p:cNvGrpSpPr/>
          <p:nvPr/>
        </p:nvGrpSpPr>
        <p:grpSpPr>
          <a:xfrm>
            <a:off x="3733804" y="4458699"/>
            <a:ext cx="423557" cy="423557"/>
            <a:chOff x="2038597" y="3429000"/>
            <a:chExt cx="609600" cy="609600"/>
          </a:xfrm>
        </p:grpSpPr>
        <p:sp>
          <p:nvSpPr>
            <p:cNvPr id="526" name="Rounded Rectangle 525">
              <a:extLst>
                <a:ext uri="{FF2B5EF4-FFF2-40B4-BE49-F238E27FC236}">
                  <a16:creationId xmlns:a16="http://schemas.microsoft.com/office/drawing/2014/main" id="{96F36BD4-42D7-614B-934F-BDD25A0A2911}"/>
                </a:ext>
              </a:extLst>
            </p:cNvPr>
            <p:cNvSpPr/>
            <p:nvPr/>
          </p:nvSpPr>
          <p:spPr>
            <a:xfrm>
              <a:off x="2038597"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7" name="Oval 526">
              <a:extLst>
                <a:ext uri="{FF2B5EF4-FFF2-40B4-BE49-F238E27FC236}">
                  <a16:creationId xmlns:a16="http://schemas.microsoft.com/office/drawing/2014/main" id="{4D644C64-DEBA-4543-9406-0929B777C75F}"/>
                </a:ext>
              </a:extLst>
            </p:cNvPr>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8" name="Oval 527">
              <a:extLst>
                <a:ext uri="{FF2B5EF4-FFF2-40B4-BE49-F238E27FC236}">
                  <a16:creationId xmlns:a16="http://schemas.microsoft.com/office/drawing/2014/main" id="{34AD769C-A4EB-7048-A45E-2EA51A7D3188}"/>
                </a:ext>
              </a:extLst>
            </p:cNvPr>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29" name="Group 528">
            <a:extLst>
              <a:ext uri="{FF2B5EF4-FFF2-40B4-BE49-F238E27FC236}">
                <a16:creationId xmlns:a16="http://schemas.microsoft.com/office/drawing/2014/main" id="{EAB38447-5C65-C343-A2BD-3E585929C8F4}"/>
              </a:ext>
            </a:extLst>
          </p:cNvPr>
          <p:cNvGrpSpPr/>
          <p:nvPr/>
        </p:nvGrpSpPr>
        <p:grpSpPr>
          <a:xfrm>
            <a:off x="3733803" y="4995310"/>
            <a:ext cx="423557" cy="423557"/>
            <a:chOff x="2038597" y="3429000"/>
            <a:chExt cx="609600" cy="609600"/>
          </a:xfrm>
        </p:grpSpPr>
        <p:sp>
          <p:nvSpPr>
            <p:cNvPr id="530" name="Rounded Rectangle 529">
              <a:extLst>
                <a:ext uri="{FF2B5EF4-FFF2-40B4-BE49-F238E27FC236}">
                  <a16:creationId xmlns:a16="http://schemas.microsoft.com/office/drawing/2014/main" id="{B46D295E-1D35-C243-9906-FD7ABADEFD22}"/>
                </a:ext>
              </a:extLst>
            </p:cNvPr>
            <p:cNvSpPr/>
            <p:nvPr/>
          </p:nvSpPr>
          <p:spPr>
            <a:xfrm>
              <a:off x="2038597"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1" name="Oval 530">
              <a:extLst>
                <a:ext uri="{FF2B5EF4-FFF2-40B4-BE49-F238E27FC236}">
                  <a16:creationId xmlns:a16="http://schemas.microsoft.com/office/drawing/2014/main" id="{A081DBBF-A720-7045-AA8F-07163635E328}"/>
                </a:ext>
              </a:extLst>
            </p:cNvPr>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2" name="Oval 531">
              <a:extLst>
                <a:ext uri="{FF2B5EF4-FFF2-40B4-BE49-F238E27FC236}">
                  <a16:creationId xmlns:a16="http://schemas.microsoft.com/office/drawing/2014/main" id="{D202ED39-E0C0-8243-982D-1597E5BBA7CB}"/>
                </a:ext>
              </a:extLst>
            </p:cNvPr>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33" name="Group 532">
            <a:extLst>
              <a:ext uri="{FF2B5EF4-FFF2-40B4-BE49-F238E27FC236}">
                <a16:creationId xmlns:a16="http://schemas.microsoft.com/office/drawing/2014/main" id="{D7589E21-49E4-8444-A6D9-210A1078C717}"/>
              </a:ext>
            </a:extLst>
          </p:cNvPr>
          <p:cNvGrpSpPr/>
          <p:nvPr/>
        </p:nvGrpSpPr>
        <p:grpSpPr>
          <a:xfrm>
            <a:off x="3733802" y="5531921"/>
            <a:ext cx="423557" cy="423557"/>
            <a:chOff x="2038597" y="3429000"/>
            <a:chExt cx="609600" cy="609600"/>
          </a:xfrm>
        </p:grpSpPr>
        <p:sp>
          <p:nvSpPr>
            <p:cNvPr id="534" name="Rounded Rectangle 533">
              <a:extLst>
                <a:ext uri="{FF2B5EF4-FFF2-40B4-BE49-F238E27FC236}">
                  <a16:creationId xmlns:a16="http://schemas.microsoft.com/office/drawing/2014/main" id="{591A092D-B90B-E04C-9548-84BBC18D50CC}"/>
                </a:ext>
              </a:extLst>
            </p:cNvPr>
            <p:cNvSpPr/>
            <p:nvPr/>
          </p:nvSpPr>
          <p:spPr>
            <a:xfrm>
              <a:off x="2038597"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5" name="Oval 534">
              <a:extLst>
                <a:ext uri="{FF2B5EF4-FFF2-40B4-BE49-F238E27FC236}">
                  <a16:creationId xmlns:a16="http://schemas.microsoft.com/office/drawing/2014/main" id="{D82957F0-64E7-9D45-B51E-13A0BC763C0D}"/>
                </a:ext>
              </a:extLst>
            </p:cNvPr>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6" name="Oval 535">
              <a:extLst>
                <a:ext uri="{FF2B5EF4-FFF2-40B4-BE49-F238E27FC236}">
                  <a16:creationId xmlns:a16="http://schemas.microsoft.com/office/drawing/2014/main" id="{110D5794-4A89-0140-996D-7CBC7C4D2143}"/>
                </a:ext>
              </a:extLst>
            </p:cNvPr>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37" name="Group 536">
            <a:extLst>
              <a:ext uri="{FF2B5EF4-FFF2-40B4-BE49-F238E27FC236}">
                <a16:creationId xmlns:a16="http://schemas.microsoft.com/office/drawing/2014/main" id="{362E9F5D-15C2-6540-8333-3E30A7691648}"/>
              </a:ext>
            </a:extLst>
          </p:cNvPr>
          <p:cNvGrpSpPr/>
          <p:nvPr/>
        </p:nvGrpSpPr>
        <p:grpSpPr>
          <a:xfrm>
            <a:off x="3733801" y="6104157"/>
            <a:ext cx="423557" cy="423557"/>
            <a:chOff x="2038597" y="3429000"/>
            <a:chExt cx="609600" cy="609600"/>
          </a:xfrm>
        </p:grpSpPr>
        <p:sp>
          <p:nvSpPr>
            <p:cNvPr id="538" name="Rounded Rectangle 537">
              <a:extLst>
                <a:ext uri="{FF2B5EF4-FFF2-40B4-BE49-F238E27FC236}">
                  <a16:creationId xmlns:a16="http://schemas.microsoft.com/office/drawing/2014/main" id="{30C88A12-C920-964B-AF40-F65A4972E5B4}"/>
                </a:ext>
              </a:extLst>
            </p:cNvPr>
            <p:cNvSpPr/>
            <p:nvPr/>
          </p:nvSpPr>
          <p:spPr>
            <a:xfrm>
              <a:off x="2038597"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9" name="Oval 538">
              <a:extLst>
                <a:ext uri="{FF2B5EF4-FFF2-40B4-BE49-F238E27FC236}">
                  <a16:creationId xmlns:a16="http://schemas.microsoft.com/office/drawing/2014/main" id="{C3247EC2-23A8-674E-9924-F4E852F55A93}"/>
                </a:ext>
              </a:extLst>
            </p:cNvPr>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0" name="Oval 539">
              <a:extLst>
                <a:ext uri="{FF2B5EF4-FFF2-40B4-BE49-F238E27FC236}">
                  <a16:creationId xmlns:a16="http://schemas.microsoft.com/office/drawing/2014/main" id="{91DAD2DE-A2B5-3E41-8FA0-A99ADC3D7286}"/>
                </a:ext>
              </a:extLst>
            </p:cNvPr>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41" name="Slide Number Placeholder 3">
            <a:extLst>
              <a:ext uri="{FF2B5EF4-FFF2-40B4-BE49-F238E27FC236}">
                <a16:creationId xmlns:a16="http://schemas.microsoft.com/office/drawing/2014/main" id="{66F12D03-5FE7-AE41-A59F-A92298F57878}"/>
              </a:ext>
            </a:extLst>
          </p:cNvPr>
          <p:cNvSpPr txBox="1">
            <a:spLocks/>
          </p:cNvSpPr>
          <p:nvPr/>
        </p:nvSpPr>
        <p:spPr>
          <a:xfrm>
            <a:off x="5588811" y="6153304"/>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a:pPr/>
              <a:t>11</a:t>
            </a:fld>
            <a:endParaRPr lang="en-US" altLang="zh-TW"/>
          </a:p>
        </p:txBody>
      </p:sp>
      <p:grpSp>
        <p:nvGrpSpPr>
          <p:cNvPr id="542" name="Group 541">
            <a:extLst>
              <a:ext uri="{FF2B5EF4-FFF2-40B4-BE49-F238E27FC236}">
                <a16:creationId xmlns:a16="http://schemas.microsoft.com/office/drawing/2014/main" id="{BC9E1E72-FB77-DE41-8D5C-48669EDB81FE}"/>
              </a:ext>
            </a:extLst>
          </p:cNvPr>
          <p:cNvGrpSpPr/>
          <p:nvPr/>
        </p:nvGrpSpPr>
        <p:grpSpPr>
          <a:xfrm>
            <a:off x="5791071" y="3352801"/>
            <a:ext cx="423557" cy="423557"/>
            <a:chOff x="1219200" y="3429000"/>
            <a:chExt cx="609600" cy="609600"/>
          </a:xfrm>
        </p:grpSpPr>
        <p:sp>
          <p:nvSpPr>
            <p:cNvPr id="543" name="Rounded Rectangle 542">
              <a:extLst>
                <a:ext uri="{FF2B5EF4-FFF2-40B4-BE49-F238E27FC236}">
                  <a16:creationId xmlns:a16="http://schemas.microsoft.com/office/drawing/2014/main" id="{9943E510-2233-3A41-BE3A-7105A0A82870}"/>
                </a:ext>
              </a:extLst>
            </p:cNvPr>
            <p:cNvSpPr/>
            <p:nvPr/>
          </p:nvSpPr>
          <p:spPr>
            <a:xfrm>
              <a:off x="1219200"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4" name="Oval 543">
              <a:extLst>
                <a:ext uri="{FF2B5EF4-FFF2-40B4-BE49-F238E27FC236}">
                  <a16:creationId xmlns:a16="http://schemas.microsoft.com/office/drawing/2014/main" id="{965B2042-E600-2242-8C5E-04B057D1F215}"/>
                </a:ext>
              </a:extLst>
            </p:cNvPr>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5" name="Group 544">
            <a:extLst>
              <a:ext uri="{FF2B5EF4-FFF2-40B4-BE49-F238E27FC236}">
                <a16:creationId xmlns:a16="http://schemas.microsoft.com/office/drawing/2014/main" id="{22C04F96-2578-2E48-B6B9-F6165A3E3EA7}"/>
              </a:ext>
            </a:extLst>
          </p:cNvPr>
          <p:cNvGrpSpPr/>
          <p:nvPr/>
        </p:nvGrpSpPr>
        <p:grpSpPr>
          <a:xfrm>
            <a:off x="5787116" y="3896254"/>
            <a:ext cx="423557" cy="423557"/>
            <a:chOff x="2038597" y="3429000"/>
            <a:chExt cx="609600" cy="609600"/>
          </a:xfrm>
        </p:grpSpPr>
        <p:sp>
          <p:nvSpPr>
            <p:cNvPr id="546" name="Rounded Rectangle 545">
              <a:extLst>
                <a:ext uri="{FF2B5EF4-FFF2-40B4-BE49-F238E27FC236}">
                  <a16:creationId xmlns:a16="http://schemas.microsoft.com/office/drawing/2014/main" id="{95A76E27-A1B8-1D49-BEE7-25B23DDE3179}"/>
                </a:ext>
              </a:extLst>
            </p:cNvPr>
            <p:cNvSpPr/>
            <p:nvPr/>
          </p:nvSpPr>
          <p:spPr>
            <a:xfrm>
              <a:off x="2038597"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7" name="Oval 546">
              <a:extLst>
                <a:ext uri="{FF2B5EF4-FFF2-40B4-BE49-F238E27FC236}">
                  <a16:creationId xmlns:a16="http://schemas.microsoft.com/office/drawing/2014/main" id="{13AF6858-624A-E04C-BD40-8745D2EE7ECE}"/>
                </a:ext>
              </a:extLst>
            </p:cNvPr>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8" name="Oval 547">
              <a:extLst>
                <a:ext uri="{FF2B5EF4-FFF2-40B4-BE49-F238E27FC236}">
                  <a16:creationId xmlns:a16="http://schemas.microsoft.com/office/drawing/2014/main" id="{5C590D0B-6C6F-804B-B772-6DE54840C18A}"/>
                </a:ext>
              </a:extLst>
            </p:cNvPr>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9" name="Group 548">
            <a:extLst>
              <a:ext uri="{FF2B5EF4-FFF2-40B4-BE49-F238E27FC236}">
                <a16:creationId xmlns:a16="http://schemas.microsoft.com/office/drawing/2014/main" id="{0BF11224-C73B-9A46-AE58-42098E2CF0F6}"/>
              </a:ext>
            </a:extLst>
          </p:cNvPr>
          <p:cNvGrpSpPr/>
          <p:nvPr/>
        </p:nvGrpSpPr>
        <p:grpSpPr>
          <a:xfrm>
            <a:off x="5791071" y="4439707"/>
            <a:ext cx="423557" cy="423557"/>
            <a:chOff x="2857994" y="3429000"/>
            <a:chExt cx="609600" cy="609600"/>
          </a:xfrm>
        </p:grpSpPr>
        <p:sp>
          <p:nvSpPr>
            <p:cNvPr id="550" name="Rounded Rectangle 549">
              <a:extLst>
                <a:ext uri="{FF2B5EF4-FFF2-40B4-BE49-F238E27FC236}">
                  <a16:creationId xmlns:a16="http://schemas.microsoft.com/office/drawing/2014/main" id="{773BCDA0-B006-D44F-8B91-18A391667F4E}"/>
                </a:ext>
              </a:extLst>
            </p:cNvPr>
            <p:cNvSpPr/>
            <p:nvPr/>
          </p:nvSpPr>
          <p:spPr>
            <a:xfrm>
              <a:off x="2857994"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1" name="Oval 550">
              <a:extLst>
                <a:ext uri="{FF2B5EF4-FFF2-40B4-BE49-F238E27FC236}">
                  <a16:creationId xmlns:a16="http://schemas.microsoft.com/office/drawing/2014/main" id="{9DA29AB1-022D-C242-815D-855AA1EF2AC0}"/>
                </a:ext>
              </a:extLst>
            </p:cNvPr>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2" name="Oval 551">
              <a:extLst>
                <a:ext uri="{FF2B5EF4-FFF2-40B4-BE49-F238E27FC236}">
                  <a16:creationId xmlns:a16="http://schemas.microsoft.com/office/drawing/2014/main" id="{768930E7-D6EA-3B49-8763-71C3C22E05CB}"/>
                </a:ext>
              </a:extLst>
            </p:cNvPr>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3" name="Oval 552">
              <a:extLst>
                <a:ext uri="{FF2B5EF4-FFF2-40B4-BE49-F238E27FC236}">
                  <a16:creationId xmlns:a16="http://schemas.microsoft.com/office/drawing/2014/main" id="{DADD9F8F-75D1-124C-AB4C-4BDAC5134A25}"/>
                </a:ext>
              </a:extLst>
            </p:cNvPr>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54" name="Group 553">
            <a:extLst>
              <a:ext uri="{FF2B5EF4-FFF2-40B4-BE49-F238E27FC236}">
                <a16:creationId xmlns:a16="http://schemas.microsoft.com/office/drawing/2014/main" id="{760C69A9-3DEB-3B44-838F-08B385EF4F78}"/>
              </a:ext>
            </a:extLst>
          </p:cNvPr>
          <p:cNvGrpSpPr/>
          <p:nvPr/>
        </p:nvGrpSpPr>
        <p:grpSpPr>
          <a:xfrm>
            <a:off x="5776432" y="4983160"/>
            <a:ext cx="423557" cy="423557"/>
            <a:chOff x="3697186" y="3428010"/>
            <a:chExt cx="609600" cy="609600"/>
          </a:xfrm>
        </p:grpSpPr>
        <p:sp>
          <p:nvSpPr>
            <p:cNvPr id="555" name="Rounded Rectangle 554">
              <a:extLst>
                <a:ext uri="{FF2B5EF4-FFF2-40B4-BE49-F238E27FC236}">
                  <a16:creationId xmlns:a16="http://schemas.microsoft.com/office/drawing/2014/main" id="{A8F2B24F-5481-B34C-BC70-A82EA3DB8DC9}"/>
                </a:ext>
              </a:extLst>
            </p:cNvPr>
            <p:cNvSpPr/>
            <p:nvPr/>
          </p:nvSpPr>
          <p:spPr>
            <a:xfrm>
              <a:off x="3697186"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6" name="Oval 555">
              <a:extLst>
                <a:ext uri="{FF2B5EF4-FFF2-40B4-BE49-F238E27FC236}">
                  <a16:creationId xmlns:a16="http://schemas.microsoft.com/office/drawing/2014/main" id="{84A0A644-96BA-2A4C-B9F9-32295C0DED0E}"/>
                </a:ext>
              </a:extLst>
            </p:cNvPr>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7" name="Oval 556">
              <a:extLst>
                <a:ext uri="{FF2B5EF4-FFF2-40B4-BE49-F238E27FC236}">
                  <a16:creationId xmlns:a16="http://schemas.microsoft.com/office/drawing/2014/main" id="{93462331-8E49-BF49-AC76-CD9B01C41F48}"/>
                </a:ext>
              </a:extLst>
            </p:cNvPr>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8" name="Oval 557">
              <a:extLst>
                <a:ext uri="{FF2B5EF4-FFF2-40B4-BE49-F238E27FC236}">
                  <a16:creationId xmlns:a16="http://schemas.microsoft.com/office/drawing/2014/main" id="{F2DBA927-BAAE-0848-B4F7-AA923B27822B}"/>
                </a:ext>
              </a:extLst>
            </p:cNvPr>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9" name="Oval 558">
              <a:extLst>
                <a:ext uri="{FF2B5EF4-FFF2-40B4-BE49-F238E27FC236}">
                  <a16:creationId xmlns:a16="http://schemas.microsoft.com/office/drawing/2014/main" id="{34215D0A-2ABF-E448-90CA-56990A86122D}"/>
                </a:ext>
              </a:extLst>
            </p:cNvPr>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60" name="Group 559">
            <a:extLst>
              <a:ext uri="{FF2B5EF4-FFF2-40B4-BE49-F238E27FC236}">
                <a16:creationId xmlns:a16="http://schemas.microsoft.com/office/drawing/2014/main" id="{C301D33A-711D-B14A-8CD9-B56AE6B42C9C}"/>
              </a:ext>
            </a:extLst>
          </p:cNvPr>
          <p:cNvGrpSpPr/>
          <p:nvPr/>
        </p:nvGrpSpPr>
        <p:grpSpPr>
          <a:xfrm>
            <a:off x="5776432" y="5546028"/>
            <a:ext cx="423557" cy="423557"/>
            <a:chOff x="4516583" y="3428010"/>
            <a:chExt cx="609600" cy="609600"/>
          </a:xfrm>
        </p:grpSpPr>
        <p:sp>
          <p:nvSpPr>
            <p:cNvPr id="561" name="Rounded Rectangle 560">
              <a:extLst>
                <a:ext uri="{FF2B5EF4-FFF2-40B4-BE49-F238E27FC236}">
                  <a16:creationId xmlns:a16="http://schemas.microsoft.com/office/drawing/2014/main" id="{06B8265E-E997-0241-B7B6-EFB0D139ECE1}"/>
                </a:ext>
              </a:extLst>
            </p:cNvPr>
            <p:cNvSpPr/>
            <p:nvPr/>
          </p:nvSpPr>
          <p:spPr>
            <a:xfrm>
              <a:off x="4516583"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2" name="Oval 561">
              <a:extLst>
                <a:ext uri="{FF2B5EF4-FFF2-40B4-BE49-F238E27FC236}">
                  <a16:creationId xmlns:a16="http://schemas.microsoft.com/office/drawing/2014/main" id="{0C380C6E-CD2A-F447-9232-5FE1EB79B6D7}"/>
                </a:ext>
              </a:extLst>
            </p:cNvPr>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3" name="Oval 562">
              <a:extLst>
                <a:ext uri="{FF2B5EF4-FFF2-40B4-BE49-F238E27FC236}">
                  <a16:creationId xmlns:a16="http://schemas.microsoft.com/office/drawing/2014/main" id="{69961E0F-C7A1-BC42-8D37-3F81147032AE}"/>
                </a:ext>
              </a:extLst>
            </p:cNvPr>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4" name="Oval 563">
              <a:extLst>
                <a:ext uri="{FF2B5EF4-FFF2-40B4-BE49-F238E27FC236}">
                  <a16:creationId xmlns:a16="http://schemas.microsoft.com/office/drawing/2014/main" id="{E6361A8E-ED19-8945-96D7-D5A7FC189985}"/>
                </a:ext>
              </a:extLst>
            </p:cNvPr>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5" name="Oval 564">
              <a:extLst>
                <a:ext uri="{FF2B5EF4-FFF2-40B4-BE49-F238E27FC236}">
                  <a16:creationId xmlns:a16="http://schemas.microsoft.com/office/drawing/2014/main" id="{E10D389A-DD35-9345-A185-40FD03220236}"/>
                </a:ext>
              </a:extLst>
            </p:cNvPr>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6" name="Oval 565">
              <a:extLst>
                <a:ext uri="{FF2B5EF4-FFF2-40B4-BE49-F238E27FC236}">
                  <a16:creationId xmlns:a16="http://schemas.microsoft.com/office/drawing/2014/main" id="{65D1051F-77C1-2E45-AE5E-8FE2F7EED8C3}"/>
                </a:ext>
              </a:extLst>
            </p:cNvPr>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67" name="Group 566">
            <a:extLst>
              <a:ext uri="{FF2B5EF4-FFF2-40B4-BE49-F238E27FC236}">
                <a16:creationId xmlns:a16="http://schemas.microsoft.com/office/drawing/2014/main" id="{220DB5BE-527B-A042-A5F0-24E89660248F}"/>
              </a:ext>
            </a:extLst>
          </p:cNvPr>
          <p:cNvGrpSpPr/>
          <p:nvPr/>
        </p:nvGrpSpPr>
        <p:grpSpPr>
          <a:xfrm>
            <a:off x="5776432" y="6090686"/>
            <a:ext cx="423557" cy="423557"/>
            <a:chOff x="5359334" y="3425040"/>
            <a:chExt cx="609600" cy="609600"/>
          </a:xfrm>
        </p:grpSpPr>
        <p:sp>
          <p:nvSpPr>
            <p:cNvPr id="568" name="Rounded Rectangle 567">
              <a:extLst>
                <a:ext uri="{FF2B5EF4-FFF2-40B4-BE49-F238E27FC236}">
                  <a16:creationId xmlns:a16="http://schemas.microsoft.com/office/drawing/2014/main" id="{32027592-78B2-3A46-A16A-7FE2582E2613}"/>
                </a:ext>
              </a:extLst>
            </p:cNvPr>
            <p:cNvSpPr/>
            <p:nvPr/>
          </p:nvSpPr>
          <p:spPr>
            <a:xfrm>
              <a:off x="5359334" y="342504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9" name="Oval 568">
              <a:extLst>
                <a:ext uri="{FF2B5EF4-FFF2-40B4-BE49-F238E27FC236}">
                  <a16:creationId xmlns:a16="http://schemas.microsoft.com/office/drawing/2014/main" id="{5F81E5AA-2FB7-BF48-807C-C8D04FE14BA2}"/>
                </a:ext>
              </a:extLst>
            </p:cNvPr>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0" name="Oval 569">
              <a:extLst>
                <a:ext uri="{FF2B5EF4-FFF2-40B4-BE49-F238E27FC236}">
                  <a16:creationId xmlns:a16="http://schemas.microsoft.com/office/drawing/2014/main" id="{48D9A7AB-88E4-C045-9AE9-BC477124E10B}"/>
                </a:ext>
              </a:extLst>
            </p:cNvPr>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1" name="Oval 570">
              <a:extLst>
                <a:ext uri="{FF2B5EF4-FFF2-40B4-BE49-F238E27FC236}">
                  <a16:creationId xmlns:a16="http://schemas.microsoft.com/office/drawing/2014/main" id="{FB845E89-DBE4-454B-9BA3-8A270CF78DF9}"/>
                </a:ext>
              </a:extLst>
            </p:cNvPr>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Oval 571">
              <a:extLst>
                <a:ext uri="{FF2B5EF4-FFF2-40B4-BE49-F238E27FC236}">
                  <a16:creationId xmlns:a16="http://schemas.microsoft.com/office/drawing/2014/main" id="{8484600F-0F11-794B-93D5-08A49129D2C7}"/>
                </a:ext>
              </a:extLst>
            </p:cNvPr>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3" name="Oval 572">
              <a:extLst>
                <a:ext uri="{FF2B5EF4-FFF2-40B4-BE49-F238E27FC236}">
                  <a16:creationId xmlns:a16="http://schemas.microsoft.com/office/drawing/2014/main" id="{592DEE2F-BCE0-D945-9C70-2DF8FB37777B}"/>
                </a:ext>
              </a:extLst>
            </p:cNvPr>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4" name="Oval 573">
              <a:extLst>
                <a:ext uri="{FF2B5EF4-FFF2-40B4-BE49-F238E27FC236}">
                  <a16:creationId xmlns:a16="http://schemas.microsoft.com/office/drawing/2014/main" id="{02116C4A-BDBE-1F4B-941B-7B6A89E52646}"/>
                </a:ext>
              </a:extLst>
            </p:cNvPr>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5" name="Group 574">
            <a:extLst>
              <a:ext uri="{FF2B5EF4-FFF2-40B4-BE49-F238E27FC236}">
                <a16:creationId xmlns:a16="http://schemas.microsoft.com/office/drawing/2014/main" id="{BE69B898-CCAD-8748-930C-0D4634E57DA3}"/>
              </a:ext>
            </a:extLst>
          </p:cNvPr>
          <p:cNvGrpSpPr/>
          <p:nvPr/>
        </p:nvGrpSpPr>
        <p:grpSpPr>
          <a:xfrm>
            <a:off x="5181601" y="5543109"/>
            <a:ext cx="423557" cy="423557"/>
            <a:chOff x="2857994" y="3429000"/>
            <a:chExt cx="609600" cy="609600"/>
          </a:xfrm>
        </p:grpSpPr>
        <p:sp>
          <p:nvSpPr>
            <p:cNvPr id="576" name="Rounded Rectangle 575">
              <a:extLst>
                <a:ext uri="{FF2B5EF4-FFF2-40B4-BE49-F238E27FC236}">
                  <a16:creationId xmlns:a16="http://schemas.microsoft.com/office/drawing/2014/main" id="{848641CA-B5BD-F44B-A90C-9577E609B855}"/>
                </a:ext>
              </a:extLst>
            </p:cNvPr>
            <p:cNvSpPr/>
            <p:nvPr/>
          </p:nvSpPr>
          <p:spPr>
            <a:xfrm>
              <a:off x="2857994"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7" name="Oval 576">
              <a:extLst>
                <a:ext uri="{FF2B5EF4-FFF2-40B4-BE49-F238E27FC236}">
                  <a16:creationId xmlns:a16="http://schemas.microsoft.com/office/drawing/2014/main" id="{CB36E2A4-5505-0645-8870-5736056CA312}"/>
                </a:ext>
              </a:extLst>
            </p:cNvPr>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8" name="Oval 577">
              <a:extLst>
                <a:ext uri="{FF2B5EF4-FFF2-40B4-BE49-F238E27FC236}">
                  <a16:creationId xmlns:a16="http://schemas.microsoft.com/office/drawing/2014/main" id="{1F303512-744C-4B41-BBF5-64C4BAF504BB}"/>
                </a:ext>
              </a:extLst>
            </p:cNvPr>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9" name="Oval 578">
              <a:extLst>
                <a:ext uri="{FF2B5EF4-FFF2-40B4-BE49-F238E27FC236}">
                  <a16:creationId xmlns:a16="http://schemas.microsoft.com/office/drawing/2014/main" id="{71E0EBB4-F9CD-2D4F-8B6D-73D5DA050341}"/>
                </a:ext>
              </a:extLst>
            </p:cNvPr>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80" name="Group 579">
            <a:extLst>
              <a:ext uri="{FF2B5EF4-FFF2-40B4-BE49-F238E27FC236}">
                <a16:creationId xmlns:a16="http://schemas.microsoft.com/office/drawing/2014/main" id="{D82C4222-24E0-F54A-B499-203786FC03C1}"/>
              </a:ext>
            </a:extLst>
          </p:cNvPr>
          <p:cNvGrpSpPr/>
          <p:nvPr/>
        </p:nvGrpSpPr>
        <p:grpSpPr>
          <a:xfrm>
            <a:off x="5181601" y="4999652"/>
            <a:ext cx="423557" cy="423557"/>
            <a:chOff x="2857994" y="3429000"/>
            <a:chExt cx="609600" cy="609600"/>
          </a:xfrm>
        </p:grpSpPr>
        <p:sp>
          <p:nvSpPr>
            <p:cNvPr id="581" name="Rounded Rectangle 580">
              <a:extLst>
                <a:ext uri="{FF2B5EF4-FFF2-40B4-BE49-F238E27FC236}">
                  <a16:creationId xmlns:a16="http://schemas.microsoft.com/office/drawing/2014/main" id="{579E351B-82A6-5843-A088-A58E2D7E5B03}"/>
                </a:ext>
              </a:extLst>
            </p:cNvPr>
            <p:cNvSpPr/>
            <p:nvPr/>
          </p:nvSpPr>
          <p:spPr>
            <a:xfrm>
              <a:off x="2857994"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2" name="Oval 581">
              <a:extLst>
                <a:ext uri="{FF2B5EF4-FFF2-40B4-BE49-F238E27FC236}">
                  <a16:creationId xmlns:a16="http://schemas.microsoft.com/office/drawing/2014/main" id="{F5CAE712-782B-164A-BD8A-B24F2576EB36}"/>
                </a:ext>
              </a:extLst>
            </p:cNvPr>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3" name="Oval 582">
              <a:extLst>
                <a:ext uri="{FF2B5EF4-FFF2-40B4-BE49-F238E27FC236}">
                  <a16:creationId xmlns:a16="http://schemas.microsoft.com/office/drawing/2014/main" id="{06444F4E-8B2E-8A40-A9B4-4A8D6C24270B}"/>
                </a:ext>
              </a:extLst>
            </p:cNvPr>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4" name="Oval 583">
              <a:extLst>
                <a:ext uri="{FF2B5EF4-FFF2-40B4-BE49-F238E27FC236}">
                  <a16:creationId xmlns:a16="http://schemas.microsoft.com/office/drawing/2014/main" id="{4BFD41C1-104C-E148-8238-FC5C3A94A040}"/>
                </a:ext>
              </a:extLst>
            </p:cNvPr>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85" name="Group 584">
            <a:extLst>
              <a:ext uri="{FF2B5EF4-FFF2-40B4-BE49-F238E27FC236}">
                <a16:creationId xmlns:a16="http://schemas.microsoft.com/office/drawing/2014/main" id="{EE616799-134B-D743-B917-CD7D4F61A1E2}"/>
              </a:ext>
            </a:extLst>
          </p:cNvPr>
          <p:cNvGrpSpPr/>
          <p:nvPr/>
        </p:nvGrpSpPr>
        <p:grpSpPr>
          <a:xfrm>
            <a:off x="5181601" y="4456195"/>
            <a:ext cx="423557" cy="423557"/>
            <a:chOff x="2857994" y="3429000"/>
            <a:chExt cx="609600" cy="609600"/>
          </a:xfrm>
        </p:grpSpPr>
        <p:sp>
          <p:nvSpPr>
            <p:cNvPr id="586" name="Rounded Rectangle 585">
              <a:extLst>
                <a:ext uri="{FF2B5EF4-FFF2-40B4-BE49-F238E27FC236}">
                  <a16:creationId xmlns:a16="http://schemas.microsoft.com/office/drawing/2014/main" id="{A97A6E99-2166-0D4E-BE7D-BE4B0D268188}"/>
                </a:ext>
              </a:extLst>
            </p:cNvPr>
            <p:cNvSpPr/>
            <p:nvPr/>
          </p:nvSpPr>
          <p:spPr>
            <a:xfrm>
              <a:off x="2857994"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Oval 586">
              <a:extLst>
                <a:ext uri="{FF2B5EF4-FFF2-40B4-BE49-F238E27FC236}">
                  <a16:creationId xmlns:a16="http://schemas.microsoft.com/office/drawing/2014/main" id="{F1054677-6906-8448-B4BE-94138D0685EE}"/>
                </a:ext>
              </a:extLst>
            </p:cNvPr>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Oval 587">
              <a:extLst>
                <a:ext uri="{FF2B5EF4-FFF2-40B4-BE49-F238E27FC236}">
                  <a16:creationId xmlns:a16="http://schemas.microsoft.com/office/drawing/2014/main" id="{65667DE4-C0CD-3047-8787-2A7CA3E592C5}"/>
                </a:ext>
              </a:extLst>
            </p:cNvPr>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Oval 588">
              <a:extLst>
                <a:ext uri="{FF2B5EF4-FFF2-40B4-BE49-F238E27FC236}">
                  <a16:creationId xmlns:a16="http://schemas.microsoft.com/office/drawing/2014/main" id="{A4524693-FC86-4243-9C36-7EF049F6720A}"/>
                </a:ext>
              </a:extLst>
            </p:cNvPr>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90" name="Group 589">
            <a:extLst>
              <a:ext uri="{FF2B5EF4-FFF2-40B4-BE49-F238E27FC236}">
                <a16:creationId xmlns:a16="http://schemas.microsoft.com/office/drawing/2014/main" id="{ED00A2D7-B791-7349-9D54-5B746BF0A1B1}"/>
              </a:ext>
            </a:extLst>
          </p:cNvPr>
          <p:cNvGrpSpPr/>
          <p:nvPr/>
        </p:nvGrpSpPr>
        <p:grpSpPr>
          <a:xfrm>
            <a:off x="5181601" y="3912738"/>
            <a:ext cx="423557" cy="423557"/>
            <a:chOff x="2857994" y="3429000"/>
            <a:chExt cx="609600" cy="609600"/>
          </a:xfrm>
        </p:grpSpPr>
        <p:sp>
          <p:nvSpPr>
            <p:cNvPr id="591" name="Rounded Rectangle 590">
              <a:extLst>
                <a:ext uri="{FF2B5EF4-FFF2-40B4-BE49-F238E27FC236}">
                  <a16:creationId xmlns:a16="http://schemas.microsoft.com/office/drawing/2014/main" id="{592E10C0-FFF9-4048-8D63-1D2D2CD7E2B1}"/>
                </a:ext>
              </a:extLst>
            </p:cNvPr>
            <p:cNvSpPr/>
            <p:nvPr/>
          </p:nvSpPr>
          <p:spPr>
            <a:xfrm>
              <a:off x="2857994"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2" name="Oval 591">
              <a:extLst>
                <a:ext uri="{FF2B5EF4-FFF2-40B4-BE49-F238E27FC236}">
                  <a16:creationId xmlns:a16="http://schemas.microsoft.com/office/drawing/2014/main" id="{6F330225-D0B1-7743-B503-D5FA3DADE64B}"/>
                </a:ext>
              </a:extLst>
            </p:cNvPr>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3" name="Oval 592">
              <a:extLst>
                <a:ext uri="{FF2B5EF4-FFF2-40B4-BE49-F238E27FC236}">
                  <a16:creationId xmlns:a16="http://schemas.microsoft.com/office/drawing/2014/main" id="{39F019E6-B0C0-A74C-AC4C-B18C572415A6}"/>
                </a:ext>
              </a:extLst>
            </p:cNvPr>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4" name="Oval 593">
              <a:extLst>
                <a:ext uri="{FF2B5EF4-FFF2-40B4-BE49-F238E27FC236}">
                  <a16:creationId xmlns:a16="http://schemas.microsoft.com/office/drawing/2014/main" id="{BFFD587C-9DC8-5140-80DB-42AF65AF2235}"/>
                </a:ext>
              </a:extLst>
            </p:cNvPr>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95" name="Group 594">
            <a:extLst>
              <a:ext uri="{FF2B5EF4-FFF2-40B4-BE49-F238E27FC236}">
                <a16:creationId xmlns:a16="http://schemas.microsoft.com/office/drawing/2014/main" id="{FFE7B1DB-8273-8D4E-9AD9-FA1C162BD3D5}"/>
              </a:ext>
            </a:extLst>
          </p:cNvPr>
          <p:cNvGrpSpPr/>
          <p:nvPr/>
        </p:nvGrpSpPr>
        <p:grpSpPr>
          <a:xfrm>
            <a:off x="5181601" y="3369281"/>
            <a:ext cx="423557" cy="423557"/>
            <a:chOff x="2857994" y="3429000"/>
            <a:chExt cx="609600" cy="609600"/>
          </a:xfrm>
        </p:grpSpPr>
        <p:sp>
          <p:nvSpPr>
            <p:cNvPr id="596" name="Rounded Rectangle 595">
              <a:extLst>
                <a:ext uri="{FF2B5EF4-FFF2-40B4-BE49-F238E27FC236}">
                  <a16:creationId xmlns:a16="http://schemas.microsoft.com/office/drawing/2014/main" id="{7576418E-55B5-A641-A738-A5651C216174}"/>
                </a:ext>
              </a:extLst>
            </p:cNvPr>
            <p:cNvSpPr/>
            <p:nvPr/>
          </p:nvSpPr>
          <p:spPr>
            <a:xfrm>
              <a:off x="2857994"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7" name="Oval 596">
              <a:extLst>
                <a:ext uri="{FF2B5EF4-FFF2-40B4-BE49-F238E27FC236}">
                  <a16:creationId xmlns:a16="http://schemas.microsoft.com/office/drawing/2014/main" id="{5A3BC274-482F-E64B-8172-228D040A9C54}"/>
                </a:ext>
              </a:extLst>
            </p:cNvPr>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8" name="Oval 597">
              <a:extLst>
                <a:ext uri="{FF2B5EF4-FFF2-40B4-BE49-F238E27FC236}">
                  <a16:creationId xmlns:a16="http://schemas.microsoft.com/office/drawing/2014/main" id="{A8739E9C-13EF-894F-BDF4-9F5C3E1516B7}"/>
                </a:ext>
              </a:extLst>
            </p:cNvPr>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9" name="Oval 598">
              <a:extLst>
                <a:ext uri="{FF2B5EF4-FFF2-40B4-BE49-F238E27FC236}">
                  <a16:creationId xmlns:a16="http://schemas.microsoft.com/office/drawing/2014/main" id="{BBCC42BF-2B3C-3345-BE19-1F28F3BCEB36}"/>
                </a:ext>
              </a:extLst>
            </p:cNvPr>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00" name="Slide Number Placeholder 3">
            <a:extLst>
              <a:ext uri="{FF2B5EF4-FFF2-40B4-BE49-F238E27FC236}">
                <a16:creationId xmlns:a16="http://schemas.microsoft.com/office/drawing/2014/main" id="{B805A653-9867-A042-AC3E-63E6656B8355}"/>
              </a:ext>
            </a:extLst>
          </p:cNvPr>
          <p:cNvSpPr txBox="1">
            <a:spLocks/>
          </p:cNvSpPr>
          <p:nvPr/>
        </p:nvSpPr>
        <p:spPr>
          <a:xfrm>
            <a:off x="6994184" y="6151846"/>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a:pPr/>
              <a:t>11</a:t>
            </a:fld>
            <a:endParaRPr lang="en-US" altLang="zh-TW"/>
          </a:p>
        </p:txBody>
      </p:sp>
      <p:grpSp>
        <p:nvGrpSpPr>
          <p:cNvPr id="601" name="Group 600">
            <a:extLst>
              <a:ext uri="{FF2B5EF4-FFF2-40B4-BE49-F238E27FC236}">
                <a16:creationId xmlns:a16="http://schemas.microsoft.com/office/drawing/2014/main" id="{DFA58AB2-7B29-A44F-BDAE-27531CD01962}"/>
              </a:ext>
            </a:extLst>
          </p:cNvPr>
          <p:cNvGrpSpPr/>
          <p:nvPr/>
        </p:nvGrpSpPr>
        <p:grpSpPr>
          <a:xfrm>
            <a:off x="7196444" y="3351343"/>
            <a:ext cx="423557" cy="423557"/>
            <a:chOff x="1219200" y="3429000"/>
            <a:chExt cx="609600" cy="609600"/>
          </a:xfrm>
        </p:grpSpPr>
        <p:sp>
          <p:nvSpPr>
            <p:cNvPr id="602" name="Rounded Rectangle 601">
              <a:extLst>
                <a:ext uri="{FF2B5EF4-FFF2-40B4-BE49-F238E27FC236}">
                  <a16:creationId xmlns:a16="http://schemas.microsoft.com/office/drawing/2014/main" id="{CC50FEA3-720E-9D41-AA1F-3A0DFA8AB43B}"/>
                </a:ext>
              </a:extLst>
            </p:cNvPr>
            <p:cNvSpPr/>
            <p:nvPr/>
          </p:nvSpPr>
          <p:spPr>
            <a:xfrm>
              <a:off x="1219200"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3" name="Oval 602">
              <a:extLst>
                <a:ext uri="{FF2B5EF4-FFF2-40B4-BE49-F238E27FC236}">
                  <a16:creationId xmlns:a16="http://schemas.microsoft.com/office/drawing/2014/main" id="{4D7E335E-2602-5F40-9859-E01E978D9CA9}"/>
                </a:ext>
              </a:extLst>
            </p:cNvPr>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04" name="Group 603">
            <a:extLst>
              <a:ext uri="{FF2B5EF4-FFF2-40B4-BE49-F238E27FC236}">
                <a16:creationId xmlns:a16="http://schemas.microsoft.com/office/drawing/2014/main" id="{E123D154-7373-BC42-AD89-C677AD86EA5E}"/>
              </a:ext>
            </a:extLst>
          </p:cNvPr>
          <p:cNvGrpSpPr/>
          <p:nvPr/>
        </p:nvGrpSpPr>
        <p:grpSpPr>
          <a:xfrm>
            <a:off x="7192489" y="3894796"/>
            <a:ext cx="423557" cy="423557"/>
            <a:chOff x="2038597" y="3429000"/>
            <a:chExt cx="609600" cy="609600"/>
          </a:xfrm>
        </p:grpSpPr>
        <p:sp>
          <p:nvSpPr>
            <p:cNvPr id="605" name="Rounded Rectangle 604">
              <a:extLst>
                <a:ext uri="{FF2B5EF4-FFF2-40B4-BE49-F238E27FC236}">
                  <a16:creationId xmlns:a16="http://schemas.microsoft.com/office/drawing/2014/main" id="{F2837021-C9E4-AF44-86D9-9AAA2B21736F}"/>
                </a:ext>
              </a:extLst>
            </p:cNvPr>
            <p:cNvSpPr/>
            <p:nvPr/>
          </p:nvSpPr>
          <p:spPr>
            <a:xfrm>
              <a:off x="2038597"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6" name="Oval 605">
              <a:extLst>
                <a:ext uri="{FF2B5EF4-FFF2-40B4-BE49-F238E27FC236}">
                  <a16:creationId xmlns:a16="http://schemas.microsoft.com/office/drawing/2014/main" id="{B9C25D7C-D599-5E42-A3D8-8566673DE6E2}"/>
                </a:ext>
              </a:extLst>
            </p:cNvPr>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7" name="Oval 606">
              <a:extLst>
                <a:ext uri="{FF2B5EF4-FFF2-40B4-BE49-F238E27FC236}">
                  <a16:creationId xmlns:a16="http://schemas.microsoft.com/office/drawing/2014/main" id="{7FE331FE-AD91-9D42-A601-BA9CAA339ED9}"/>
                </a:ext>
              </a:extLst>
            </p:cNvPr>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08" name="Group 607">
            <a:extLst>
              <a:ext uri="{FF2B5EF4-FFF2-40B4-BE49-F238E27FC236}">
                <a16:creationId xmlns:a16="http://schemas.microsoft.com/office/drawing/2014/main" id="{A209D5BD-16DF-BF41-80F6-8670FC181B43}"/>
              </a:ext>
            </a:extLst>
          </p:cNvPr>
          <p:cNvGrpSpPr/>
          <p:nvPr/>
        </p:nvGrpSpPr>
        <p:grpSpPr>
          <a:xfrm>
            <a:off x="7196444" y="4438249"/>
            <a:ext cx="423557" cy="423557"/>
            <a:chOff x="2857994" y="3429000"/>
            <a:chExt cx="609600" cy="609600"/>
          </a:xfrm>
        </p:grpSpPr>
        <p:sp>
          <p:nvSpPr>
            <p:cNvPr id="609" name="Rounded Rectangle 608">
              <a:extLst>
                <a:ext uri="{FF2B5EF4-FFF2-40B4-BE49-F238E27FC236}">
                  <a16:creationId xmlns:a16="http://schemas.microsoft.com/office/drawing/2014/main" id="{49DDC775-DAC8-0B49-9D37-AC17DBFD62C7}"/>
                </a:ext>
              </a:extLst>
            </p:cNvPr>
            <p:cNvSpPr/>
            <p:nvPr/>
          </p:nvSpPr>
          <p:spPr>
            <a:xfrm>
              <a:off x="2857994"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0" name="Oval 609">
              <a:extLst>
                <a:ext uri="{FF2B5EF4-FFF2-40B4-BE49-F238E27FC236}">
                  <a16:creationId xmlns:a16="http://schemas.microsoft.com/office/drawing/2014/main" id="{728DD9D6-9FB7-0E4F-8827-452BA3344850}"/>
                </a:ext>
              </a:extLst>
            </p:cNvPr>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1" name="Oval 610">
              <a:extLst>
                <a:ext uri="{FF2B5EF4-FFF2-40B4-BE49-F238E27FC236}">
                  <a16:creationId xmlns:a16="http://schemas.microsoft.com/office/drawing/2014/main" id="{4544FBF2-C8A4-154A-8349-1B4412C42DA5}"/>
                </a:ext>
              </a:extLst>
            </p:cNvPr>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2" name="Oval 611">
              <a:extLst>
                <a:ext uri="{FF2B5EF4-FFF2-40B4-BE49-F238E27FC236}">
                  <a16:creationId xmlns:a16="http://schemas.microsoft.com/office/drawing/2014/main" id="{4C2BB5F4-995C-FF4A-99A8-6832559936E6}"/>
                </a:ext>
              </a:extLst>
            </p:cNvPr>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3" name="Group 612">
            <a:extLst>
              <a:ext uri="{FF2B5EF4-FFF2-40B4-BE49-F238E27FC236}">
                <a16:creationId xmlns:a16="http://schemas.microsoft.com/office/drawing/2014/main" id="{1B3A9E33-DDC4-E945-A224-56C4A1F74142}"/>
              </a:ext>
            </a:extLst>
          </p:cNvPr>
          <p:cNvGrpSpPr/>
          <p:nvPr/>
        </p:nvGrpSpPr>
        <p:grpSpPr>
          <a:xfrm>
            <a:off x="7181805" y="4981702"/>
            <a:ext cx="423557" cy="423557"/>
            <a:chOff x="3697186" y="3428010"/>
            <a:chExt cx="609600" cy="609600"/>
          </a:xfrm>
        </p:grpSpPr>
        <p:sp>
          <p:nvSpPr>
            <p:cNvPr id="614" name="Rounded Rectangle 613">
              <a:extLst>
                <a:ext uri="{FF2B5EF4-FFF2-40B4-BE49-F238E27FC236}">
                  <a16:creationId xmlns:a16="http://schemas.microsoft.com/office/drawing/2014/main" id="{C03CB337-E531-E944-AEFB-A2B17864B69D}"/>
                </a:ext>
              </a:extLst>
            </p:cNvPr>
            <p:cNvSpPr/>
            <p:nvPr/>
          </p:nvSpPr>
          <p:spPr>
            <a:xfrm>
              <a:off x="3697186"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Oval 614">
              <a:extLst>
                <a:ext uri="{FF2B5EF4-FFF2-40B4-BE49-F238E27FC236}">
                  <a16:creationId xmlns:a16="http://schemas.microsoft.com/office/drawing/2014/main" id="{486CC4EF-9372-AF41-BA4B-B2263215D7D0}"/>
                </a:ext>
              </a:extLst>
            </p:cNvPr>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 name="Oval 615">
              <a:extLst>
                <a:ext uri="{FF2B5EF4-FFF2-40B4-BE49-F238E27FC236}">
                  <a16:creationId xmlns:a16="http://schemas.microsoft.com/office/drawing/2014/main" id="{4C2A0157-EAAD-714B-8337-E084D3E04A38}"/>
                </a:ext>
              </a:extLst>
            </p:cNvPr>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Oval 616">
              <a:extLst>
                <a:ext uri="{FF2B5EF4-FFF2-40B4-BE49-F238E27FC236}">
                  <a16:creationId xmlns:a16="http://schemas.microsoft.com/office/drawing/2014/main" id="{7850F912-0D72-5E46-BB3F-8735C3B74A29}"/>
                </a:ext>
              </a:extLst>
            </p:cNvPr>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8" name="Oval 617">
              <a:extLst>
                <a:ext uri="{FF2B5EF4-FFF2-40B4-BE49-F238E27FC236}">
                  <a16:creationId xmlns:a16="http://schemas.microsoft.com/office/drawing/2014/main" id="{94A45BF2-1925-C64C-8695-DBDA718ED750}"/>
                </a:ext>
              </a:extLst>
            </p:cNvPr>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9" name="Group 618">
            <a:extLst>
              <a:ext uri="{FF2B5EF4-FFF2-40B4-BE49-F238E27FC236}">
                <a16:creationId xmlns:a16="http://schemas.microsoft.com/office/drawing/2014/main" id="{959FBB6E-169C-404A-AA7D-CFF73E0BB5E2}"/>
              </a:ext>
            </a:extLst>
          </p:cNvPr>
          <p:cNvGrpSpPr/>
          <p:nvPr/>
        </p:nvGrpSpPr>
        <p:grpSpPr>
          <a:xfrm>
            <a:off x="7181805" y="5544570"/>
            <a:ext cx="423557" cy="423557"/>
            <a:chOff x="4516583" y="3428010"/>
            <a:chExt cx="609600" cy="609600"/>
          </a:xfrm>
        </p:grpSpPr>
        <p:sp>
          <p:nvSpPr>
            <p:cNvPr id="620" name="Rounded Rectangle 619">
              <a:extLst>
                <a:ext uri="{FF2B5EF4-FFF2-40B4-BE49-F238E27FC236}">
                  <a16:creationId xmlns:a16="http://schemas.microsoft.com/office/drawing/2014/main" id="{50452D61-64CA-5441-8B20-09E800555D76}"/>
                </a:ext>
              </a:extLst>
            </p:cNvPr>
            <p:cNvSpPr/>
            <p:nvPr/>
          </p:nvSpPr>
          <p:spPr>
            <a:xfrm>
              <a:off x="4516583"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1" name="Oval 620">
              <a:extLst>
                <a:ext uri="{FF2B5EF4-FFF2-40B4-BE49-F238E27FC236}">
                  <a16:creationId xmlns:a16="http://schemas.microsoft.com/office/drawing/2014/main" id="{19CDE6A6-9CCE-BD40-9B05-93DAC7AA9AA6}"/>
                </a:ext>
              </a:extLst>
            </p:cNvPr>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2" name="Oval 621">
              <a:extLst>
                <a:ext uri="{FF2B5EF4-FFF2-40B4-BE49-F238E27FC236}">
                  <a16:creationId xmlns:a16="http://schemas.microsoft.com/office/drawing/2014/main" id="{D253D2FD-5A5F-E54C-9EDD-A978CAFDC5F5}"/>
                </a:ext>
              </a:extLst>
            </p:cNvPr>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3" name="Oval 622">
              <a:extLst>
                <a:ext uri="{FF2B5EF4-FFF2-40B4-BE49-F238E27FC236}">
                  <a16:creationId xmlns:a16="http://schemas.microsoft.com/office/drawing/2014/main" id="{E0E3B1A7-1FC6-1740-8849-6325FC926F13}"/>
                </a:ext>
              </a:extLst>
            </p:cNvPr>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4" name="Oval 623">
              <a:extLst>
                <a:ext uri="{FF2B5EF4-FFF2-40B4-BE49-F238E27FC236}">
                  <a16:creationId xmlns:a16="http://schemas.microsoft.com/office/drawing/2014/main" id="{04D0E0B3-3C94-0B4B-8956-F571398442D1}"/>
                </a:ext>
              </a:extLst>
            </p:cNvPr>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5" name="Oval 624">
              <a:extLst>
                <a:ext uri="{FF2B5EF4-FFF2-40B4-BE49-F238E27FC236}">
                  <a16:creationId xmlns:a16="http://schemas.microsoft.com/office/drawing/2014/main" id="{FDFB8913-707A-6842-A722-D5CA168F1214}"/>
                </a:ext>
              </a:extLst>
            </p:cNvPr>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6" name="Group 625">
            <a:extLst>
              <a:ext uri="{FF2B5EF4-FFF2-40B4-BE49-F238E27FC236}">
                <a16:creationId xmlns:a16="http://schemas.microsoft.com/office/drawing/2014/main" id="{842ADC17-2648-E645-AD8C-9459B21C3C2F}"/>
              </a:ext>
            </a:extLst>
          </p:cNvPr>
          <p:cNvGrpSpPr/>
          <p:nvPr/>
        </p:nvGrpSpPr>
        <p:grpSpPr>
          <a:xfrm>
            <a:off x="7181805" y="6089228"/>
            <a:ext cx="423557" cy="423557"/>
            <a:chOff x="5359334" y="3425040"/>
            <a:chExt cx="609600" cy="609600"/>
          </a:xfrm>
        </p:grpSpPr>
        <p:sp>
          <p:nvSpPr>
            <p:cNvPr id="627" name="Rounded Rectangle 626">
              <a:extLst>
                <a:ext uri="{FF2B5EF4-FFF2-40B4-BE49-F238E27FC236}">
                  <a16:creationId xmlns:a16="http://schemas.microsoft.com/office/drawing/2014/main" id="{21F7A2E1-B08F-0243-B72C-2866828A213F}"/>
                </a:ext>
              </a:extLst>
            </p:cNvPr>
            <p:cNvSpPr/>
            <p:nvPr/>
          </p:nvSpPr>
          <p:spPr>
            <a:xfrm>
              <a:off x="5359334" y="342504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8" name="Oval 627">
              <a:extLst>
                <a:ext uri="{FF2B5EF4-FFF2-40B4-BE49-F238E27FC236}">
                  <a16:creationId xmlns:a16="http://schemas.microsoft.com/office/drawing/2014/main" id="{64205A91-6B59-7A43-88B4-6BC731553871}"/>
                </a:ext>
              </a:extLst>
            </p:cNvPr>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9" name="Oval 628">
              <a:extLst>
                <a:ext uri="{FF2B5EF4-FFF2-40B4-BE49-F238E27FC236}">
                  <a16:creationId xmlns:a16="http://schemas.microsoft.com/office/drawing/2014/main" id="{5723A4EB-18EF-3A48-A6AF-4AED182C10DC}"/>
                </a:ext>
              </a:extLst>
            </p:cNvPr>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0" name="Oval 629">
              <a:extLst>
                <a:ext uri="{FF2B5EF4-FFF2-40B4-BE49-F238E27FC236}">
                  <a16:creationId xmlns:a16="http://schemas.microsoft.com/office/drawing/2014/main" id="{24752ACF-1216-AE4F-8CCE-0AB93A0A4D3B}"/>
                </a:ext>
              </a:extLst>
            </p:cNvPr>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1" name="Oval 630">
              <a:extLst>
                <a:ext uri="{FF2B5EF4-FFF2-40B4-BE49-F238E27FC236}">
                  <a16:creationId xmlns:a16="http://schemas.microsoft.com/office/drawing/2014/main" id="{BE6B8CF6-D9C9-3D4F-80C3-0F4E6ACD364E}"/>
                </a:ext>
              </a:extLst>
            </p:cNvPr>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2" name="Oval 631">
              <a:extLst>
                <a:ext uri="{FF2B5EF4-FFF2-40B4-BE49-F238E27FC236}">
                  <a16:creationId xmlns:a16="http://schemas.microsoft.com/office/drawing/2014/main" id="{428B2B42-9BD1-AC4E-B5C7-C54A5CC8F2A4}"/>
                </a:ext>
              </a:extLst>
            </p:cNvPr>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3" name="Oval 632">
              <a:extLst>
                <a:ext uri="{FF2B5EF4-FFF2-40B4-BE49-F238E27FC236}">
                  <a16:creationId xmlns:a16="http://schemas.microsoft.com/office/drawing/2014/main" id="{049CC602-8033-E44B-A500-DC8F2D54BD2B}"/>
                </a:ext>
              </a:extLst>
            </p:cNvPr>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34" name="Group 633">
            <a:extLst>
              <a:ext uri="{FF2B5EF4-FFF2-40B4-BE49-F238E27FC236}">
                <a16:creationId xmlns:a16="http://schemas.microsoft.com/office/drawing/2014/main" id="{1FEA6E25-3304-F34C-B55C-9725058364A0}"/>
              </a:ext>
            </a:extLst>
          </p:cNvPr>
          <p:cNvGrpSpPr/>
          <p:nvPr/>
        </p:nvGrpSpPr>
        <p:grpSpPr>
          <a:xfrm>
            <a:off x="6636495" y="3906670"/>
            <a:ext cx="423557" cy="423557"/>
            <a:chOff x="3697186" y="3428010"/>
            <a:chExt cx="609600" cy="609600"/>
          </a:xfrm>
        </p:grpSpPr>
        <p:sp>
          <p:nvSpPr>
            <p:cNvPr id="635" name="Rounded Rectangle 634">
              <a:extLst>
                <a:ext uri="{FF2B5EF4-FFF2-40B4-BE49-F238E27FC236}">
                  <a16:creationId xmlns:a16="http://schemas.microsoft.com/office/drawing/2014/main" id="{46A17631-986B-8B40-BC74-DAAAA0DC4CA9}"/>
                </a:ext>
              </a:extLst>
            </p:cNvPr>
            <p:cNvSpPr/>
            <p:nvPr/>
          </p:nvSpPr>
          <p:spPr>
            <a:xfrm>
              <a:off x="3697186"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6" name="Oval 635">
              <a:extLst>
                <a:ext uri="{FF2B5EF4-FFF2-40B4-BE49-F238E27FC236}">
                  <a16:creationId xmlns:a16="http://schemas.microsoft.com/office/drawing/2014/main" id="{58716997-8F5E-8844-98B1-93853FD4F346}"/>
                </a:ext>
              </a:extLst>
            </p:cNvPr>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7" name="Oval 636">
              <a:extLst>
                <a:ext uri="{FF2B5EF4-FFF2-40B4-BE49-F238E27FC236}">
                  <a16:creationId xmlns:a16="http://schemas.microsoft.com/office/drawing/2014/main" id="{4149B7AD-4331-9241-928B-C984C65583D9}"/>
                </a:ext>
              </a:extLst>
            </p:cNvPr>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8" name="Oval 637">
              <a:extLst>
                <a:ext uri="{FF2B5EF4-FFF2-40B4-BE49-F238E27FC236}">
                  <a16:creationId xmlns:a16="http://schemas.microsoft.com/office/drawing/2014/main" id="{F2E27C0F-6F65-DE48-8671-92C2CB9F8631}"/>
                </a:ext>
              </a:extLst>
            </p:cNvPr>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9" name="Oval 638">
              <a:extLst>
                <a:ext uri="{FF2B5EF4-FFF2-40B4-BE49-F238E27FC236}">
                  <a16:creationId xmlns:a16="http://schemas.microsoft.com/office/drawing/2014/main" id="{AA369CE7-1C86-0649-86A7-BA623AE3FAE4}"/>
                </a:ext>
              </a:extLst>
            </p:cNvPr>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40" name="Group 639">
            <a:extLst>
              <a:ext uri="{FF2B5EF4-FFF2-40B4-BE49-F238E27FC236}">
                <a16:creationId xmlns:a16="http://schemas.microsoft.com/office/drawing/2014/main" id="{586D395F-98FF-8B45-A30C-D8E8836C4811}"/>
              </a:ext>
            </a:extLst>
          </p:cNvPr>
          <p:cNvGrpSpPr/>
          <p:nvPr/>
        </p:nvGrpSpPr>
        <p:grpSpPr>
          <a:xfrm>
            <a:off x="6636495" y="4444867"/>
            <a:ext cx="423557" cy="423557"/>
            <a:chOff x="3697186" y="3428010"/>
            <a:chExt cx="609600" cy="609600"/>
          </a:xfrm>
        </p:grpSpPr>
        <p:sp>
          <p:nvSpPr>
            <p:cNvPr id="641" name="Rounded Rectangle 640">
              <a:extLst>
                <a:ext uri="{FF2B5EF4-FFF2-40B4-BE49-F238E27FC236}">
                  <a16:creationId xmlns:a16="http://schemas.microsoft.com/office/drawing/2014/main" id="{13A584D7-7329-6548-9520-841B15D7B267}"/>
                </a:ext>
              </a:extLst>
            </p:cNvPr>
            <p:cNvSpPr/>
            <p:nvPr/>
          </p:nvSpPr>
          <p:spPr>
            <a:xfrm>
              <a:off x="3697186"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2" name="Oval 641">
              <a:extLst>
                <a:ext uri="{FF2B5EF4-FFF2-40B4-BE49-F238E27FC236}">
                  <a16:creationId xmlns:a16="http://schemas.microsoft.com/office/drawing/2014/main" id="{F63BDC28-0134-BE4C-A676-A0B035DC03E6}"/>
                </a:ext>
              </a:extLst>
            </p:cNvPr>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3" name="Oval 642">
              <a:extLst>
                <a:ext uri="{FF2B5EF4-FFF2-40B4-BE49-F238E27FC236}">
                  <a16:creationId xmlns:a16="http://schemas.microsoft.com/office/drawing/2014/main" id="{DD125D35-E8F5-4145-A0EF-F85B2715607C}"/>
                </a:ext>
              </a:extLst>
            </p:cNvPr>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4" name="Oval 643">
              <a:extLst>
                <a:ext uri="{FF2B5EF4-FFF2-40B4-BE49-F238E27FC236}">
                  <a16:creationId xmlns:a16="http://schemas.microsoft.com/office/drawing/2014/main" id="{AD3919F3-A890-C64E-A520-540DCFD02056}"/>
                </a:ext>
              </a:extLst>
            </p:cNvPr>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5" name="Oval 644">
              <a:extLst>
                <a:ext uri="{FF2B5EF4-FFF2-40B4-BE49-F238E27FC236}">
                  <a16:creationId xmlns:a16="http://schemas.microsoft.com/office/drawing/2014/main" id="{45F16586-BC2D-1340-B815-70A13C66AAB2}"/>
                </a:ext>
              </a:extLst>
            </p:cNvPr>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46" name="Group 645">
            <a:extLst>
              <a:ext uri="{FF2B5EF4-FFF2-40B4-BE49-F238E27FC236}">
                <a16:creationId xmlns:a16="http://schemas.microsoft.com/office/drawing/2014/main" id="{FDA4E3C3-414F-AA41-9B6F-85DA3EF9B2E9}"/>
              </a:ext>
            </a:extLst>
          </p:cNvPr>
          <p:cNvGrpSpPr/>
          <p:nvPr/>
        </p:nvGrpSpPr>
        <p:grpSpPr>
          <a:xfrm>
            <a:off x="6636495" y="4983064"/>
            <a:ext cx="423557" cy="423557"/>
            <a:chOff x="3697186" y="3428010"/>
            <a:chExt cx="609600" cy="609600"/>
          </a:xfrm>
        </p:grpSpPr>
        <p:sp>
          <p:nvSpPr>
            <p:cNvPr id="647" name="Rounded Rectangle 646">
              <a:extLst>
                <a:ext uri="{FF2B5EF4-FFF2-40B4-BE49-F238E27FC236}">
                  <a16:creationId xmlns:a16="http://schemas.microsoft.com/office/drawing/2014/main" id="{38241CB6-C8A7-D849-83A9-558995A5F081}"/>
                </a:ext>
              </a:extLst>
            </p:cNvPr>
            <p:cNvSpPr/>
            <p:nvPr/>
          </p:nvSpPr>
          <p:spPr>
            <a:xfrm>
              <a:off x="3697186"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8" name="Oval 647">
              <a:extLst>
                <a:ext uri="{FF2B5EF4-FFF2-40B4-BE49-F238E27FC236}">
                  <a16:creationId xmlns:a16="http://schemas.microsoft.com/office/drawing/2014/main" id="{93EFAC8A-8549-8945-B23F-2986D4D8FB34}"/>
                </a:ext>
              </a:extLst>
            </p:cNvPr>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9" name="Oval 648">
              <a:extLst>
                <a:ext uri="{FF2B5EF4-FFF2-40B4-BE49-F238E27FC236}">
                  <a16:creationId xmlns:a16="http://schemas.microsoft.com/office/drawing/2014/main" id="{6CEA07F0-F1BF-B842-B6ED-AAB0636865CF}"/>
                </a:ext>
              </a:extLst>
            </p:cNvPr>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0" name="Oval 649">
              <a:extLst>
                <a:ext uri="{FF2B5EF4-FFF2-40B4-BE49-F238E27FC236}">
                  <a16:creationId xmlns:a16="http://schemas.microsoft.com/office/drawing/2014/main" id="{FE361636-5454-A149-9E02-69277A49C311}"/>
                </a:ext>
              </a:extLst>
            </p:cNvPr>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 name="Oval 650">
              <a:extLst>
                <a:ext uri="{FF2B5EF4-FFF2-40B4-BE49-F238E27FC236}">
                  <a16:creationId xmlns:a16="http://schemas.microsoft.com/office/drawing/2014/main" id="{6A1A135E-4AEA-714F-B7A3-8FA3CC685ED3}"/>
                </a:ext>
              </a:extLst>
            </p:cNvPr>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52" name="Group 651">
            <a:extLst>
              <a:ext uri="{FF2B5EF4-FFF2-40B4-BE49-F238E27FC236}">
                <a16:creationId xmlns:a16="http://schemas.microsoft.com/office/drawing/2014/main" id="{8C377297-2340-2A47-ACC5-0B7D16816181}"/>
              </a:ext>
            </a:extLst>
          </p:cNvPr>
          <p:cNvGrpSpPr/>
          <p:nvPr/>
        </p:nvGrpSpPr>
        <p:grpSpPr>
          <a:xfrm>
            <a:off x="6636495" y="5545011"/>
            <a:ext cx="423557" cy="423557"/>
            <a:chOff x="3697186" y="3428010"/>
            <a:chExt cx="609600" cy="609600"/>
          </a:xfrm>
        </p:grpSpPr>
        <p:sp>
          <p:nvSpPr>
            <p:cNvPr id="653" name="Rounded Rectangle 652">
              <a:extLst>
                <a:ext uri="{FF2B5EF4-FFF2-40B4-BE49-F238E27FC236}">
                  <a16:creationId xmlns:a16="http://schemas.microsoft.com/office/drawing/2014/main" id="{91A8BF1D-5FA8-244B-8280-5993A23FED9B}"/>
                </a:ext>
              </a:extLst>
            </p:cNvPr>
            <p:cNvSpPr/>
            <p:nvPr/>
          </p:nvSpPr>
          <p:spPr>
            <a:xfrm>
              <a:off x="3697186"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4" name="Oval 653">
              <a:extLst>
                <a:ext uri="{FF2B5EF4-FFF2-40B4-BE49-F238E27FC236}">
                  <a16:creationId xmlns:a16="http://schemas.microsoft.com/office/drawing/2014/main" id="{45CAE813-E045-5B47-98FC-FC8BB4699471}"/>
                </a:ext>
              </a:extLst>
            </p:cNvPr>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5" name="Oval 654">
              <a:extLst>
                <a:ext uri="{FF2B5EF4-FFF2-40B4-BE49-F238E27FC236}">
                  <a16:creationId xmlns:a16="http://schemas.microsoft.com/office/drawing/2014/main" id="{FF115063-4A52-5746-8FE3-06453EB5C39A}"/>
                </a:ext>
              </a:extLst>
            </p:cNvPr>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6" name="Oval 655">
              <a:extLst>
                <a:ext uri="{FF2B5EF4-FFF2-40B4-BE49-F238E27FC236}">
                  <a16:creationId xmlns:a16="http://schemas.microsoft.com/office/drawing/2014/main" id="{CC6202A0-BF00-AB41-A47B-A7B4DEC1C4C9}"/>
                </a:ext>
              </a:extLst>
            </p:cNvPr>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7" name="Oval 656">
              <a:extLst>
                <a:ext uri="{FF2B5EF4-FFF2-40B4-BE49-F238E27FC236}">
                  <a16:creationId xmlns:a16="http://schemas.microsoft.com/office/drawing/2014/main" id="{A853F066-DA9A-744D-8013-8F23B627ECF8}"/>
                </a:ext>
              </a:extLst>
            </p:cNvPr>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58" name="Group 657">
            <a:extLst>
              <a:ext uri="{FF2B5EF4-FFF2-40B4-BE49-F238E27FC236}">
                <a16:creationId xmlns:a16="http://schemas.microsoft.com/office/drawing/2014/main" id="{DDABC3C4-31DB-A548-89B5-75F7A72E4C9A}"/>
              </a:ext>
            </a:extLst>
          </p:cNvPr>
          <p:cNvGrpSpPr/>
          <p:nvPr/>
        </p:nvGrpSpPr>
        <p:grpSpPr>
          <a:xfrm>
            <a:off x="6636495" y="6083208"/>
            <a:ext cx="423557" cy="423557"/>
            <a:chOff x="3697186" y="3428010"/>
            <a:chExt cx="609600" cy="609600"/>
          </a:xfrm>
        </p:grpSpPr>
        <p:sp>
          <p:nvSpPr>
            <p:cNvPr id="659" name="Rounded Rectangle 658">
              <a:extLst>
                <a:ext uri="{FF2B5EF4-FFF2-40B4-BE49-F238E27FC236}">
                  <a16:creationId xmlns:a16="http://schemas.microsoft.com/office/drawing/2014/main" id="{280DE626-766F-6744-9B12-DA202A1CC443}"/>
                </a:ext>
              </a:extLst>
            </p:cNvPr>
            <p:cNvSpPr/>
            <p:nvPr/>
          </p:nvSpPr>
          <p:spPr>
            <a:xfrm>
              <a:off x="3697186"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0" name="Oval 659">
              <a:extLst>
                <a:ext uri="{FF2B5EF4-FFF2-40B4-BE49-F238E27FC236}">
                  <a16:creationId xmlns:a16="http://schemas.microsoft.com/office/drawing/2014/main" id="{77246854-E4D7-8249-954D-070D7319FB70}"/>
                </a:ext>
              </a:extLst>
            </p:cNvPr>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1" name="Oval 660">
              <a:extLst>
                <a:ext uri="{FF2B5EF4-FFF2-40B4-BE49-F238E27FC236}">
                  <a16:creationId xmlns:a16="http://schemas.microsoft.com/office/drawing/2014/main" id="{B8F3D417-8F1B-7044-9150-C2908FB7929A}"/>
                </a:ext>
              </a:extLst>
            </p:cNvPr>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2" name="Oval 661">
              <a:extLst>
                <a:ext uri="{FF2B5EF4-FFF2-40B4-BE49-F238E27FC236}">
                  <a16:creationId xmlns:a16="http://schemas.microsoft.com/office/drawing/2014/main" id="{6B525056-2CF8-0D49-99D1-E51CA426612F}"/>
                </a:ext>
              </a:extLst>
            </p:cNvPr>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3" name="Oval 662">
              <a:extLst>
                <a:ext uri="{FF2B5EF4-FFF2-40B4-BE49-F238E27FC236}">
                  <a16:creationId xmlns:a16="http://schemas.microsoft.com/office/drawing/2014/main" id="{90A3CD41-5D92-E44F-A836-B7BDD51C48E0}"/>
                </a:ext>
              </a:extLst>
            </p:cNvPr>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4" name="Slide Number Placeholder 3">
            <a:extLst>
              <a:ext uri="{FF2B5EF4-FFF2-40B4-BE49-F238E27FC236}">
                <a16:creationId xmlns:a16="http://schemas.microsoft.com/office/drawing/2014/main" id="{95EAD41C-5879-A84A-8231-297D1FD0D544}"/>
              </a:ext>
            </a:extLst>
          </p:cNvPr>
          <p:cNvSpPr txBox="1">
            <a:spLocks/>
          </p:cNvSpPr>
          <p:nvPr/>
        </p:nvSpPr>
        <p:spPr>
          <a:xfrm>
            <a:off x="8386968" y="6161526"/>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a:pPr/>
              <a:t>11</a:t>
            </a:fld>
            <a:endParaRPr lang="en-US" altLang="zh-TW"/>
          </a:p>
        </p:txBody>
      </p:sp>
      <p:grpSp>
        <p:nvGrpSpPr>
          <p:cNvPr id="665" name="Group 664">
            <a:extLst>
              <a:ext uri="{FF2B5EF4-FFF2-40B4-BE49-F238E27FC236}">
                <a16:creationId xmlns:a16="http://schemas.microsoft.com/office/drawing/2014/main" id="{9D30DFDF-C25C-5846-954E-4E5325CF5612}"/>
              </a:ext>
            </a:extLst>
          </p:cNvPr>
          <p:cNvGrpSpPr/>
          <p:nvPr/>
        </p:nvGrpSpPr>
        <p:grpSpPr>
          <a:xfrm>
            <a:off x="8589228" y="3361023"/>
            <a:ext cx="423557" cy="423557"/>
            <a:chOff x="1219200" y="3429000"/>
            <a:chExt cx="609600" cy="609600"/>
          </a:xfrm>
        </p:grpSpPr>
        <p:sp>
          <p:nvSpPr>
            <p:cNvPr id="666" name="Rounded Rectangle 665">
              <a:extLst>
                <a:ext uri="{FF2B5EF4-FFF2-40B4-BE49-F238E27FC236}">
                  <a16:creationId xmlns:a16="http://schemas.microsoft.com/office/drawing/2014/main" id="{5DEBA039-FB6F-9848-A124-1AD1C7F27A23}"/>
                </a:ext>
              </a:extLst>
            </p:cNvPr>
            <p:cNvSpPr/>
            <p:nvPr/>
          </p:nvSpPr>
          <p:spPr>
            <a:xfrm>
              <a:off x="1219200"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7" name="Oval 666">
              <a:extLst>
                <a:ext uri="{FF2B5EF4-FFF2-40B4-BE49-F238E27FC236}">
                  <a16:creationId xmlns:a16="http://schemas.microsoft.com/office/drawing/2014/main" id="{9333D8EF-3C97-4342-86CC-927AB0BF4C31}"/>
                </a:ext>
              </a:extLst>
            </p:cNvPr>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68" name="Group 667">
            <a:extLst>
              <a:ext uri="{FF2B5EF4-FFF2-40B4-BE49-F238E27FC236}">
                <a16:creationId xmlns:a16="http://schemas.microsoft.com/office/drawing/2014/main" id="{37E725E8-8B19-C740-81C6-E887E4B65AEE}"/>
              </a:ext>
            </a:extLst>
          </p:cNvPr>
          <p:cNvGrpSpPr/>
          <p:nvPr/>
        </p:nvGrpSpPr>
        <p:grpSpPr>
          <a:xfrm>
            <a:off x="8585273" y="3904476"/>
            <a:ext cx="423557" cy="423557"/>
            <a:chOff x="2038597" y="3429000"/>
            <a:chExt cx="609600" cy="609600"/>
          </a:xfrm>
        </p:grpSpPr>
        <p:sp>
          <p:nvSpPr>
            <p:cNvPr id="669" name="Rounded Rectangle 668">
              <a:extLst>
                <a:ext uri="{FF2B5EF4-FFF2-40B4-BE49-F238E27FC236}">
                  <a16:creationId xmlns:a16="http://schemas.microsoft.com/office/drawing/2014/main" id="{5024365C-A795-DA4B-A69C-775A5971A3FC}"/>
                </a:ext>
              </a:extLst>
            </p:cNvPr>
            <p:cNvSpPr/>
            <p:nvPr/>
          </p:nvSpPr>
          <p:spPr>
            <a:xfrm>
              <a:off x="2038597"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0" name="Oval 669">
              <a:extLst>
                <a:ext uri="{FF2B5EF4-FFF2-40B4-BE49-F238E27FC236}">
                  <a16:creationId xmlns:a16="http://schemas.microsoft.com/office/drawing/2014/main" id="{37EADDFC-E680-3244-AFFC-C1BCB4651D45}"/>
                </a:ext>
              </a:extLst>
            </p:cNvPr>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1" name="Oval 670">
              <a:extLst>
                <a:ext uri="{FF2B5EF4-FFF2-40B4-BE49-F238E27FC236}">
                  <a16:creationId xmlns:a16="http://schemas.microsoft.com/office/drawing/2014/main" id="{2EC71901-5F99-254B-8314-BC89DDA2FA9C}"/>
                </a:ext>
              </a:extLst>
            </p:cNvPr>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72" name="Group 671">
            <a:extLst>
              <a:ext uri="{FF2B5EF4-FFF2-40B4-BE49-F238E27FC236}">
                <a16:creationId xmlns:a16="http://schemas.microsoft.com/office/drawing/2014/main" id="{94A95C6D-2FB4-2B49-B91C-B2AF7B1407C8}"/>
              </a:ext>
            </a:extLst>
          </p:cNvPr>
          <p:cNvGrpSpPr/>
          <p:nvPr/>
        </p:nvGrpSpPr>
        <p:grpSpPr>
          <a:xfrm>
            <a:off x="8589228" y="4447929"/>
            <a:ext cx="423557" cy="423557"/>
            <a:chOff x="2857994" y="3429000"/>
            <a:chExt cx="609600" cy="609600"/>
          </a:xfrm>
        </p:grpSpPr>
        <p:sp>
          <p:nvSpPr>
            <p:cNvPr id="673" name="Rounded Rectangle 672">
              <a:extLst>
                <a:ext uri="{FF2B5EF4-FFF2-40B4-BE49-F238E27FC236}">
                  <a16:creationId xmlns:a16="http://schemas.microsoft.com/office/drawing/2014/main" id="{FCD0DF0F-EF17-C449-87E4-1654784671FC}"/>
                </a:ext>
              </a:extLst>
            </p:cNvPr>
            <p:cNvSpPr/>
            <p:nvPr/>
          </p:nvSpPr>
          <p:spPr>
            <a:xfrm>
              <a:off x="2857994"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4" name="Oval 673">
              <a:extLst>
                <a:ext uri="{FF2B5EF4-FFF2-40B4-BE49-F238E27FC236}">
                  <a16:creationId xmlns:a16="http://schemas.microsoft.com/office/drawing/2014/main" id="{105996C5-F92D-904F-AE45-68BF5BEEF28F}"/>
                </a:ext>
              </a:extLst>
            </p:cNvPr>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5" name="Oval 674">
              <a:extLst>
                <a:ext uri="{FF2B5EF4-FFF2-40B4-BE49-F238E27FC236}">
                  <a16:creationId xmlns:a16="http://schemas.microsoft.com/office/drawing/2014/main" id="{8BA19C9F-7DD2-BF4C-B235-254089ED1694}"/>
                </a:ext>
              </a:extLst>
            </p:cNvPr>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6" name="Oval 675">
              <a:extLst>
                <a:ext uri="{FF2B5EF4-FFF2-40B4-BE49-F238E27FC236}">
                  <a16:creationId xmlns:a16="http://schemas.microsoft.com/office/drawing/2014/main" id="{142051B8-C60C-0345-830C-87A4A4B0B06B}"/>
                </a:ext>
              </a:extLst>
            </p:cNvPr>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77" name="Group 676">
            <a:extLst>
              <a:ext uri="{FF2B5EF4-FFF2-40B4-BE49-F238E27FC236}">
                <a16:creationId xmlns:a16="http://schemas.microsoft.com/office/drawing/2014/main" id="{A89EF369-CDAE-BD46-939E-6B1610D83840}"/>
              </a:ext>
            </a:extLst>
          </p:cNvPr>
          <p:cNvGrpSpPr/>
          <p:nvPr/>
        </p:nvGrpSpPr>
        <p:grpSpPr>
          <a:xfrm>
            <a:off x="8574589" y="4991382"/>
            <a:ext cx="423557" cy="423557"/>
            <a:chOff x="3697186" y="3428010"/>
            <a:chExt cx="609600" cy="609600"/>
          </a:xfrm>
        </p:grpSpPr>
        <p:sp>
          <p:nvSpPr>
            <p:cNvPr id="678" name="Rounded Rectangle 677">
              <a:extLst>
                <a:ext uri="{FF2B5EF4-FFF2-40B4-BE49-F238E27FC236}">
                  <a16:creationId xmlns:a16="http://schemas.microsoft.com/office/drawing/2014/main" id="{0CA1C8B4-E4A4-EC43-BA66-81575965A03B}"/>
                </a:ext>
              </a:extLst>
            </p:cNvPr>
            <p:cNvSpPr/>
            <p:nvPr/>
          </p:nvSpPr>
          <p:spPr>
            <a:xfrm>
              <a:off x="3697186"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9" name="Oval 678">
              <a:extLst>
                <a:ext uri="{FF2B5EF4-FFF2-40B4-BE49-F238E27FC236}">
                  <a16:creationId xmlns:a16="http://schemas.microsoft.com/office/drawing/2014/main" id="{348B925B-E7DB-F84A-93A9-EFDD9E18BFFF}"/>
                </a:ext>
              </a:extLst>
            </p:cNvPr>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0" name="Oval 679">
              <a:extLst>
                <a:ext uri="{FF2B5EF4-FFF2-40B4-BE49-F238E27FC236}">
                  <a16:creationId xmlns:a16="http://schemas.microsoft.com/office/drawing/2014/main" id="{740F6696-3250-174C-A343-69C8EBE1CACF}"/>
                </a:ext>
              </a:extLst>
            </p:cNvPr>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1" name="Oval 680">
              <a:extLst>
                <a:ext uri="{FF2B5EF4-FFF2-40B4-BE49-F238E27FC236}">
                  <a16:creationId xmlns:a16="http://schemas.microsoft.com/office/drawing/2014/main" id="{DC2BCCD0-65B1-3642-B900-8EB08AFAB20A}"/>
                </a:ext>
              </a:extLst>
            </p:cNvPr>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2" name="Oval 681">
              <a:extLst>
                <a:ext uri="{FF2B5EF4-FFF2-40B4-BE49-F238E27FC236}">
                  <a16:creationId xmlns:a16="http://schemas.microsoft.com/office/drawing/2014/main" id="{F9E50FF8-E32A-B94B-AF8B-B1957FC04DA5}"/>
                </a:ext>
              </a:extLst>
            </p:cNvPr>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83" name="Group 682">
            <a:extLst>
              <a:ext uri="{FF2B5EF4-FFF2-40B4-BE49-F238E27FC236}">
                <a16:creationId xmlns:a16="http://schemas.microsoft.com/office/drawing/2014/main" id="{4533B52F-D60F-D04F-B4A4-0ABC7E852C3B}"/>
              </a:ext>
            </a:extLst>
          </p:cNvPr>
          <p:cNvGrpSpPr/>
          <p:nvPr/>
        </p:nvGrpSpPr>
        <p:grpSpPr>
          <a:xfrm>
            <a:off x="8574589" y="5554250"/>
            <a:ext cx="423557" cy="423557"/>
            <a:chOff x="4516583" y="3428010"/>
            <a:chExt cx="609600" cy="609600"/>
          </a:xfrm>
        </p:grpSpPr>
        <p:sp>
          <p:nvSpPr>
            <p:cNvPr id="684" name="Rounded Rectangle 683">
              <a:extLst>
                <a:ext uri="{FF2B5EF4-FFF2-40B4-BE49-F238E27FC236}">
                  <a16:creationId xmlns:a16="http://schemas.microsoft.com/office/drawing/2014/main" id="{7C48D0F7-0769-5B4A-A6FD-BF5063EE2959}"/>
                </a:ext>
              </a:extLst>
            </p:cNvPr>
            <p:cNvSpPr/>
            <p:nvPr/>
          </p:nvSpPr>
          <p:spPr>
            <a:xfrm>
              <a:off x="4516583"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5" name="Oval 684">
              <a:extLst>
                <a:ext uri="{FF2B5EF4-FFF2-40B4-BE49-F238E27FC236}">
                  <a16:creationId xmlns:a16="http://schemas.microsoft.com/office/drawing/2014/main" id="{D8624A95-B3CF-0E47-A5CD-B91456D3CB66}"/>
                </a:ext>
              </a:extLst>
            </p:cNvPr>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6" name="Oval 685">
              <a:extLst>
                <a:ext uri="{FF2B5EF4-FFF2-40B4-BE49-F238E27FC236}">
                  <a16:creationId xmlns:a16="http://schemas.microsoft.com/office/drawing/2014/main" id="{6BFF03D8-CE8C-A448-94AD-AA731D961E6B}"/>
                </a:ext>
              </a:extLst>
            </p:cNvPr>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7" name="Oval 686">
              <a:extLst>
                <a:ext uri="{FF2B5EF4-FFF2-40B4-BE49-F238E27FC236}">
                  <a16:creationId xmlns:a16="http://schemas.microsoft.com/office/drawing/2014/main" id="{118B07BC-1330-D048-B44E-B25752DFA5AF}"/>
                </a:ext>
              </a:extLst>
            </p:cNvPr>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8" name="Oval 687">
              <a:extLst>
                <a:ext uri="{FF2B5EF4-FFF2-40B4-BE49-F238E27FC236}">
                  <a16:creationId xmlns:a16="http://schemas.microsoft.com/office/drawing/2014/main" id="{67B6C29F-CA1C-D24B-8295-3FDF8449390A}"/>
                </a:ext>
              </a:extLst>
            </p:cNvPr>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9" name="Oval 688">
              <a:extLst>
                <a:ext uri="{FF2B5EF4-FFF2-40B4-BE49-F238E27FC236}">
                  <a16:creationId xmlns:a16="http://schemas.microsoft.com/office/drawing/2014/main" id="{0BEF6614-BFBB-1442-9A9D-6483CD7EDE09}"/>
                </a:ext>
              </a:extLst>
            </p:cNvPr>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90" name="Group 689">
            <a:extLst>
              <a:ext uri="{FF2B5EF4-FFF2-40B4-BE49-F238E27FC236}">
                <a16:creationId xmlns:a16="http://schemas.microsoft.com/office/drawing/2014/main" id="{E808C5BB-73BE-7B43-9AA1-239DF7F5DB23}"/>
              </a:ext>
            </a:extLst>
          </p:cNvPr>
          <p:cNvGrpSpPr/>
          <p:nvPr/>
        </p:nvGrpSpPr>
        <p:grpSpPr>
          <a:xfrm>
            <a:off x="8574589" y="6098908"/>
            <a:ext cx="423557" cy="423557"/>
            <a:chOff x="5359334" y="3425040"/>
            <a:chExt cx="609600" cy="609600"/>
          </a:xfrm>
        </p:grpSpPr>
        <p:sp>
          <p:nvSpPr>
            <p:cNvPr id="691" name="Rounded Rectangle 690">
              <a:extLst>
                <a:ext uri="{FF2B5EF4-FFF2-40B4-BE49-F238E27FC236}">
                  <a16:creationId xmlns:a16="http://schemas.microsoft.com/office/drawing/2014/main" id="{600C10B6-4513-3A48-9F96-6B13AF580E82}"/>
                </a:ext>
              </a:extLst>
            </p:cNvPr>
            <p:cNvSpPr/>
            <p:nvPr/>
          </p:nvSpPr>
          <p:spPr>
            <a:xfrm>
              <a:off x="5359334" y="342504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2" name="Oval 691">
              <a:extLst>
                <a:ext uri="{FF2B5EF4-FFF2-40B4-BE49-F238E27FC236}">
                  <a16:creationId xmlns:a16="http://schemas.microsoft.com/office/drawing/2014/main" id="{7D73DBAC-6E09-4547-9401-570BD0E15F21}"/>
                </a:ext>
              </a:extLst>
            </p:cNvPr>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3" name="Oval 692">
              <a:extLst>
                <a:ext uri="{FF2B5EF4-FFF2-40B4-BE49-F238E27FC236}">
                  <a16:creationId xmlns:a16="http://schemas.microsoft.com/office/drawing/2014/main" id="{73BADC42-E894-4548-983B-4208101F8B6E}"/>
                </a:ext>
              </a:extLst>
            </p:cNvPr>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4" name="Oval 693">
              <a:extLst>
                <a:ext uri="{FF2B5EF4-FFF2-40B4-BE49-F238E27FC236}">
                  <a16:creationId xmlns:a16="http://schemas.microsoft.com/office/drawing/2014/main" id="{1F7E4AE3-D574-994C-BFFA-BE295F6D96F6}"/>
                </a:ext>
              </a:extLst>
            </p:cNvPr>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5" name="Oval 694">
              <a:extLst>
                <a:ext uri="{FF2B5EF4-FFF2-40B4-BE49-F238E27FC236}">
                  <a16:creationId xmlns:a16="http://schemas.microsoft.com/office/drawing/2014/main" id="{E3BA5AB4-627E-1D41-A7B8-DFC042027F8F}"/>
                </a:ext>
              </a:extLst>
            </p:cNvPr>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6" name="Oval 695">
              <a:extLst>
                <a:ext uri="{FF2B5EF4-FFF2-40B4-BE49-F238E27FC236}">
                  <a16:creationId xmlns:a16="http://schemas.microsoft.com/office/drawing/2014/main" id="{FDD385A7-5CCE-2A42-8C29-1D10C0B2F0AC}"/>
                </a:ext>
              </a:extLst>
            </p:cNvPr>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7" name="Oval 696">
              <a:extLst>
                <a:ext uri="{FF2B5EF4-FFF2-40B4-BE49-F238E27FC236}">
                  <a16:creationId xmlns:a16="http://schemas.microsoft.com/office/drawing/2014/main" id="{ABF16665-7757-0D41-95CD-44B34220C780}"/>
                </a:ext>
              </a:extLst>
            </p:cNvPr>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98" name="Slide Number Placeholder 3">
            <a:extLst>
              <a:ext uri="{FF2B5EF4-FFF2-40B4-BE49-F238E27FC236}">
                <a16:creationId xmlns:a16="http://schemas.microsoft.com/office/drawing/2014/main" id="{AFF6B686-32C1-ED49-8D2E-1F3F012EB519}"/>
              </a:ext>
            </a:extLst>
          </p:cNvPr>
          <p:cNvSpPr txBox="1">
            <a:spLocks/>
          </p:cNvSpPr>
          <p:nvPr/>
        </p:nvSpPr>
        <p:spPr>
          <a:xfrm>
            <a:off x="9758544" y="6157331"/>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a:pPr/>
              <a:t>11</a:t>
            </a:fld>
            <a:endParaRPr lang="en-US" altLang="zh-TW"/>
          </a:p>
        </p:txBody>
      </p:sp>
      <p:grpSp>
        <p:nvGrpSpPr>
          <p:cNvPr id="699" name="Group 698">
            <a:extLst>
              <a:ext uri="{FF2B5EF4-FFF2-40B4-BE49-F238E27FC236}">
                <a16:creationId xmlns:a16="http://schemas.microsoft.com/office/drawing/2014/main" id="{88727E87-0FA4-FF4D-9176-1752617DDC8A}"/>
              </a:ext>
            </a:extLst>
          </p:cNvPr>
          <p:cNvGrpSpPr/>
          <p:nvPr/>
        </p:nvGrpSpPr>
        <p:grpSpPr>
          <a:xfrm>
            <a:off x="9960804" y="3356828"/>
            <a:ext cx="423557" cy="423557"/>
            <a:chOff x="1219200" y="3429000"/>
            <a:chExt cx="609600" cy="609600"/>
          </a:xfrm>
        </p:grpSpPr>
        <p:sp>
          <p:nvSpPr>
            <p:cNvPr id="700" name="Rounded Rectangle 699">
              <a:extLst>
                <a:ext uri="{FF2B5EF4-FFF2-40B4-BE49-F238E27FC236}">
                  <a16:creationId xmlns:a16="http://schemas.microsoft.com/office/drawing/2014/main" id="{44EAF6EA-5F2B-F845-BD72-FDCCE627AF00}"/>
                </a:ext>
              </a:extLst>
            </p:cNvPr>
            <p:cNvSpPr/>
            <p:nvPr/>
          </p:nvSpPr>
          <p:spPr>
            <a:xfrm>
              <a:off x="1219200"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1" name="Oval 700">
              <a:extLst>
                <a:ext uri="{FF2B5EF4-FFF2-40B4-BE49-F238E27FC236}">
                  <a16:creationId xmlns:a16="http://schemas.microsoft.com/office/drawing/2014/main" id="{953AA8C1-A128-AC40-8CBD-807AB2C78C3E}"/>
                </a:ext>
              </a:extLst>
            </p:cNvPr>
            <p:cNvSpPr/>
            <p:nvPr/>
          </p:nvSpPr>
          <p:spPr>
            <a:xfrm>
              <a:off x="1447800"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02" name="Group 701">
            <a:extLst>
              <a:ext uri="{FF2B5EF4-FFF2-40B4-BE49-F238E27FC236}">
                <a16:creationId xmlns:a16="http://schemas.microsoft.com/office/drawing/2014/main" id="{4D051DA8-8054-2A43-887B-951CDE65DB93}"/>
              </a:ext>
            </a:extLst>
          </p:cNvPr>
          <p:cNvGrpSpPr/>
          <p:nvPr/>
        </p:nvGrpSpPr>
        <p:grpSpPr>
          <a:xfrm>
            <a:off x="9956849" y="3900281"/>
            <a:ext cx="423557" cy="423557"/>
            <a:chOff x="2038597" y="3429000"/>
            <a:chExt cx="609600" cy="609600"/>
          </a:xfrm>
        </p:grpSpPr>
        <p:sp>
          <p:nvSpPr>
            <p:cNvPr id="703" name="Rounded Rectangle 702">
              <a:extLst>
                <a:ext uri="{FF2B5EF4-FFF2-40B4-BE49-F238E27FC236}">
                  <a16:creationId xmlns:a16="http://schemas.microsoft.com/office/drawing/2014/main" id="{E20E1447-DE7C-9147-A18E-5CCEF905AD02}"/>
                </a:ext>
              </a:extLst>
            </p:cNvPr>
            <p:cNvSpPr/>
            <p:nvPr/>
          </p:nvSpPr>
          <p:spPr>
            <a:xfrm>
              <a:off x="2038597"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4" name="Oval 703">
              <a:extLst>
                <a:ext uri="{FF2B5EF4-FFF2-40B4-BE49-F238E27FC236}">
                  <a16:creationId xmlns:a16="http://schemas.microsoft.com/office/drawing/2014/main" id="{A128ACEF-99A5-EF45-A7F6-2D244F92542B}"/>
                </a:ext>
              </a:extLst>
            </p:cNvPr>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5" name="Oval 704">
              <a:extLst>
                <a:ext uri="{FF2B5EF4-FFF2-40B4-BE49-F238E27FC236}">
                  <a16:creationId xmlns:a16="http://schemas.microsoft.com/office/drawing/2014/main" id="{C977D6EA-D928-1145-970D-DDB2B27BFD99}"/>
                </a:ext>
              </a:extLst>
            </p:cNvPr>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06" name="Group 705">
            <a:extLst>
              <a:ext uri="{FF2B5EF4-FFF2-40B4-BE49-F238E27FC236}">
                <a16:creationId xmlns:a16="http://schemas.microsoft.com/office/drawing/2014/main" id="{73F8FE70-BB7A-3945-ACC9-992D1248D681}"/>
              </a:ext>
            </a:extLst>
          </p:cNvPr>
          <p:cNvGrpSpPr/>
          <p:nvPr/>
        </p:nvGrpSpPr>
        <p:grpSpPr>
          <a:xfrm>
            <a:off x="9960804" y="4443734"/>
            <a:ext cx="423557" cy="423557"/>
            <a:chOff x="2857994" y="3429000"/>
            <a:chExt cx="609600" cy="609600"/>
          </a:xfrm>
        </p:grpSpPr>
        <p:sp>
          <p:nvSpPr>
            <p:cNvPr id="707" name="Rounded Rectangle 706">
              <a:extLst>
                <a:ext uri="{FF2B5EF4-FFF2-40B4-BE49-F238E27FC236}">
                  <a16:creationId xmlns:a16="http://schemas.microsoft.com/office/drawing/2014/main" id="{09DB6457-42A2-084D-AFC8-53A7E31818EB}"/>
                </a:ext>
              </a:extLst>
            </p:cNvPr>
            <p:cNvSpPr/>
            <p:nvPr/>
          </p:nvSpPr>
          <p:spPr>
            <a:xfrm>
              <a:off x="2857994" y="342900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8" name="Oval 707">
              <a:extLst>
                <a:ext uri="{FF2B5EF4-FFF2-40B4-BE49-F238E27FC236}">
                  <a16:creationId xmlns:a16="http://schemas.microsoft.com/office/drawing/2014/main" id="{2719A8BA-8418-464C-BB35-492DF271C20A}"/>
                </a:ext>
              </a:extLst>
            </p:cNvPr>
            <p:cNvSpPr/>
            <p:nvPr/>
          </p:nvSpPr>
          <p:spPr>
            <a:xfrm>
              <a:off x="2929247"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9" name="Oval 708">
              <a:extLst>
                <a:ext uri="{FF2B5EF4-FFF2-40B4-BE49-F238E27FC236}">
                  <a16:creationId xmlns:a16="http://schemas.microsoft.com/office/drawing/2014/main" id="{BDED0E06-3368-3842-8F3A-1E43B536584E}"/>
                </a:ext>
              </a:extLst>
            </p:cNvPr>
            <p:cNvSpPr/>
            <p:nvPr/>
          </p:nvSpPr>
          <p:spPr>
            <a:xfrm>
              <a:off x="3255819"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0" name="Oval 709">
              <a:extLst>
                <a:ext uri="{FF2B5EF4-FFF2-40B4-BE49-F238E27FC236}">
                  <a16:creationId xmlns:a16="http://schemas.microsoft.com/office/drawing/2014/main" id="{DDA0AB4F-6277-714B-9C0E-02D9B6334B25}"/>
                </a:ext>
              </a:extLst>
            </p:cNvPr>
            <p:cNvSpPr/>
            <p:nvPr/>
          </p:nvSpPr>
          <p:spPr>
            <a:xfrm>
              <a:off x="3087586" y="36576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1" name="Group 710">
            <a:extLst>
              <a:ext uri="{FF2B5EF4-FFF2-40B4-BE49-F238E27FC236}">
                <a16:creationId xmlns:a16="http://schemas.microsoft.com/office/drawing/2014/main" id="{9453D2D9-FAC7-6648-ABB4-5CD021267D3E}"/>
              </a:ext>
            </a:extLst>
          </p:cNvPr>
          <p:cNvGrpSpPr/>
          <p:nvPr/>
        </p:nvGrpSpPr>
        <p:grpSpPr>
          <a:xfrm>
            <a:off x="9946165" y="4987187"/>
            <a:ext cx="423557" cy="423557"/>
            <a:chOff x="3697186" y="3428010"/>
            <a:chExt cx="609600" cy="609600"/>
          </a:xfrm>
        </p:grpSpPr>
        <p:sp>
          <p:nvSpPr>
            <p:cNvPr id="712" name="Rounded Rectangle 711">
              <a:extLst>
                <a:ext uri="{FF2B5EF4-FFF2-40B4-BE49-F238E27FC236}">
                  <a16:creationId xmlns:a16="http://schemas.microsoft.com/office/drawing/2014/main" id="{451A9602-3369-334E-9353-8C8371AA6172}"/>
                </a:ext>
              </a:extLst>
            </p:cNvPr>
            <p:cNvSpPr/>
            <p:nvPr/>
          </p:nvSpPr>
          <p:spPr>
            <a:xfrm>
              <a:off x="3697186"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3" name="Oval 712">
              <a:extLst>
                <a:ext uri="{FF2B5EF4-FFF2-40B4-BE49-F238E27FC236}">
                  <a16:creationId xmlns:a16="http://schemas.microsoft.com/office/drawing/2014/main" id="{7F0A4298-055A-724D-AA69-A721CE84BF95}"/>
                </a:ext>
              </a:extLst>
            </p:cNvPr>
            <p:cNvSpPr/>
            <p:nvPr/>
          </p:nvSpPr>
          <p:spPr>
            <a:xfrm>
              <a:off x="3768439"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4" name="Oval 713">
              <a:extLst>
                <a:ext uri="{FF2B5EF4-FFF2-40B4-BE49-F238E27FC236}">
                  <a16:creationId xmlns:a16="http://schemas.microsoft.com/office/drawing/2014/main" id="{FE57E2A0-D675-3A41-B688-7364176F8A7D}"/>
                </a:ext>
              </a:extLst>
            </p:cNvPr>
            <p:cNvSpPr/>
            <p:nvPr/>
          </p:nvSpPr>
          <p:spPr>
            <a:xfrm>
              <a:off x="40950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5" name="Oval 714">
              <a:extLst>
                <a:ext uri="{FF2B5EF4-FFF2-40B4-BE49-F238E27FC236}">
                  <a16:creationId xmlns:a16="http://schemas.microsoft.com/office/drawing/2014/main" id="{2512D60E-DB08-DD4A-AAEE-A6487862FA42}"/>
                </a:ext>
              </a:extLst>
            </p:cNvPr>
            <p:cNvSpPr/>
            <p:nvPr/>
          </p:nvSpPr>
          <p:spPr>
            <a:xfrm>
              <a:off x="4095011"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6" name="Oval 715">
              <a:extLst>
                <a:ext uri="{FF2B5EF4-FFF2-40B4-BE49-F238E27FC236}">
                  <a16:creationId xmlns:a16="http://schemas.microsoft.com/office/drawing/2014/main" id="{249115AD-CECE-254B-B8DF-E18CA609D130}"/>
                </a:ext>
              </a:extLst>
            </p:cNvPr>
            <p:cNvSpPr/>
            <p:nvPr/>
          </p:nvSpPr>
          <p:spPr>
            <a:xfrm>
              <a:off x="3780314"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7" name="Group 716">
            <a:extLst>
              <a:ext uri="{FF2B5EF4-FFF2-40B4-BE49-F238E27FC236}">
                <a16:creationId xmlns:a16="http://schemas.microsoft.com/office/drawing/2014/main" id="{6B31B741-FC29-B447-B81E-13517F7A8FC9}"/>
              </a:ext>
            </a:extLst>
          </p:cNvPr>
          <p:cNvGrpSpPr/>
          <p:nvPr/>
        </p:nvGrpSpPr>
        <p:grpSpPr>
          <a:xfrm>
            <a:off x="9946165" y="5550055"/>
            <a:ext cx="423557" cy="423557"/>
            <a:chOff x="4516583" y="3428010"/>
            <a:chExt cx="609600" cy="609600"/>
          </a:xfrm>
        </p:grpSpPr>
        <p:sp>
          <p:nvSpPr>
            <p:cNvPr id="718" name="Rounded Rectangle 717">
              <a:extLst>
                <a:ext uri="{FF2B5EF4-FFF2-40B4-BE49-F238E27FC236}">
                  <a16:creationId xmlns:a16="http://schemas.microsoft.com/office/drawing/2014/main" id="{EF1D52F7-E981-9F47-AA1C-B90E91008C6F}"/>
                </a:ext>
              </a:extLst>
            </p:cNvPr>
            <p:cNvSpPr/>
            <p:nvPr/>
          </p:nvSpPr>
          <p:spPr>
            <a:xfrm>
              <a:off x="4516583"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9" name="Oval 718">
              <a:extLst>
                <a:ext uri="{FF2B5EF4-FFF2-40B4-BE49-F238E27FC236}">
                  <a16:creationId xmlns:a16="http://schemas.microsoft.com/office/drawing/2014/main" id="{5479B76C-C67D-2745-BCAD-028A15DB08C6}"/>
                </a:ext>
              </a:extLst>
            </p:cNvPr>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0" name="Oval 719">
              <a:extLst>
                <a:ext uri="{FF2B5EF4-FFF2-40B4-BE49-F238E27FC236}">
                  <a16:creationId xmlns:a16="http://schemas.microsoft.com/office/drawing/2014/main" id="{D0079962-F730-684D-A8F7-AE891DB01EFE}"/>
                </a:ext>
              </a:extLst>
            </p:cNvPr>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1" name="Oval 720">
              <a:extLst>
                <a:ext uri="{FF2B5EF4-FFF2-40B4-BE49-F238E27FC236}">
                  <a16:creationId xmlns:a16="http://schemas.microsoft.com/office/drawing/2014/main" id="{A7507165-83D9-2941-AB88-5A85D5402AA6}"/>
                </a:ext>
              </a:extLst>
            </p:cNvPr>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2" name="Oval 721">
              <a:extLst>
                <a:ext uri="{FF2B5EF4-FFF2-40B4-BE49-F238E27FC236}">
                  <a16:creationId xmlns:a16="http://schemas.microsoft.com/office/drawing/2014/main" id="{4AFF0CCB-1117-DC40-BB8A-C44AF0A760D7}"/>
                </a:ext>
              </a:extLst>
            </p:cNvPr>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3" name="Oval 722">
              <a:extLst>
                <a:ext uri="{FF2B5EF4-FFF2-40B4-BE49-F238E27FC236}">
                  <a16:creationId xmlns:a16="http://schemas.microsoft.com/office/drawing/2014/main" id="{57A7D1DA-9651-8549-9646-46565BA5A77B}"/>
                </a:ext>
              </a:extLst>
            </p:cNvPr>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24" name="Group 723">
            <a:extLst>
              <a:ext uri="{FF2B5EF4-FFF2-40B4-BE49-F238E27FC236}">
                <a16:creationId xmlns:a16="http://schemas.microsoft.com/office/drawing/2014/main" id="{97C155BF-45A9-824E-BDC7-D4EA8C2D1BBF}"/>
              </a:ext>
            </a:extLst>
          </p:cNvPr>
          <p:cNvGrpSpPr/>
          <p:nvPr/>
        </p:nvGrpSpPr>
        <p:grpSpPr>
          <a:xfrm>
            <a:off x="9946165" y="6094713"/>
            <a:ext cx="423557" cy="423557"/>
            <a:chOff x="5359334" y="3425040"/>
            <a:chExt cx="609600" cy="609600"/>
          </a:xfrm>
        </p:grpSpPr>
        <p:sp>
          <p:nvSpPr>
            <p:cNvPr id="725" name="Rounded Rectangle 724">
              <a:extLst>
                <a:ext uri="{FF2B5EF4-FFF2-40B4-BE49-F238E27FC236}">
                  <a16:creationId xmlns:a16="http://schemas.microsoft.com/office/drawing/2014/main" id="{C5D3F9C9-EB1D-C147-B39F-0D8E9579CA49}"/>
                </a:ext>
              </a:extLst>
            </p:cNvPr>
            <p:cNvSpPr/>
            <p:nvPr/>
          </p:nvSpPr>
          <p:spPr>
            <a:xfrm>
              <a:off x="5359334" y="342504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6" name="Oval 725">
              <a:extLst>
                <a:ext uri="{FF2B5EF4-FFF2-40B4-BE49-F238E27FC236}">
                  <a16:creationId xmlns:a16="http://schemas.microsoft.com/office/drawing/2014/main" id="{2D68E344-3BD1-9B4A-B2BA-32F9F0035D62}"/>
                </a:ext>
              </a:extLst>
            </p:cNvPr>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7" name="Oval 726">
              <a:extLst>
                <a:ext uri="{FF2B5EF4-FFF2-40B4-BE49-F238E27FC236}">
                  <a16:creationId xmlns:a16="http://schemas.microsoft.com/office/drawing/2014/main" id="{8B82DB5F-6740-BA45-B470-9A45B74263B1}"/>
                </a:ext>
              </a:extLst>
            </p:cNvPr>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8" name="Oval 727">
              <a:extLst>
                <a:ext uri="{FF2B5EF4-FFF2-40B4-BE49-F238E27FC236}">
                  <a16:creationId xmlns:a16="http://schemas.microsoft.com/office/drawing/2014/main" id="{ACC9AD16-A76C-ED4F-85B9-440D9C9F2AAC}"/>
                </a:ext>
              </a:extLst>
            </p:cNvPr>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9" name="Oval 728">
              <a:extLst>
                <a:ext uri="{FF2B5EF4-FFF2-40B4-BE49-F238E27FC236}">
                  <a16:creationId xmlns:a16="http://schemas.microsoft.com/office/drawing/2014/main" id="{4949D2DB-B8CE-914F-A304-437127DF11F1}"/>
                </a:ext>
              </a:extLst>
            </p:cNvPr>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0" name="Oval 729">
              <a:extLst>
                <a:ext uri="{FF2B5EF4-FFF2-40B4-BE49-F238E27FC236}">
                  <a16:creationId xmlns:a16="http://schemas.microsoft.com/office/drawing/2014/main" id="{97A4DC4E-15D4-A74C-9882-90001A1F2D91}"/>
                </a:ext>
              </a:extLst>
            </p:cNvPr>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1" name="Oval 730">
              <a:extLst>
                <a:ext uri="{FF2B5EF4-FFF2-40B4-BE49-F238E27FC236}">
                  <a16:creationId xmlns:a16="http://schemas.microsoft.com/office/drawing/2014/main" id="{76BE5B6B-8527-8341-AFCD-146CA5A854C5}"/>
                </a:ext>
              </a:extLst>
            </p:cNvPr>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2" name="Group 731">
            <a:extLst>
              <a:ext uri="{FF2B5EF4-FFF2-40B4-BE49-F238E27FC236}">
                <a16:creationId xmlns:a16="http://schemas.microsoft.com/office/drawing/2014/main" id="{2FEBCECC-D0C3-FF4D-9630-0EA655B60B06}"/>
              </a:ext>
            </a:extLst>
          </p:cNvPr>
          <p:cNvGrpSpPr/>
          <p:nvPr/>
        </p:nvGrpSpPr>
        <p:grpSpPr>
          <a:xfrm>
            <a:off x="8003325" y="3897754"/>
            <a:ext cx="423557" cy="423557"/>
            <a:chOff x="4516583" y="3428010"/>
            <a:chExt cx="609600" cy="609600"/>
          </a:xfrm>
        </p:grpSpPr>
        <p:sp>
          <p:nvSpPr>
            <p:cNvPr id="733" name="Rounded Rectangle 732">
              <a:extLst>
                <a:ext uri="{FF2B5EF4-FFF2-40B4-BE49-F238E27FC236}">
                  <a16:creationId xmlns:a16="http://schemas.microsoft.com/office/drawing/2014/main" id="{5D9789A3-6A71-E84A-BB4C-FB8BD510BD37}"/>
                </a:ext>
              </a:extLst>
            </p:cNvPr>
            <p:cNvSpPr/>
            <p:nvPr/>
          </p:nvSpPr>
          <p:spPr>
            <a:xfrm>
              <a:off x="4516583"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4" name="Oval 733">
              <a:extLst>
                <a:ext uri="{FF2B5EF4-FFF2-40B4-BE49-F238E27FC236}">
                  <a16:creationId xmlns:a16="http://schemas.microsoft.com/office/drawing/2014/main" id="{B761EFFC-B5D2-DC40-874D-866352653327}"/>
                </a:ext>
              </a:extLst>
            </p:cNvPr>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5" name="Oval 734">
              <a:extLst>
                <a:ext uri="{FF2B5EF4-FFF2-40B4-BE49-F238E27FC236}">
                  <a16:creationId xmlns:a16="http://schemas.microsoft.com/office/drawing/2014/main" id="{424579EF-C88D-B244-90A7-AD0EEB663005}"/>
                </a:ext>
              </a:extLst>
            </p:cNvPr>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6" name="Oval 735">
              <a:extLst>
                <a:ext uri="{FF2B5EF4-FFF2-40B4-BE49-F238E27FC236}">
                  <a16:creationId xmlns:a16="http://schemas.microsoft.com/office/drawing/2014/main" id="{11F50B6C-2B29-5148-A468-9FAC4D4253C9}"/>
                </a:ext>
              </a:extLst>
            </p:cNvPr>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7" name="Oval 736">
              <a:extLst>
                <a:ext uri="{FF2B5EF4-FFF2-40B4-BE49-F238E27FC236}">
                  <a16:creationId xmlns:a16="http://schemas.microsoft.com/office/drawing/2014/main" id="{13FBDCE8-BCE3-384C-83C7-A632943B8F18}"/>
                </a:ext>
              </a:extLst>
            </p:cNvPr>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8" name="Oval 737">
              <a:extLst>
                <a:ext uri="{FF2B5EF4-FFF2-40B4-BE49-F238E27FC236}">
                  <a16:creationId xmlns:a16="http://schemas.microsoft.com/office/drawing/2014/main" id="{B41486C9-FC85-2D4A-95A1-0A80C818641C}"/>
                </a:ext>
              </a:extLst>
            </p:cNvPr>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9" name="Group 738">
            <a:extLst>
              <a:ext uri="{FF2B5EF4-FFF2-40B4-BE49-F238E27FC236}">
                <a16:creationId xmlns:a16="http://schemas.microsoft.com/office/drawing/2014/main" id="{B4844DCF-DC16-CD44-A1B5-814ADADF4E94}"/>
              </a:ext>
            </a:extLst>
          </p:cNvPr>
          <p:cNvGrpSpPr/>
          <p:nvPr/>
        </p:nvGrpSpPr>
        <p:grpSpPr>
          <a:xfrm>
            <a:off x="8005649" y="4454582"/>
            <a:ext cx="423557" cy="423557"/>
            <a:chOff x="4516583" y="3428010"/>
            <a:chExt cx="609600" cy="609600"/>
          </a:xfrm>
        </p:grpSpPr>
        <p:sp>
          <p:nvSpPr>
            <p:cNvPr id="740" name="Rounded Rectangle 739">
              <a:extLst>
                <a:ext uri="{FF2B5EF4-FFF2-40B4-BE49-F238E27FC236}">
                  <a16:creationId xmlns:a16="http://schemas.microsoft.com/office/drawing/2014/main" id="{A9A6007D-31AB-9348-84B5-69AF34F01C88}"/>
                </a:ext>
              </a:extLst>
            </p:cNvPr>
            <p:cNvSpPr/>
            <p:nvPr/>
          </p:nvSpPr>
          <p:spPr>
            <a:xfrm>
              <a:off x="4516583"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1" name="Oval 740">
              <a:extLst>
                <a:ext uri="{FF2B5EF4-FFF2-40B4-BE49-F238E27FC236}">
                  <a16:creationId xmlns:a16="http://schemas.microsoft.com/office/drawing/2014/main" id="{C0633005-D319-1349-89F9-F40E3353F094}"/>
                </a:ext>
              </a:extLst>
            </p:cNvPr>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2" name="Oval 741">
              <a:extLst>
                <a:ext uri="{FF2B5EF4-FFF2-40B4-BE49-F238E27FC236}">
                  <a16:creationId xmlns:a16="http://schemas.microsoft.com/office/drawing/2014/main" id="{30B05B6E-837D-3B49-8946-886629E1546E}"/>
                </a:ext>
              </a:extLst>
            </p:cNvPr>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3" name="Oval 742">
              <a:extLst>
                <a:ext uri="{FF2B5EF4-FFF2-40B4-BE49-F238E27FC236}">
                  <a16:creationId xmlns:a16="http://schemas.microsoft.com/office/drawing/2014/main" id="{BA434031-4EDE-7F4F-B54D-7FB9D78EF276}"/>
                </a:ext>
              </a:extLst>
            </p:cNvPr>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4" name="Oval 743">
              <a:extLst>
                <a:ext uri="{FF2B5EF4-FFF2-40B4-BE49-F238E27FC236}">
                  <a16:creationId xmlns:a16="http://schemas.microsoft.com/office/drawing/2014/main" id="{0655E5A2-8733-BE46-B74E-39A7CE9CFDBA}"/>
                </a:ext>
              </a:extLst>
            </p:cNvPr>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5" name="Oval 744">
              <a:extLst>
                <a:ext uri="{FF2B5EF4-FFF2-40B4-BE49-F238E27FC236}">
                  <a16:creationId xmlns:a16="http://schemas.microsoft.com/office/drawing/2014/main" id="{F070841C-1F73-5E4E-958C-3BB48DD7E7D6}"/>
                </a:ext>
              </a:extLst>
            </p:cNvPr>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6" name="Group 745">
            <a:extLst>
              <a:ext uri="{FF2B5EF4-FFF2-40B4-BE49-F238E27FC236}">
                <a16:creationId xmlns:a16="http://schemas.microsoft.com/office/drawing/2014/main" id="{9C8966CD-D5C1-7F4E-92CD-2694676CDD31}"/>
              </a:ext>
            </a:extLst>
          </p:cNvPr>
          <p:cNvGrpSpPr/>
          <p:nvPr/>
        </p:nvGrpSpPr>
        <p:grpSpPr>
          <a:xfrm>
            <a:off x="8007973" y="4987660"/>
            <a:ext cx="423557" cy="423557"/>
            <a:chOff x="4516583" y="3428010"/>
            <a:chExt cx="609600" cy="609600"/>
          </a:xfrm>
        </p:grpSpPr>
        <p:sp>
          <p:nvSpPr>
            <p:cNvPr id="747" name="Rounded Rectangle 746">
              <a:extLst>
                <a:ext uri="{FF2B5EF4-FFF2-40B4-BE49-F238E27FC236}">
                  <a16:creationId xmlns:a16="http://schemas.microsoft.com/office/drawing/2014/main" id="{338C00EA-DE25-F048-85E3-78F17D6528CF}"/>
                </a:ext>
              </a:extLst>
            </p:cNvPr>
            <p:cNvSpPr/>
            <p:nvPr/>
          </p:nvSpPr>
          <p:spPr>
            <a:xfrm>
              <a:off x="4516583"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8" name="Oval 747">
              <a:extLst>
                <a:ext uri="{FF2B5EF4-FFF2-40B4-BE49-F238E27FC236}">
                  <a16:creationId xmlns:a16="http://schemas.microsoft.com/office/drawing/2014/main" id="{77F93252-F3CE-6247-A173-BB0718752326}"/>
                </a:ext>
              </a:extLst>
            </p:cNvPr>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9" name="Oval 748">
              <a:extLst>
                <a:ext uri="{FF2B5EF4-FFF2-40B4-BE49-F238E27FC236}">
                  <a16:creationId xmlns:a16="http://schemas.microsoft.com/office/drawing/2014/main" id="{B82DFB0F-3297-F545-96A6-934C206A168C}"/>
                </a:ext>
              </a:extLst>
            </p:cNvPr>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0" name="Oval 749">
              <a:extLst>
                <a:ext uri="{FF2B5EF4-FFF2-40B4-BE49-F238E27FC236}">
                  <a16:creationId xmlns:a16="http://schemas.microsoft.com/office/drawing/2014/main" id="{E50D2979-B130-724F-AED8-D8109CB4C450}"/>
                </a:ext>
              </a:extLst>
            </p:cNvPr>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1" name="Oval 750">
              <a:extLst>
                <a:ext uri="{FF2B5EF4-FFF2-40B4-BE49-F238E27FC236}">
                  <a16:creationId xmlns:a16="http://schemas.microsoft.com/office/drawing/2014/main" id="{457966CF-03CD-0F47-A447-77E775F5B67A}"/>
                </a:ext>
              </a:extLst>
            </p:cNvPr>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2" name="Oval 751">
              <a:extLst>
                <a:ext uri="{FF2B5EF4-FFF2-40B4-BE49-F238E27FC236}">
                  <a16:creationId xmlns:a16="http://schemas.microsoft.com/office/drawing/2014/main" id="{7CED705C-C56D-CA4F-B84C-65A46306573F}"/>
                </a:ext>
              </a:extLst>
            </p:cNvPr>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53" name="Group 752">
            <a:extLst>
              <a:ext uri="{FF2B5EF4-FFF2-40B4-BE49-F238E27FC236}">
                <a16:creationId xmlns:a16="http://schemas.microsoft.com/office/drawing/2014/main" id="{5C788D15-4269-7444-939F-3A37C8FD3014}"/>
              </a:ext>
            </a:extLst>
          </p:cNvPr>
          <p:cNvGrpSpPr/>
          <p:nvPr/>
        </p:nvGrpSpPr>
        <p:grpSpPr>
          <a:xfrm>
            <a:off x="8010297" y="5556363"/>
            <a:ext cx="423557" cy="423557"/>
            <a:chOff x="4516583" y="3428010"/>
            <a:chExt cx="609600" cy="609600"/>
          </a:xfrm>
        </p:grpSpPr>
        <p:sp>
          <p:nvSpPr>
            <p:cNvPr id="754" name="Rounded Rectangle 753">
              <a:extLst>
                <a:ext uri="{FF2B5EF4-FFF2-40B4-BE49-F238E27FC236}">
                  <a16:creationId xmlns:a16="http://schemas.microsoft.com/office/drawing/2014/main" id="{7813C530-2196-624E-A1D6-D368C6619A14}"/>
                </a:ext>
              </a:extLst>
            </p:cNvPr>
            <p:cNvSpPr/>
            <p:nvPr/>
          </p:nvSpPr>
          <p:spPr>
            <a:xfrm>
              <a:off x="4516583"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5" name="Oval 754">
              <a:extLst>
                <a:ext uri="{FF2B5EF4-FFF2-40B4-BE49-F238E27FC236}">
                  <a16:creationId xmlns:a16="http://schemas.microsoft.com/office/drawing/2014/main" id="{D8D9512D-A4C1-6246-96FB-E10401F490A7}"/>
                </a:ext>
              </a:extLst>
            </p:cNvPr>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6" name="Oval 755">
              <a:extLst>
                <a:ext uri="{FF2B5EF4-FFF2-40B4-BE49-F238E27FC236}">
                  <a16:creationId xmlns:a16="http://schemas.microsoft.com/office/drawing/2014/main" id="{E50C49D0-9B91-2148-B045-F1964C9622F3}"/>
                </a:ext>
              </a:extLst>
            </p:cNvPr>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7" name="Oval 756">
              <a:extLst>
                <a:ext uri="{FF2B5EF4-FFF2-40B4-BE49-F238E27FC236}">
                  <a16:creationId xmlns:a16="http://schemas.microsoft.com/office/drawing/2014/main" id="{E00425D8-A9B1-464B-A3F2-B890DA7D66E8}"/>
                </a:ext>
              </a:extLst>
            </p:cNvPr>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8" name="Oval 757">
              <a:extLst>
                <a:ext uri="{FF2B5EF4-FFF2-40B4-BE49-F238E27FC236}">
                  <a16:creationId xmlns:a16="http://schemas.microsoft.com/office/drawing/2014/main" id="{1DF2EBD2-1048-EB41-B511-391B845A729F}"/>
                </a:ext>
              </a:extLst>
            </p:cNvPr>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9" name="Oval 758">
              <a:extLst>
                <a:ext uri="{FF2B5EF4-FFF2-40B4-BE49-F238E27FC236}">
                  <a16:creationId xmlns:a16="http://schemas.microsoft.com/office/drawing/2014/main" id="{025C7F85-BBCA-5E44-8975-B10C363499F0}"/>
                </a:ext>
              </a:extLst>
            </p:cNvPr>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0" name="Group 759">
            <a:extLst>
              <a:ext uri="{FF2B5EF4-FFF2-40B4-BE49-F238E27FC236}">
                <a16:creationId xmlns:a16="http://schemas.microsoft.com/office/drawing/2014/main" id="{9925CAE6-4465-674F-AC86-06D202CC05C1}"/>
              </a:ext>
            </a:extLst>
          </p:cNvPr>
          <p:cNvGrpSpPr/>
          <p:nvPr/>
        </p:nvGrpSpPr>
        <p:grpSpPr>
          <a:xfrm>
            <a:off x="8012621" y="6101316"/>
            <a:ext cx="423557" cy="423557"/>
            <a:chOff x="4516583" y="3428010"/>
            <a:chExt cx="609600" cy="609600"/>
          </a:xfrm>
        </p:grpSpPr>
        <p:sp>
          <p:nvSpPr>
            <p:cNvPr id="761" name="Rounded Rectangle 760">
              <a:extLst>
                <a:ext uri="{FF2B5EF4-FFF2-40B4-BE49-F238E27FC236}">
                  <a16:creationId xmlns:a16="http://schemas.microsoft.com/office/drawing/2014/main" id="{BD6BB720-78BF-F14B-BB88-F382766765E5}"/>
                </a:ext>
              </a:extLst>
            </p:cNvPr>
            <p:cNvSpPr/>
            <p:nvPr/>
          </p:nvSpPr>
          <p:spPr>
            <a:xfrm>
              <a:off x="4516583" y="342801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2" name="Oval 761">
              <a:extLst>
                <a:ext uri="{FF2B5EF4-FFF2-40B4-BE49-F238E27FC236}">
                  <a16:creationId xmlns:a16="http://schemas.microsoft.com/office/drawing/2014/main" id="{AA477524-C8B6-9A4C-859C-B5369B62E683}"/>
                </a:ext>
              </a:extLst>
            </p:cNvPr>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3" name="Oval 762">
              <a:extLst>
                <a:ext uri="{FF2B5EF4-FFF2-40B4-BE49-F238E27FC236}">
                  <a16:creationId xmlns:a16="http://schemas.microsoft.com/office/drawing/2014/main" id="{D59123F8-199E-9A4F-83EE-7E7A89B8E6A2}"/>
                </a:ext>
              </a:extLst>
            </p:cNvPr>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4" name="Oval 763">
              <a:extLst>
                <a:ext uri="{FF2B5EF4-FFF2-40B4-BE49-F238E27FC236}">
                  <a16:creationId xmlns:a16="http://schemas.microsoft.com/office/drawing/2014/main" id="{95E31BEF-D12C-464C-8F0E-BF8C94FB469B}"/>
                </a:ext>
              </a:extLst>
            </p:cNvPr>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5" name="Oval 764">
              <a:extLst>
                <a:ext uri="{FF2B5EF4-FFF2-40B4-BE49-F238E27FC236}">
                  <a16:creationId xmlns:a16="http://schemas.microsoft.com/office/drawing/2014/main" id="{E7F57D59-41E5-7846-A61F-99ECAFE1C841}"/>
                </a:ext>
              </a:extLst>
            </p:cNvPr>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6" name="Oval 765">
              <a:extLst>
                <a:ext uri="{FF2B5EF4-FFF2-40B4-BE49-F238E27FC236}">
                  <a16:creationId xmlns:a16="http://schemas.microsoft.com/office/drawing/2014/main" id="{AB280E6A-A992-524F-8403-9628165C96DD}"/>
                </a:ext>
              </a:extLst>
            </p:cNvPr>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7" name="Group 766">
            <a:extLst>
              <a:ext uri="{FF2B5EF4-FFF2-40B4-BE49-F238E27FC236}">
                <a16:creationId xmlns:a16="http://schemas.microsoft.com/office/drawing/2014/main" id="{CA27902B-43DC-8E48-B11B-C8BE4BFAB0BA}"/>
              </a:ext>
            </a:extLst>
          </p:cNvPr>
          <p:cNvGrpSpPr/>
          <p:nvPr/>
        </p:nvGrpSpPr>
        <p:grpSpPr>
          <a:xfrm>
            <a:off x="9377337" y="3898515"/>
            <a:ext cx="423557" cy="423557"/>
            <a:chOff x="5359334" y="3425040"/>
            <a:chExt cx="609600" cy="609600"/>
          </a:xfrm>
        </p:grpSpPr>
        <p:sp>
          <p:nvSpPr>
            <p:cNvPr id="768" name="Rounded Rectangle 767">
              <a:extLst>
                <a:ext uri="{FF2B5EF4-FFF2-40B4-BE49-F238E27FC236}">
                  <a16:creationId xmlns:a16="http://schemas.microsoft.com/office/drawing/2014/main" id="{3328EF0F-8C6D-C44C-881E-57A9A05EA2A2}"/>
                </a:ext>
              </a:extLst>
            </p:cNvPr>
            <p:cNvSpPr/>
            <p:nvPr/>
          </p:nvSpPr>
          <p:spPr>
            <a:xfrm>
              <a:off x="5359334" y="342504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9" name="Oval 768">
              <a:extLst>
                <a:ext uri="{FF2B5EF4-FFF2-40B4-BE49-F238E27FC236}">
                  <a16:creationId xmlns:a16="http://schemas.microsoft.com/office/drawing/2014/main" id="{83457D0C-CF6D-5A40-B3FE-D3569BE2684B}"/>
                </a:ext>
              </a:extLst>
            </p:cNvPr>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0" name="Oval 769">
              <a:extLst>
                <a:ext uri="{FF2B5EF4-FFF2-40B4-BE49-F238E27FC236}">
                  <a16:creationId xmlns:a16="http://schemas.microsoft.com/office/drawing/2014/main" id="{355F2856-B02F-7247-BC64-5DA64DEC18D8}"/>
                </a:ext>
              </a:extLst>
            </p:cNvPr>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1" name="Oval 770">
              <a:extLst>
                <a:ext uri="{FF2B5EF4-FFF2-40B4-BE49-F238E27FC236}">
                  <a16:creationId xmlns:a16="http://schemas.microsoft.com/office/drawing/2014/main" id="{C6934E20-318F-5F4B-9CB6-0B5E096C614D}"/>
                </a:ext>
              </a:extLst>
            </p:cNvPr>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2" name="Oval 771">
              <a:extLst>
                <a:ext uri="{FF2B5EF4-FFF2-40B4-BE49-F238E27FC236}">
                  <a16:creationId xmlns:a16="http://schemas.microsoft.com/office/drawing/2014/main" id="{C2286CB0-D807-4146-89FE-FC57B067D131}"/>
                </a:ext>
              </a:extLst>
            </p:cNvPr>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3" name="Oval 772">
              <a:extLst>
                <a:ext uri="{FF2B5EF4-FFF2-40B4-BE49-F238E27FC236}">
                  <a16:creationId xmlns:a16="http://schemas.microsoft.com/office/drawing/2014/main" id="{E465120A-BF8B-914B-BA61-7D1EAFBFE370}"/>
                </a:ext>
              </a:extLst>
            </p:cNvPr>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4" name="Oval 773">
              <a:extLst>
                <a:ext uri="{FF2B5EF4-FFF2-40B4-BE49-F238E27FC236}">
                  <a16:creationId xmlns:a16="http://schemas.microsoft.com/office/drawing/2014/main" id="{FDFE8621-6B84-E846-9EAD-40CD523D8263}"/>
                </a:ext>
              </a:extLst>
            </p:cNvPr>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5" name="Group 774">
            <a:extLst>
              <a:ext uri="{FF2B5EF4-FFF2-40B4-BE49-F238E27FC236}">
                <a16:creationId xmlns:a16="http://schemas.microsoft.com/office/drawing/2014/main" id="{D31B0DE8-2E44-1C4C-81A3-8EDB19384361}"/>
              </a:ext>
            </a:extLst>
          </p:cNvPr>
          <p:cNvGrpSpPr/>
          <p:nvPr/>
        </p:nvGrpSpPr>
        <p:grpSpPr>
          <a:xfrm>
            <a:off x="9376153" y="4444229"/>
            <a:ext cx="423557" cy="423557"/>
            <a:chOff x="5359334" y="3425040"/>
            <a:chExt cx="609600" cy="609600"/>
          </a:xfrm>
        </p:grpSpPr>
        <p:sp>
          <p:nvSpPr>
            <p:cNvPr id="776" name="Rounded Rectangle 775">
              <a:extLst>
                <a:ext uri="{FF2B5EF4-FFF2-40B4-BE49-F238E27FC236}">
                  <a16:creationId xmlns:a16="http://schemas.microsoft.com/office/drawing/2014/main" id="{F2FFE311-F426-844B-BBBD-BAEB6A5D1644}"/>
                </a:ext>
              </a:extLst>
            </p:cNvPr>
            <p:cNvSpPr/>
            <p:nvPr/>
          </p:nvSpPr>
          <p:spPr>
            <a:xfrm>
              <a:off x="5359334" y="342504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7" name="Oval 776">
              <a:extLst>
                <a:ext uri="{FF2B5EF4-FFF2-40B4-BE49-F238E27FC236}">
                  <a16:creationId xmlns:a16="http://schemas.microsoft.com/office/drawing/2014/main" id="{28D15C21-5130-BE47-B406-D63719BCA610}"/>
                </a:ext>
              </a:extLst>
            </p:cNvPr>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8" name="Oval 777">
              <a:extLst>
                <a:ext uri="{FF2B5EF4-FFF2-40B4-BE49-F238E27FC236}">
                  <a16:creationId xmlns:a16="http://schemas.microsoft.com/office/drawing/2014/main" id="{A06AC1EF-0DEA-F240-9329-758113832877}"/>
                </a:ext>
              </a:extLst>
            </p:cNvPr>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9" name="Oval 778">
              <a:extLst>
                <a:ext uri="{FF2B5EF4-FFF2-40B4-BE49-F238E27FC236}">
                  <a16:creationId xmlns:a16="http://schemas.microsoft.com/office/drawing/2014/main" id="{AB0E2DB9-A7BD-4144-BB77-A630A303D278}"/>
                </a:ext>
              </a:extLst>
            </p:cNvPr>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0" name="Oval 779">
              <a:extLst>
                <a:ext uri="{FF2B5EF4-FFF2-40B4-BE49-F238E27FC236}">
                  <a16:creationId xmlns:a16="http://schemas.microsoft.com/office/drawing/2014/main" id="{A2C08192-710D-C84E-85C9-527056400067}"/>
                </a:ext>
              </a:extLst>
            </p:cNvPr>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1" name="Oval 780">
              <a:extLst>
                <a:ext uri="{FF2B5EF4-FFF2-40B4-BE49-F238E27FC236}">
                  <a16:creationId xmlns:a16="http://schemas.microsoft.com/office/drawing/2014/main" id="{F82E8AE3-19F9-E046-AB34-A5EE73ED0DE0}"/>
                </a:ext>
              </a:extLst>
            </p:cNvPr>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2" name="Oval 781">
              <a:extLst>
                <a:ext uri="{FF2B5EF4-FFF2-40B4-BE49-F238E27FC236}">
                  <a16:creationId xmlns:a16="http://schemas.microsoft.com/office/drawing/2014/main" id="{7F07FC78-A4EE-3A4C-88D5-76344BFCB151}"/>
                </a:ext>
              </a:extLst>
            </p:cNvPr>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83" name="Group 782">
            <a:extLst>
              <a:ext uri="{FF2B5EF4-FFF2-40B4-BE49-F238E27FC236}">
                <a16:creationId xmlns:a16="http://schemas.microsoft.com/office/drawing/2014/main" id="{7493E2E5-C381-C545-9BE6-57CA9D58C7DC}"/>
              </a:ext>
            </a:extLst>
          </p:cNvPr>
          <p:cNvGrpSpPr/>
          <p:nvPr/>
        </p:nvGrpSpPr>
        <p:grpSpPr>
          <a:xfrm>
            <a:off x="9374969" y="4989943"/>
            <a:ext cx="423557" cy="423557"/>
            <a:chOff x="5359334" y="3425040"/>
            <a:chExt cx="609600" cy="609600"/>
          </a:xfrm>
        </p:grpSpPr>
        <p:sp>
          <p:nvSpPr>
            <p:cNvPr id="784" name="Rounded Rectangle 783">
              <a:extLst>
                <a:ext uri="{FF2B5EF4-FFF2-40B4-BE49-F238E27FC236}">
                  <a16:creationId xmlns:a16="http://schemas.microsoft.com/office/drawing/2014/main" id="{58423D52-B4D8-364E-BE58-74F00D7002B2}"/>
                </a:ext>
              </a:extLst>
            </p:cNvPr>
            <p:cNvSpPr/>
            <p:nvPr/>
          </p:nvSpPr>
          <p:spPr>
            <a:xfrm>
              <a:off x="5359334" y="342504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5" name="Oval 784">
              <a:extLst>
                <a:ext uri="{FF2B5EF4-FFF2-40B4-BE49-F238E27FC236}">
                  <a16:creationId xmlns:a16="http://schemas.microsoft.com/office/drawing/2014/main" id="{52770E3E-0274-C04C-AAF2-8EFF852816AC}"/>
                </a:ext>
              </a:extLst>
            </p:cNvPr>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6" name="Oval 785">
              <a:extLst>
                <a:ext uri="{FF2B5EF4-FFF2-40B4-BE49-F238E27FC236}">
                  <a16:creationId xmlns:a16="http://schemas.microsoft.com/office/drawing/2014/main" id="{40B7EDAE-FFB4-C54F-AC90-1134557EC652}"/>
                </a:ext>
              </a:extLst>
            </p:cNvPr>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7" name="Oval 786">
              <a:extLst>
                <a:ext uri="{FF2B5EF4-FFF2-40B4-BE49-F238E27FC236}">
                  <a16:creationId xmlns:a16="http://schemas.microsoft.com/office/drawing/2014/main" id="{220905CB-15C2-D549-8BC1-4572AF02E319}"/>
                </a:ext>
              </a:extLst>
            </p:cNvPr>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8" name="Oval 787">
              <a:extLst>
                <a:ext uri="{FF2B5EF4-FFF2-40B4-BE49-F238E27FC236}">
                  <a16:creationId xmlns:a16="http://schemas.microsoft.com/office/drawing/2014/main" id="{3CFC4168-37C1-3D4A-9984-092C8D9CDFE7}"/>
                </a:ext>
              </a:extLst>
            </p:cNvPr>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9" name="Oval 788">
              <a:extLst>
                <a:ext uri="{FF2B5EF4-FFF2-40B4-BE49-F238E27FC236}">
                  <a16:creationId xmlns:a16="http://schemas.microsoft.com/office/drawing/2014/main" id="{FF113756-43BA-1F48-A54F-CB6428F74F27}"/>
                </a:ext>
              </a:extLst>
            </p:cNvPr>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0" name="Oval 789">
              <a:extLst>
                <a:ext uri="{FF2B5EF4-FFF2-40B4-BE49-F238E27FC236}">
                  <a16:creationId xmlns:a16="http://schemas.microsoft.com/office/drawing/2014/main" id="{B7CDA55B-1883-1B4B-8758-7FCFF1146945}"/>
                </a:ext>
              </a:extLst>
            </p:cNvPr>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91" name="Group 790">
            <a:extLst>
              <a:ext uri="{FF2B5EF4-FFF2-40B4-BE49-F238E27FC236}">
                <a16:creationId xmlns:a16="http://schemas.microsoft.com/office/drawing/2014/main" id="{30C1A95D-0954-1B46-ADB1-90816DFB4824}"/>
              </a:ext>
            </a:extLst>
          </p:cNvPr>
          <p:cNvGrpSpPr/>
          <p:nvPr/>
        </p:nvGrpSpPr>
        <p:grpSpPr>
          <a:xfrm>
            <a:off x="9373785" y="5535657"/>
            <a:ext cx="423557" cy="423557"/>
            <a:chOff x="5359334" y="3425040"/>
            <a:chExt cx="609600" cy="609600"/>
          </a:xfrm>
        </p:grpSpPr>
        <p:sp>
          <p:nvSpPr>
            <p:cNvPr id="792" name="Rounded Rectangle 791">
              <a:extLst>
                <a:ext uri="{FF2B5EF4-FFF2-40B4-BE49-F238E27FC236}">
                  <a16:creationId xmlns:a16="http://schemas.microsoft.com/office/drawing/2014/main" id="{D1E8D3C4-7C2B-864B-8FBC-A32E30CF5F3E}"/>
                </a:ext>
              </a:extLst>
            </p:cNvPr>
            <p:cNvSpPr/>
            <p:nvPr/>
          </p:nvSpPr>
          <p:spPr>
            <a:xfrm>
              <a:off x="5359334" y="342504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3" name="Oval 792">
              <a:extLst>
                <a:ext uri="{FF2B5EF4-FFF2-40B4-BE49-F238E27FC236}">
                  <a16:creationId xmlns:a16="http://schemas.microsoft.com/office/drawing/2014/main" id="{F177E319-5F03-7A46-92BB-584B82E95FEB}"/>
                </a:ext>
              </a:extLst>
            </p:cNvPr>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4" name="Oval 793">
              <a:extLst>
                <a:ext uri="{FF2B5EF4-FFF2-40B4-BE49-F238E27FC236}">
                  <a16:creationId xmlns:a16="http://schemas.microsoft.com/office/drawing/2014/main" id="{81CF1E6B-B02F-9F4A-9084-07B07DB6A3F4}"/>
                </a:ext>
              </a:extLst>
            </p:cNvPr>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5" name="Oval 794">
              <a:extLst>
                <a:ext uri="{FF2B5EF4-FFF2-40B4-BE49-F238E27FC236}">
                  <a16:creationId xmlns:a16="http://schemas.microsoft.com/office/drawing/2014/main" id="{2D4C20F8-FD0C-9F42-A7C4-63C7C38C9118}"/>
                </a:ext>
              </a:extLst>
            </p:cNvPr>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6" name="Oval 795">
              <a:extLst>
                <a:ext uri="{FF2B5EF4-FFF2-40B4-BE49-F238E27FC236}">
                  <a16:creationId xmlns:a16="http://schemas.microsoft.com/office/drawing/2014/main" id="{D14B431A-B5F3-F945-BDE3-E4F21B77987E}"/>
                </a:ext>
              </a:extLst>
            </p:cNvPr>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7" name="Oval 796">
              <a:extLst>
                <a:ext uri="{FF2B5EF4-FFF2-40B4-BE49-F238E27FC236}">
                  <a16:creationId xmlns:a16="http://schemas.microsoft.com/office/drawing/2014/main" id="{561DE4D0-696C-F94D-A484-8332FD253E9A}"/>
                </a:ext>
              </a:extLst>
            </p:cNvPr>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8" name="Oval 797">
              <a:extLst>
                <a:ext uri="{FF2B5EF4-FFF2-40B4-BE49-F238E27FC236}">
                  <a16:creationId xmlns:a16="http://schemas.microsoft.com/office/drawing/2014/main" id="{1A786BDE-3F2E-464A-9C9C-B3B55401C4DB}"/>
                </a:ext>
              </a:extLst>
            </p:cNvPr>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99" name="Group 798">
            <a:extLst>
              <a:ext uri="{FF2B5EF4-FFF2-40B4-BE49-F238E27FC236}">
                <a16:creationId xmlns:a16="http://schemas.microsoft.com/office/drawing/2014/main" id="{02A28B54-A94D-5A40-89C0-3531E974AD6E}"/>
              </a:ext>
            </a:extLst>
          </p:cNvPr>
          <p:cNvGrpSpPr/>
          <p:nvPr/>
        </p:nvGrpSpPr>
        <p:grpSpPr>
          <a:xfrm>
            <a:off x="9372601" y="6081371"/>
            <a:ext cx="423557" cy="423557"/>
            <a:chOff x="5359334" y="3425040"/>
            <a:chExt cx="609600" cy="609600"/>
          </a:xfrm>
        </p:grpSpPr>
        <p:sp>
          <p:nvSpPr>
            <p:cNvPr id="800" name="Rounded Rectangle 799">
              <a:extLst>
                <a:ext uri="{FF2B5EF4-FFF2-40B4-BE49-F238E27FC236}">
                  <a16:creationId xmlns:a16="http://schemas.microsoft.com/office/drawing/2014/main" id="{3E6D3BEF-73E0-5548-A33F-34DD1CDB0CF3}"/>
                </a:ext>
              </a:extLst>
            </p:cNvPr>
            <p:cNvSpPr/>
            <p:nvPr/>
          </p:nvSpPr>
          <p:spPr>
            <a:xfrm>
              <a:off x="5359334" y="342504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1" name="Oval 800">
              <a:extLst>
                <a:ext uri="{FF2B5EF4-FFF2-40B4-BE49-F238E27FC236}">
                  <a16:creationId xmlns:a16="http://schemas.microsoft.com/office/drawing/2014/main" id="{A2B74A41-B7A7-4140-A94F-03BD8D3C39C8}"/>
                </a:ext>
              </a:extLst>
            </p:cNvPr>
            <p:cNvSpPr/>
            <p:nvPr/>
          </p:nvSpPr>
          <p:spPr>
            <a:xfrm>
              <a:off x="5430587"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2" name="Oval 801">
              <a:extLst>
                <a:ext uri="{FF2B5EF4-FFF2-40B4-BE49-F238E27FC236}">
                  <a16:creationId xmlns:a16="http://schemas.microsoft.com/office/drawing/2014/main" id="{BE21877C-6F83-C246-BE1C-7E63EF35E0DC}"/>
                </a:ext>
              </a:extLst>
            </p:cNvPr>
            <p:cNvSpPr/>
            <p:nvPr/>
          </p:nvSpPr>
          <p:spPr>
            <a:xfrm>
              <a:off x="5752396"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3" name="Oval 802">
              <a:extLst>
                <a:ext uri="{FF2B5EF4-FFF2-40B4-BE49-F238E27FC236}">
                  <a16:creationId xmlns:a16="http://schemas.microsoft.com/office/drawing/2014/main" id="{27B42042-8D37-4C4A-AB12-D129295116D7}"/>
                </a:ext>
              </a:extLst>
            </p:cNvPr>
            <p:cNvSpPr/>
            <p:nvPr/>
          </p:nvSpPr>
          <p:spPr>
            <a:xfrm>
              <a:off x="5757159" y="350124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4" name="Oval 803">
              <a:extLst>
                <a:ext uri="{FF2B5EF4-FFF2-40B4-BE49-F238E27FC236}">
                  <a16:creationId xmlns:a16="http://schemas.microsoft.com/office/drawing/2014/main" id="{059E0EF7-DA57-E14D-9CE5-45D3DB278093}"/>
                </a:ext>
              </a:extLst>
            </p:cNvPr>
            <p:cNvSpPr/>
            <p:nvPr/>
          </p:nvSpPr>
          <p:spPr>
            <a:xfrm>
              <a:off x="5437699" y="381791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5" name="Oval 804">
              <a:extLst>
                <a:ext uri="{FF2B5EF4-FFF2-40B4-BE49-F238E27FC236}">
                  <a16:creationId xmlns:a16="http://schemas.microsoft.com/office/drawing/2014/main" id="{81D8D7D1-DB33-4C4F-9766-A2647F416E87}"/>
                </a:ext>
              </a:extLst>
            </p:cNvPr>
            <p:cNvSpPr/>
            <p:nvPr/>
          </p:nvSpPr>
          <p:spPr>
            <a:xfrm>
              <a:off x="5752959" y="3657618"/>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6" name="Oval 805">
              <a:extLst>
                <a:ext uri="{FF2B5EF4-FFF2-40B4-BE49-F238E27FC236}">
                  <a16:creationId xmlns:a16="http://schemas.microsoft.com/office/drawing/2014/main" id="{4B63FB0E-C830-DF46-B0C0-E82180465097}"/>
                </a:ext>
              </a:extLst>
            </p:cNvPr>
            <p:cNvSpPr/>
            <p:nvPr/>
          </p:nvSpPr>
          <p:spPr>
            <a:xfrm>
              <a:off x="5435831" y="3655377"/>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047055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407"/>
                                        </p:tgtEl>
                                      </p:cBhvr>
                                    </p:animEffect>
                                    <p:set>
                                      <p:cBhvr>
                                        <p:cTn id="7" dur="1" fill="hold">
                                          <p:stCondLst>
                                            <p:cond delay="499"/>
                                          </p:stCondLst>
                                        </p:cTn>
                                        <p:tgtEl>
                                          <p:spTgt spid="407"/>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440"/>
                                        </p:tgtEl>
                                      </p:cBhvr>
                                    </p:animEffect>
                                    <p:set>
                                      <p:cBhvr>
                                        <p:cTn id="10" dur="1" fill="hold">
                                          <p:stCondLst>
                                            <p:cond delay="499"/>
                                          </p:stCondLst>
                                        </p:cTn>
                                        <p:tgtEl>
                                          <p:spTgt spid="440"/>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500"/>
                                        <p:tgtEl>
                                          <p:spTgt spid="443"/>
                                        </p:tgtEl>
                                      </p:cBhvr>
                                    </p:animEffect>
                                    <p:set>
                                      <p:cBhvr>
                                        <p:cTn id="13" dur="1" fill="hold">
                                          <p:stCondLst>
                                            <p:cond delay="499"/>
                                          </p:stCondLst>
                                        </p:cTn>
                                        <p:tgtEl>
                                          <p:spTgt spid="443"/>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500"/>
                                        <p:tgtEl>
                                          <p:spTgt spid="447"/>
                                        </p:tgtEl>
                                      </p:cBhvr>
                                    </p:animEffect>
                                    <p:set>
                                      <p:cBhvr>
                                        <p:cTn id="16" dur="1" fill="hold">
                                          <p:stCondLst>
                                            <p:cond delay="499"/>
                                          </p:stCondLst>
                                        </p:cTn>
                                        <p:tgtEl>
                                          <p:spTgt spid="447"/>
                                        </p:tgtEl>
                                        <p:attrNameLst>
                                          <p:attrName>style.visibility</p:attrName>
                                        </p:attrNameLst>
                                      </p:cBhvr>
                                      <p:to>
                                        <p:strVal val="hidden"/>
                                      </p:to>
                                    </p:set>
                                  </p:childTnLst>
                                </p:cTn>
                              </p:par>
                              <p:par>
                                <p:cTn id="17" presetID="10" presetClass="exit" presetSubtype="0" fill="hold" nodeType="withEffect">
                                  <p:stCondLst>
                                    <p:cond delay="0"/>
                                  </p:stCondLst>
                                  <p:childTnLst>
                                    <p:animEffect transition="out" filter="fade">
                                      <p:cBhvr>
                                        <p:cTn id="18" dur="500"/>
                                        <p:tgtEl>
                                          <p:spTgt spid="452"/>
                                        </p:tgtEl>
                                      </p:cBhvr>
                                    </p:animEffect>
                                    <p:set>
                                      <p:cBhvr>
                                        <p:cTn id="19" dur="1" fill="hold">
                                          <p:stCondLst>
                                            <p:cond delay="499"/>
                                          </p:stCondLst>
                                        </p:cTn>
                                        <p:tgtEl>
                                          <p:spTgt spid="452"/>
                                        </p:tgtEl>
                                        <p:attrNameLst>
                                          <p:attrName>style.visibility</p:attrName>
                                        </p:attrNameLst>
                                      </p:cBhvr>
                                      <p:to>
                                        <p:strVal val="hidden"/>
                                      </p:to>
                                    </p:set>
                                  </p:childTnLst>
                                </p:cTn>
                              </p:par>
                              <p:par>
                                <p:cTn id="20" presetID="10" presetClass="exit" presetSubtype="0" fill="hold" nodeType="withEffect">
                                  <p:stCondLst>
                                    <p:cond delay="0"/>
                                  </p:stCondLst>
                                  <p:childTnLst>
                                    <p:animEffect transition="out" filter="fade">
                                      <p:cBhvr>
                                        <p:cTn id="21" dur="500"/>
                                        <p:tgtEl>
                                          <p:spTgt spid="458"/>
                                        </p:tgtEl>
                                      </p:cBhvr>
                                    </p:animEffect>
                                    <p:set>
                                      <p:cBhvr>
                                        <p:cTn id="22" dur="1" fill="hold">
                                          <p:stCondLst>
                                            <p:cond delay="499"/>
                                          </p:stCondLst>
                                        </p:cTn>
                                        <p:tgtEl>
                                          <p:spTgt spid="458"/>
                                        </p:tgtEl>
                                        <p:attrNameLst>
                                          <p:attrName>style.visibility</p:attrName>
                                        </p:attrNameLst>
                                      </p:cBhvr>
                                      <p:to>
                                        <p:strVal val="hidden"/>
                                      </p:to>
                                    </p:set>
                                  </p:childTnLst>
                                </p:cTn>
                              </p:par>
                              <p:par>
                                <p:cTn id="23" presetID="10" presetClass="exit" presetSubtype="0" fill="hold" nodeType="withEffect">
                                  <p:stCondLst>
                                    <p:cond delay="0"/>
                                  </p:stCondLst>
                                  <p:childTnLst>
                                    <p:animEffect transition="out" filter="fade">
                                      <p:cBhvr>
                                        <p:cTn id="24" dur="500"/>
                                        <p:tgtEl>
                                          <p:spTgt spid="465"/>
                                        </p:tgtEl>
                                      </p:cBhvr>
                                    </p:animEffect>
                                    <p:set>
                                      <p:cBhvr>
                                        <p:cTn id="25" dur="1" fill="hold">
                                          <p:stCondLst>
                                            <p:cond delay="499"/>
                                          </p:stCondLst>
                                        </p:cTn>
                                        <p:tgtEl>
                                          <p:spTgt spid="465"/>
                                        </p:tgtEl>
                                        <p:attrNameLst>
                                          <p:attrName>style.visibility</p:attrName>
                                        </p:attrNameLst>
                                      </p:cBhvr>
                                      <p:to>
                                        <p:strVal val="hidden"/>
                                      </p:to>
                                    </p:set>
                                  </p:childTnLst>
                                </p:cTn>
                              </p:par>
                              <p:par>
                                <p:cTn id="26" presetID="10" presetClass="exit" presetSubtype="0" fill="hold" nodeType="withEffect">
                                  <p:stCondLst>
                                    <p:cond delay="0"/>
                                  </p:stCondLst>
                                  <p:childTnLst>
                                    <p:animEffect transition="out" filter="fade">
                                      <p:cBhvr>
                                        <p:cTn id="27" dur="500"/>
                                        <p:tgtEl>
                                          <p:spTgt spid="473"/>
                                        </p:tgtEl>
                                      </p:cBhvr>
                                    </p:animEffect>
                                    <p:set>
                                      <p:cBhvr>
                                        <p:cTn id="28" dur="1" fill="hold">
                                          <p:stCondLst>
                                            <p:cond delay="499"/>
                                          </p:stCondLst>
                                        </p:cTn>
                                        <p:tgtEl>
                                          <p:spTgt spid="473"/>
                                        </p:tgtEl>
                                        <p:attrNameLst>
                                          <p:attrName>style.visibility</p:attrName>
                                        </p:attrNameLst>
                                      </p:cBhvr>
                                      <p:to>
                                        <p:strVal val="hidden"/>
                                      </p:to>
                                    </p:set>
                                  </p:childTnLst>
                                </p:cTn>
                              </p:par>
                              <p:par>
                                <p:cTn id="29" presetID="10" presetClass="exit" presetSubtype="0" fill="hold" nodeType="withEffect">
                                  <p:stCondLst>
                                    <p:cond delay="0"/>
                                  </p:stCondLst>
                                  <p:childTnLst>
                                    <p:animEffect transition="out" filter="fade">
                                      <p:cBhvr>
                                        <p:cTn id="30" dur="500"/>
                                        <p:tgtEl>
                                          <p:spTgt spid="476"/>
                                        </p:tgtEl>
                                      </p:cBhvr>
                                    </p:animEffect>
                                    <p:set>
                                      <p:cBhvr>
                                        <p:cTn id="31" dur="1" fill="hold">
                                          <p:stCondLst>
                                            <p:cond delay="499"/>
                                          </p:stCondLst>
                                        </p:cTn>
                                        <p:tgtEl>
                                          <p:spTgt spid="476"/>
                                        </p:tgtEl>
                                        <p:attrNameLst>
                                          <p:attrName>style.visibility</p:attrName>
                                        </p:attrNameLst>
                                      </p:cBhvr>
                                      <p:to>
                                        <p:strVal val="hidden"/>
                                      </p:to>
                                    </p:set>
                                  </p:childTnLst>
                                </p:cTn>
                              </p:par>
                              <p:par>
                                <p:cTn id="32" presetID="10" presetClass="exit" presetSubtype="0" fill="hold" nodeType="withEffect">
                                  <p:stCondLst>
                                    <p:cond delay="0"/>
                                  </p:stCondLst>
                                  <p:childTnLst>
                                    <p:animEffect transition="out" filter="fade">
                                      <p:cBhvr>
                                        <p:cTn id="33" dur="500"/>
                                        <p:tgtEl>
                                          <p:spTgt spid="479"/>
                                        </p:tgtEl>
                                      </p:cBhvr>
                                    </p:animEffect>
                                    <p:set>
                                      <p:cBhvr>
                                        <p:cTn id="34" dur="1" fill="hold">
                                          <p:stCondLst>
                                            <p:cond delay="499"/>
                                          </p:stCondLst>
                                        </p:cTn>
                                        <p:tgtEl>
                                          <p:spTgt spid="479"/>
                                        </p:tgtEl>
                                        <p:attrNameLst>
                                          <p:attrName>style.visibility</p:attrName>
                                        </p:attrNameLst>
                                      </p:cBhvr>
                                      <p:to>
                                        <p:strVal val="hidden"/>
                                      </p:to>
                                    </p:set>
                                  </p:childTnLst>
                                </p:cTn>
                              </p:par>
                              <p:par>
                                <p:cTn id="35" presetID="10" presetClass="exit" presetSubtype="0" fill="hold" nodeType="withEffect">
                                  <p:stCondLst>
                                    <p:cond delay="0"/>
                                  </p:stCondLst>
                                  <p:childTnLst>
                                    <p:animEffect transition="out" filter="fade">
                                      <p:cBhvr>
                                        <p:cTn id="36" dur="500"/>
                                        <p:tgtEl>
                                          <p:spTgt spid="482"/>
                                        </p:tgtEl>
                                      </p:cBhvr>
                                    </p:animEffect>
                                    <p:set>
                                      <p:cBhvr>
                                        <p:cTn id="37" dur="1" fill="hold">
                                          <p:stCondLst>
                                            <p:cond delay="499"/>
                                          </p:stCondLst>
                                        </p:cTn>
                                        <p:tgtEl>
                                          <p:spTgt spid="482"/>
                                        </p:tgtEl>
                                        <p:attrNameLst>
                                          <p:attrName>style.visibility</p:attrName>
                                        </p:attrNameLst>
                                      </p:cBhvr>
                                      <p:to>
                                        <p:strVal val="hidden"/>
                                      </p:to>
                                    </p:set>
                                  </p:childTnLst>
                                </p:cTn>
                              </p:par>
                              <p:par>
                                <p:cTn id="38" presetID="10" presetClass="exit" presetSubtype="0" fill="hold" nodeType="withEffect">
                                  <p:stCondLst>
                                    <p:cond delay="0"/>
                                  </p:stCondLst>
                                  <p:childTnLst>
                                    <p:animEffect transition="out" filter="fade">
                                      <p:cBhvr>
                                        <p:cTn id="39" dur="500"/>
                                        <p:tgtEl>
                                          <p:spTgt spid="485"/>
                                        </p:tgtEl>
                                      </p:cBhvr>
                                    </p:animEffect>
                                    <p:set>
                                      <p:cBhvr>
                                        <p:cTn id="40" dur="1" fill="hold">
                                          <p:stCondLst>
                                            <p:cond delay="499"/>
                                          </p:stCondLst>
                                        </p:cTn>
                                        <p:tgtEl>
                                          <p:spTgt spid="485"/>
                                        </p:tgtEl>
                                        <p:attrNameLst>
                                          <p:attrName>style.visibility</p:attrName>
                                        </p:attrNameLst>
                                      </p:cBhvr>
                                      <p:to>
                                        <p:strVal val="hidden"/>
                                      </p:to>
                                    </p:set>
                                  </p:childTnLst>
                                </p:cTn>
                              </p:par>
                              <p:par>
                                <p:cTn id="41" presetID="10" presetClass="exit" presetSubtype="0" fill="hold" nodeType="withEffect">
                                  <p:stCondLst>
                                    <p:cond delay="0"/>
                                  </p:stCondLst>
                                  <p:childTnLst>
                                    <p:animEffect transition="out" filter="fade">
                                      <p:cBhvr>
                                        <p:cTn id="42" dur="500"/>
                                        <p:tgtEl>
                                          <p:spTgt spid="419"/>
                                        </p:tgtEl>
                                      </p:cBhvr>
                                    </p:animEffect>
                                    <p:set>
                                      <p:cBhvr>
                                        <p:cTn id="43" dur="1" fill="hold">
                                          <p:stCondLst>
                                            <p:cond delay="499"/>
                                          </p:stCondLst>
                                        </p:cTn>
                                        <p:tgtEl>
                                          <p:spTgt spid="419"/>
                                        </p:tgtEl>
                                        <p:attrNameLst>
                                          <p:attrName>style.visibility</p:attrName>
                                        </p:attrNameLst>
                                      </p:cBhvr>
                                      <p:to>
                                        <p:strVal val="hidden"/>
                                      </p:to>
                                    </p:set>
                                  </p:childTnLst>
                                </p:cTn>
                              </p:par>
                              <p:par>
                                <p:cTn id="44" presetID="10" presetClass="exit" presetSubtype="0" fill="hold" nodeType="withEffect">
                                  <p:stCondLst>
                                    <p:cond delay="0"/>
                                  </p:stCondLst>
                                  <p:childTnLst>
                                    <p:animEffect transition="out" filter="fade">
                                      <p:cBhvr>
                                        <p:cTn id="45" dur="500"/>
                                        <p:tgtEl>
                                          <p:spTgt spid="425"/>
                                        </p:tgtEl>
                                      </p:cBhvr>
                                    </p:animEffect>
                                    <p:set>
                                      <p:cBhvr>
                                        <p:cTn id="46" dur="1" fill="hold">
                                          <p:stCondLst>
                                            <p:cond delay="499"/>
                                          </p:stCondLst>
                                        </p:cTn>
                                        <p:tgtEl>
                                          <p:spTgt spid="425"/>
                                        </p:tgtEl>
                                        <p:attrNameLst>
                                          <p:attrName>style.visibility</p:attrName>
                                        </p:attrNameLst>
                                      </p:cBhvr>
                                      <p:to>
                                        <p:strVal val="hidden"/>
                                      </p:to>
                                    </p:set>
                                  </p:childTnLst>
                                </p:cTn>
                              </p:par>
                              <p:par>
                                <p:cTn id="47" presetID="10" presetClass="exit" presetSubtype="0" fill="hold" nodeType="withEffect">
                                  <p:stCondLst>
                                    <p:cond delay="0"/>
                                  </p:stCondLst>
                                  <p:childTnLst>
                                    <p:animEffect transition="out" filter="fade">
                                      <p:cBhvr>
                                        <p:cTn id="48" dur="500"/>
                                        <p:tgtEl>
                                          <p:spTgt spid="432"/>
                                        </p:tgtEl>
                                      </p:cBhvr>
                                    </p:animEffect>
                                    <p:set>
                                      <p:cBhvr>
                                        <p:cTn id="49" dur="1" fill="hold">
                                          <p:stCondLst>
                                            <p:cond delay="499"/>
                                          </p:stCondLst>
                                        </p:cTn>
                                        <p:tgtEl>
                                          <p:spTgt spid="432"/>
                                        </p:tgtEl>
                                        <p:attrNameLst>
                                          <p:attrName>style.visibility</p:attrName>
                                        </p:attrNameLst>
                                      </p:cBhvr>
                                      <p:to>
                                        <p:strVal val="hidden"/>
                                      </p:to>
                                    </p:set>
                                  </p:childTnLst>
                                </p:cTn>
                              </p:par>
                              <p:par>
                                <p:cTn id="50" presetID="10" presetClass="exit" presetSubtype="0" fill="hold" grpId="0" nodeType="withEffect">
                                  <p:stCondLst>
                                    <p:cond delay="0"/>
                                  </p:stCondLst>
                                  <p:childTnLst>
                                    <p:animEffect transition="out" filter="fade">
                                      <p:cBhvr>
                                        <p:cTn id="51" dur="500"/>
                                        <p:tgtEl>
                                          <p:spTgt spid="541"/>
                                        </p:tgtEl>
                                      </p:cBhvr>
                                    </p:animEffect>
                                    <p:set>
                                      <p:cBhvr>
                                        <p:cTn id="52" dur="1" fill="hold">
                                          <p:stCondLst>
                                            <p:cond delay="499"/>
                                          </p:stCondLst>
                                        </p:cTn>
                                        <p:tgtEl>
                                          <p:spTgt spid="541"/>
                                        </p:tgtEl>
                                        <p:attrNameLst>
                                          <p:attrName>style.visibility</p:attrName>
                                        </p:attrNameLst>
                                      </p:cBhvr>
                                      <p:to>
                                        <p:strVal val="hidden"/>
                                      </p:to>
                                    </p:set>
                                  </p:childTnLst>
                                </p:cTn>
                              </p:par>
                              <p:par>
                                <p:cTn id="53" presetID="10" presetClass="exit" presetSubtype="0" fill="hold" nodeType="withEffect">
                                  <p:stCondLst>
                                    <p:cond delay="0"/>
                                  </p:stCondLst>
                                  <p:childTnLst>
                                    <p:animEffect transition="out" filter="fade">
                                      <p:cBhvr>
                                        <p:cTn id="54" dur="500"/>
                                        <p:tgtEl>
                                          <p:spTgt spid="542"/>
                                        </p:tgtEl>
                                      </p:cBhvr>
                                    </p:animEffect>
                                    <p:set>
                                      <p:cBhvr>
                                        <p:cTn id="55" dur="1" fill="hold">
                                          <p:stCondLst>
                                            <p:cond delay="499"/>
                                          </p:stCondLst>
                                        </p:cTn>
                                        <p:tgtEl>
                                          <p:spTgt spid="542"/>
                                        </p:tgtEl>
                                        <p:attrNameLst>
                                          <p:attrName>style.visibility</p:attrName>
                                        </p:attrNameLst>
                                      </p:cBhvr>
                                      <p:to>
                                        <p:strVal val="hidden"/>
                                      </p:to>
                                    </p:set>
                                  </p:childTnLst>
                                </p:cTn>
                              </p:par>
                              <p:par>
                                <p:cTn id="56" presetID="10" presetClass="exit" presetSubtype="0" fill="hold" nodeType="withEffect">
                                  <p:stCondLst>
                                    <p:cond delay="0"/>
                                  </p:stCondLst>
                                  <p:childTnLst>
                                    <p:animEffect transition="out" filter="fade">
                                      <p:cBhvr>
                                        <p:cTn id="57" dur="500"/>
                                        <p:tgtEl>
                                          <p:spTgt spid="545"/>
                                        </p:tgtEl>
                                      </p:cBhvr>
                                    </p:animEffect>
                                    <p:set>
                                      <p:cBhvr>
                                        <p:cTn id="58" dur="1" fill="hold">
                                          <p:stCondLst>
                                            <p:cond delay="499"/>
                                          </p:stCondLst>
                                        </p:cTn>
                                        <p:tgtEl>
                                          <p:spTgt spid="545"/>
                                        </p:tgtEl>
                                        <p:attrNameLst>
                                          <p:attrName>style.visibility</p:attrName>
                                        </p:attrNameLst>
                                      </p:cBhvr>
                                      <p:to>
                                        <p:strVal val="hidden"/>
                                      </p:to>
                                    </p:set>
                                  </p:childTnLst>
                                </p:cTn>
                              </p:par>
                              <p:par>
                                <p:cTn id="59" presetID="10" presetClass="exit" presetSubtype="0" fill="hold" nodeType="withEffect">
                                  <p:stCondLst>
                                    <p:cond delay="0"/>
                                  </p:stCondLst>
                                  <p:childTnLst>
                                    <p:animEffect transition="out" filter="fade">
                                      <p:cBhvr>
                                        <p:cTn id="60" dur="500"/>
                                        <p:tgtEl>
                                          <p:spTgt spid="549"/>
                                        </p:tgtEl>
                                      </p:cBhvr>
                                    </p:animEffect>
                                    <p:set>
                                      <p:cBhvr>
                                        <p:cTn id="61" dur="1" fill="hold">
                                          <p:stCondLst>
                                            <p:cond delay="499"/>
                                          </p:stCondLst>
                                        </p:cTn>
                                        <p:tgtEl>
                                          <p:spTgt spid="549"/>
                                        </p:tgtEl>
                                        <p:attrNameLst>
                                          <p:attrName>style.visibility</p:attrName>
                                        </p:attrNameLst>
                                      </p:cBhvr>
                                      <p:to>
                                        <p:strVal val="hidden"/>
                                      </p:to>
                                    </p:set>
                                  </p:childTnLst>
                                </p:cTn>
                              </p:par>
                              <p:par>
                                <p:cTn id="62" presetID="10" presetClass="exit" presetSubtype="0" fill="hold" nodeType="withEffect">
                                  <p:stCondLst>
                                    <p:cond delay="0"/>
                                  </p:stCondLst>
                                  <p:childTnLst>
                                    <p:animEffect transition="out" filter="fade">
                                      <p:cBhvr>
                                        <p:cTn id="63" dur="500"/>
                                        <p:tgtEl>
                                          <p:spTgt spid="554"/>
                                        </p:tgtEl>
                                      </p:cBhvr>
                                    </p:animEffect>
                                    <p:set>
                                      <p:cBhvr>
                                        <p:cTn id="64" dur="1" fill="hold">
                                          <p:stCondLst>
                                            <p:cond delay="499"/>
                                          </p:stCondLst>
                                        </p:cTn>
                                        <p:tgtEl>
                                          <p:spTgt spid="554"/>
                                        </p:tgtEl>
                                        <p:attrNameLst>
                                          <p:attrName>style.visibility</p:attrName>
                                        </p:attrNameLst>
                                      </p:cBhvr>
                                      <p:to>
                                        <p:strVal val="hidden"/>
                                      </p:to>
                                    </p:set>
                                  </p:childTnLst>
                                </p:cTn>
                              </p:par>
                              <p:par>
                                <p:cTn id="65" presetID="10" presetClass="exit" presetSubtype="0" fill="hold" nodeType="withEffect">
                                  <p:stCondLst>
                                    <p:cond delay="0"/>
                                  </p:stCondLst>
                                  <p:childTnLst>
                                    <p:animEffect transition="out" filter="fade">
                                      <p:cBhvr>
                                        <p:cTn id="66" dur="500"/>
                                        <p:tgtEl>
                                          <p:spTgt spid="560"/>
                                        </p:tgtEl>
                                      </p:cBhvr>
                                    </p:animEffect>
                                    <p:set>
                                      <p:cBhvr>
                                        <p:cTn id="67" dur="1" fill="hold">
                                          <p:stCondLst>
                                            <p:cond delay="499"/>
                                          </p:stCondLst>
                                        </p:cTn>
                                        <p:tgtEl>
                                          <p:spTgt spid="560"/>
                                        </p:tgtEl>
                                        <p:attrNameLst>
                                          <p:attrName>style.visibility</p:attrName>
                                        </p:attrNameLst>
                                      </p:cBhvr>
                                      <p:to>
                                        <p:strVal val="hidden"/>
                                      </p:to>
                                    </p:set>
                                  </p:childTnLst>
                                </p:cTn>
                              </p:par>
                              <p:par>
                                <p:cTn id="68" presetID="10" presetClass="exit" presetSubtype="0" fill="hold" nodeType="withEffect">
                                  <p:stCondLst>
                                    <p:cond delay="0"/>
                                  </p:stCondLst>
                                  <p:childTnLst>
                                    <p:animEffect transition="out" filter="fade">
                                      <p:cBhvr>
                                        <p:cTn id="69" dur="500"/>
                                        <p:tgtEl>
                                          <p:spTgt spid="567"/>
                                        </p:tgtEl>
                                      </p:cBhvr>
                                    </p:animEffect>
                                    <p:set>
                                      <p:cBhvr>
                                        <p:cTn id="70" dur="1" fill="hold">
                                          <p:stCondLst>
                                            <p:cond delay="499"/>
                                          </p:stCondLst>
                                        </p:cTn>
                                        <p:tgtEl>
                                          <p:spTgt spid="567"/>
                                        </p:tgtEl>
                                        <p:attrNameLst>
                                          <p:attrName>style.visibility</p:attrName>
                                        </p:attrNameLst>
                                      </p:cBhvr>
                                      <p:to>
                                        <p:strVal val="hidden"/>
                                      </p:to>
                                    </p:set>
                                  </p:childTnLst>
                                </p:cTn>
                              </p:par>
                              <p:par>
                                <p:cTn id="71" presetID="10" presetClass="exit" presetSubtype="0" fill="hold" nodeType="withEffect">
                                  <p:stCondLst>
                                    <p:cond delay="0"/>
                                  </p:stCondLst>
                                  <p:childTnLst>
                                    <p:animEffect transition="out" filter="fade">
                                      <p:cBhvr>
                                        <p:cTn id="72" dur="500"/>
                                        <p:tgtEl>
                                          <p:spTgt spid="575"/>
                                        </p:tgtEl>
                                      </p:cBhvr>
                                    </p:animEffect>
                                    <p:set>
                                      <p:cBhvr>
                                        <p:cTn id="73" dur="1" fill="hold">
                                          <p:stCondLst>
                                            <p:cond delay="499"/>
                                          </p:stCondLst>
                                        </p:cTn>
                                        <p:tgtEl>
                                          <p:spTgt spid="575"/>
                                        </p:tgtEl>
                                        <p:attrNameLst>
                                          <p:attrName>style.visibility</p:attrName>
                                        </p:attrNameLst>
                                      </p:cBhvr>
                                      <p:to>
                                        <p:strVal val="hidden"/>
                                      </p:to>
                                    </p:set>
                                  </p:childTnLst>
                                </p:cTn>
                              </p:par>
                              <p:par>
                                <p:cTn id="74" presetID="10" presetClass="exit" presetSubtype="0" fill="hold" nodeType="withEffect">
                                  <p:stCondLst>
                                    <p:cond delay="0"/>
                                  </p:stCondLst>
                                  <p:childTnLst>
                                    <p:animEffect transition="out" filter="fade">
                                      <p:cBhvr>
                                        <p:cTn id="75" dur="500"/>
                                        <p:tgtEl>
                                          <p:spTgt spid="580"/>
                                        </p:tgtEl>
                                      </p:cBhvr>
                                    </p:animEffect>
                                    <p:set>
                                      <p:cBhvr>
                                        <p:cTn id="76" dur="1" fill="hold">
                                          <p:stCondLst>
                                            <p:cond delay="499"/>
                                          </p:stCondLst>
                                        </p:cTn>
                                        <p:tgtEl>
                                          <p:spTgt spid="580"/>
                                        </p:tgtEl>
                                        <p:attrNameLst>
                                          <p:attrName>style.visibility</p:attrName>
                                        </p:attrNameLst>
                                      </p:cBhvr>
                                      <p:to>
                                        <p:strVal val="hidden"/>
                                      </p:to>
                                    </p:set>
                                  </p:childTnLst>
                                </p:cTn>
                              </p:par>
                              <p:par>
                                <p:cTn id="77" presetID="10" presetClass="exit" presetSubtype="0" fill="hold" nodeType="withEffect">
                                  <p:stCondLst>
                                    <p:cond delay="0"/>
                                  </p:stCondLst>
                                  <p:childTnLst>
                                    <p:animEffect transition="out" filter="fade">
                                      <p:cBhvr>
                                        <p:cTn id="78" dur="500"/>
                                        <p:tgtEl>
                                          <p:spTgt spid="585"/>
                                        </p:tgtEl>
                                      </p:cBhvr>
                                    </p:animEffect>
                                    <p:set>
                                      <p:cBhvr>
                                        <p:cTn id="79" dur="1" fill="hold">
                                          <p:stCondLst>
                                            <p:cond delay="499"/>
                                          </p:stCondLst>
                                        </p:cTn>
                                        <p:tgtEl>
                                          <p:spTgt spid="585"/>
                                        </p:tgtEl>
                                        <p:attrNameLst>
                                          <p:attrName>style.visibility</p:attrName>
                                        </p:attrNameLst>
                                      </p:cBhvr>
                                      <p:to>
                                        <p:strVal val="hidden"/>
                                      </p:to>
                                    </p:set>
                                  </p:childTnLst>
                                </p:cTn>
                              </p:par>
                              <p:par>
                                <p:cTn id="80" presetID="10" presetClass="exit" presetSubtype="0" fill="hold" nodeType="withEffect">
                                  <p:stCondLst>
                                    <p:cond delay="0"/>
                                  </p:stCondLst>
                                  <p:childTnLst>
                                    <p:animEffect transition="out" filter="fade">
                                      <p:cBhvr>
                                        <p:cTn id="81" dur="500"/>
                                        <p:tgtEl>
                                          <p:spTgt spid="590"/>
                                        </p:tgtEl>
                                      </p:cBhvr>
                                    </p:animEffect>
                                    <p:set>
                                      <p:cBhvr>
                                        <p:cTn id="82" dur="1" fill="hold">
                                          <p:stCondLst>
                                            <p:cond delay="499"/>
                                          </p:stCondLst>
                                        </p:cTn>
                                        <p:tgtEl>
                                          <p:spTgt spid="590"/>
                                        </p:tgtEl>
                                        <p:attrNameLst>
                                          <p:attrName>style.visibility</p:attrName>
                                        </p:attrNameLst>
                                      </p:cBhvr>
                                      <p:to>
                                        <p:strVal val="hidden"/>
                                      </p:to>
                                    </p:set>
                                  </p:childTnLst>
                                </p:cTn>
                              </p:par>
                              <p:par>
                                <p:cTn id="83" presetID="10" presetClass="exit" presetSubtype="0" fill="hold" nodeType="withEffect">
                                  <p:stCondLst>
                                    <p:cond delay="0"/>
                                  </p:stCondLst>
                                  <p:childTnLst>
                                    <p:animEffect transition="out" filter="fade">
                                      <p:cBhvr>
                                        <p:cTn id="84" dur="500"/>
                                        <p:tgtEl>
                                          <p:spTgt spid="595"/>
                                        </p:tgtEl>
                                      </p:cBhvr>
                                    </p:animEffect>
                                    <p:set>
                                      <p:cBhvr>
                                        <p:cTn id="85" dur="1" fill="hold">
                                          <p:stCondLst>
                                            <p:cond delay="499"/>
                                          </p:stCondLst>
                                        </p:cTn>
                                        <p:tgtEl>
                                          <p:spTgt spid="595"/>
                                        </p:tgtEl>
                                        <p:attrNameLst>
                                          <p:attrName>style.visibility</p:attrName>
                                        </p:attrNameLst>
                                      </p:cBhvr>
                                      <p:to>
                                        <p:strVal val="hidden"/>
                                      </p:to>
                                    </p:set>
                                  </p:childTnLst>
                                </p:cTn>
                              </p:par>
                              <p:par>
                                <p:cTn id="86" presetID="10" presetClass="exit" presetSubtype="0" fill="hold" grpId="0" nodeType="withEffect">
                                  <p:stCondLst>
                                    <p:cond delay="0"/>
                                  </p:stCondLst>
                                  <p:childTnLst>
                                    <p:animEffect transition="out" filter="fade">
                                      <p:cBhvr>
                                        <p:cTn id="87" dur="500"/>
                                        <p:tgtEl>
                                          <p:spTgt spid="600"/>
                                        </p:tgtEl>
                                      </p:cBhvr>
                                    </p:animEffect>
                                    <p:set>
                                      <p:cBhvr>
                                        <p:cTn id="88" dur="1" fill="hold">
                                          <p:stCondLst>
                                            <p:cond delay="499"/>
                                          </p:stCondLst>
                                        </p:cTn>
                                        <p:tgtEl>
                                          <p:spTgt spid="600"/>
                                        </p:tgtEl>
                                        <p:attrNameLst>
                                          <p:attrName>style.visibility</p:attrName>
                                        </p:attrNameLst>
                                      </p:cBhvr>
                                      <p:to>
                                        <p:strVal val="hidden"/>
                                      </p:to>
                                    </p:set>
                                  </p:childTnLst>
                                </p:cTn>
                              </p:par>
                              <p:par>
                                <p:cTn id="89" presetID="10" presetClass="exit" presetSubtype="0" fill="hold" nodeType="withEffect">
                                  <p:stCondLst>
                                    <p:cond delay="0"/>
                                  </p:stCondLst>
                                  <p:childTnLst>
                                    <p:animEffect transition="out" filter="fade">
                                      <p:cBhvr>
                                        <p:cTn id="90" dur="500"/>
                                        <p:tgtEl>
                                          <p:spTgt spid="601"/>
                                        </p:tgtEl>
                                      </p:cBhvr>
                                    </p:animEffect>
                                    <p:set>
                                      <p:cBhvr>
                                        <p:cTn id="91" dur="1" fill="hold">
                                          <p:stCondLst>
                                            <p:cond delay="499"/>
                                          </p:stCondLst>
                                        </p:cTn>
                                        <p:tgtEl>
                                          <p:spTgt spid="601"/>
                                        </p:tgtEl>
                                        <p:attrNameLst>
                                          <p:attrName>style.visibility</p:attrName>
                                        </p:attrNameLst>
                                      </p:cBhvr>
                                      <p:to>
                                        <p:strVal val="hidden"/>
                                      </p:to>
                                    </p:set>
                                  </p:childTnLst>
                                </p:cTn>
                              </p:par>
                              <p:par>
                                <p:cTn id="92" presetID="10" presetClass="exit" presetSubtype="0" fill="hold" nodeType="withEffect">
                                  <p:stCondLst>
                                    <p:cond delay="0"/>
                                  </p:stCondLst>
                                  <p:childTnLst>
                                    <p:animEffect transition="out" filter="fade">
                                      <p:cBhvr>
                                        <p:cTn id="93" dur="500"/>
                                        <p:tgtEl>
                                          <p:spTgt spid="604"/>
                                        </p:tgtEl>
                                      </p:cBhvr>
                                    </p:animEffect>
                                    <p:set>
                                      <p:cBhvr>
                                        <p:cTn id="94" dur="1" fill="hold">
                                          <p:stCondLst>
                                            <p:cond delay="499"/>
                                          </p:stCondLst>
                                        </p:cTn>
                                        <p:tgtEl>
                                          <p:spTgt spid="604"/>
                                        </p:tgtEl>
                                        <p:attrNameLst>
                                          <p:attrName>style.visibility</p:attrName>
                                        </p:attrNameLst>
                                      </p:cBhvr>
                                      <p:to>
                                        <p:strVal val="hidden"/>
                                      </p:to>
                                    </p:set>
                                  </p:childTnLst>
                                </p:cTn>
                              </p:par>
                              <p:par>
                                <p:cTn id="95" presetID="10" presetClass="exit" presetSubtype="0" fill="hold" nodeType="withEffect">
                                  <p:stCondLst>
                                    <p:cond delay="0"/>
                                  </p:stCondLst>
                                  <p:childTnLst>
                                    <p:animEffect transition="out" filter="fade">
                                      <p:cBhvr>
                                        <p:cTn id="96" dur="500"/>
                                        <p:tgtEl>
                                          <p:spTgt spid="608"/>
                                        </p:tgtEl>
                                      </p:cBhvr>
                                    </p:animEffect>
                                    <p:set>
                                      <p:cBhvr>
                                        <p:cTn id="97" dur="1" fill="hold">
                                          <p:stCondLst>
                                            <p:cond delay="499"/>
                                          </p:stCondLst>
                                        </p:cTn>
                                        <p:tgtEl>
                                          <p:spTgt spid="608"/>
                                        </p:tgtEl>
                                        <p:attrNameLst>
                                          <p:attrName>style.visibility</p:attrName>
                                        </p:attrNameLst>
                                      </p:cBhvr>
                                      <p:to>
                                        <p:strVal val="hidden"/>
                                      </p:to>
                                    </p:set>
                                  </p:childTnLst>
                                </p:cTn>
                              </p:par>
                              <p:par>
                                <p:cTn id="98" presetID="10" presetClass="exit" presetSubtype="0" fill="hold" nodeType="withEffect">
                                  <p:stCondLst>
                                    <p:cond delay="0"/>
                                  </p:stCondLst>
                                  <p:childTnLst>
                                    <p:animEffect transition="out" filter="fade">
                                      <p:cBhvr>
                                        <p:cTn id="99" dur="500"/>
                                        <p:tgtEl>
                                          <p:spTgt spid="613"/>
                                        </p:tgtEl>
                                      </p:cBhvr>
                                    </p:animEffect>
                                    <p:set>
                                      <p:cBhvr>
                                        <p:cTn id="100" dur="1" fill="hold">
                                          <p:stCondLst>
                                            <p:cond delay="499"/>
                                          </p:stCondLst>
                                        </p:cTn>
                                        <p:tgtEl>
                                          <p:spTgt spid="613"/>
                                        </p:tgtEl>
                                        <p:attrNameLst>
                                          <p:attrName>style.visibility</p:attrName>
                                        </p:attrNameLst>
                                      </p:cBhvr>
                                      <p:to>
                                        <p:strVal val="hidden"/>
                                      </p:to>
                                    </p:set>
                                  </p:childTnLst>
                                </p:cTn>
                              </p:par>
                              <p:par>
                                <p:cTn id="101" presetID="10" presetClass="exit" presetSubtype="0" fill="hold" nodeType="withEffect">
                                  <p:stCondLst>
                                    <p:cond delay="0"/>
                                  </p:stCondLst>
                                  <p:childTnLst>
                                    <p:animEffect transition="out" filter="fade">
                                      <p:cBhvr>
                                        <p:cTn id="102" dur="500"/>
                                        <p:tgtEl>
                                          <p:spTgt spid="619"/>
                                        </p:tgtEl>
                                      </p:cBhvr>
                                    </p:animEffect>
                                    <p:set>
                                      <p:cBhvr>
                                        <p:cTn id="103" dur="1" fill="hold">
                                          <p:stCondLst>
                                            <p:cond delay="499"/>
                                          </p:stCondLst>
                                        </p:cTn>
                                        <p:tgtEl>
                                          <p:spTgt spid="619"/>
                                        </p:tgtEl>
                                        <p:attrNameLst>
                                          <p:attrName>style.visibility</p:attrName>
                                        </p:attrNameLst>
                                      </p:cBhvr>
                                      <p:to>
                                        <p:strVal val="hidden"/>
                                      </p:to>
                                    </p:set>
                                  </p:childTnLst>
                                </p:cTn>
                              </p:par>
                              <p:par>
                                <p:cTn id="104" presetID="10" presetClass="exit" presetSubtype="0" fill="hold" nodeType="withEffect">
                                  <p:stCondLst>
                                    <p:cond delay="0"/>
                                  </p:stCondLst>
                                  <p:childTnLst>
                                    <p:animEffect transition="out" filter="fade">
                                      <p:cBhvr>
                                        <p:cTn id="105" dur="500"/>
                                        <p:tgtEl>
                                          <p:spTgt spid="626"/>
                                        </p:tgtEl>
                                      </p:cBhvr>
                                    </p:animEffect>
                                    <p:set>
                                      <p:cBhvr>
                                        <p:cTn id="106" dur="1" fill="hold">
                                          <p:stCondLst>
                                            <p:cond delay="499"/>
                                          </p:stCondLst>
                                        </p:cTn>
                                        <p:tgtEl>
                                          <p:spTgt spid="626"/>
                                        </p:tgtEl>
                                        <p:attrNameLst>
                                          <p:attrName>style.visibility</p:attrName>
                                        </p:attrNameLst>
                                      </p:cBhvr>
                                      <p:to>
                                        <p:strVal val="hidden"/>
                                      </p:to>
                                    </p:set>
                                  </p:childTnLst>
                                </p:cTn>
                              </p:par>
                              <p:par>
                                <p:cTn id="107" presetID="10" presetClass="exit" presetSubtype="0" fill="hold" nodeType="withEffect">
                                  <p:stCondLst>
                                    <p:cond delay="0"/>
                                  </p:stCondLst>
                                  <p:childTnLst>
                                    <p:animEffect transition="out" filter="fade">
                                      <p:cBhvr>
                                        <p:cTn id="108" dur="500"/>
                                        <p:tgtEl>
                                          <p:spTgt spid="634"/>
                                        </p:tgtEl>
                                      </p:cBhvr>
                                    </p:animEffect>
                                    <p:set>
                                      <p:cBhvr>
                                        <p:cTn id="109" dur="1" fill="hold">
                                          <p:stCondLst>
                                            <p:cond delay="499"/>
                                          </p:stCondLst>
                                        </p:cTn>
                                        <p:tgtEl>
                                          <p:spTgt spid="634"/>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640"/>
                                        </p:tgtEl>
                                      </p:cBhvr>
                                    </p:animEffect>
                                    <p:set>
                                      <p:cBhvr>
                                        <p:cTn id="112" dur="1" fill="hold">
                                          <p:stCondLst>
                                            <p:cond delay="499"/>
                                          </p:stCondLst>
                                        </p:cTn>
                                        <p:tgtEl>
                                          <p:spTgt spid="640"/>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646"/>
                                        </p:tgtEl>
                                      </p:cBhvr>
                                    </p:animEffect>
                                    <p:set>
                                      <p:cBhvr>
                                        <p:cTn id="115" dur="1" fill="hold">
                                          <p:stCondLst>
                                            <p:cond delay="499"/>
                                          </p:stCondLst>
                                        </p:cTn>
                                        <p:tgtEl>
                                          <p:spTgt spid="646"/>
                                        </p:tgtEl>
                                        <p:attrNameLst>
                                          <p:attrName>style.visibility</p:attrName>
                                        </p:attrNameLst>
                                      </p:cBhvr>
                                      <p:to>
                                        <p:strVal val="hidden"/>
                                      </p:to>
                                    </p:set>
                                  </p:childTnLst>
                                </p:cTn>
                              </p:par>
                              <p:par>
                                <p:cTn id="116" presetID="10" presetClass="exit" presetSubtype="0" fill="hold" nodeType="withEffect">
                                  <p:stCondLst>
                                    <p:cond delay="0"/>
                                  </p:stCondLst>
                                  <p:childTnLst>
                                    <p:animEffect transition="out" filter="fade">
                                      <p:cBhvr>
                                        <p:cTn id="117" dur="500"/>
                                        <p:tgtEl>
                                          <p:spTgt spid="652"/>
                                        </p:tgtEl>
                                      </p:cBhvr>
                                    </p:animEffect>
                                    <p:set>
                                      <p:cBhvr>
                                        <p:cTn id="118" dur="1" fill="hold">
                                          <p:stCondLst>
                                            <p:cond delay="499"/>
                                          </p:stCondLst>
                                        </p:cTn>
                                        <p:tgtEl>
                                          <p:spTgt spid="652"/>
                                        </p:tgtEl>
                                        <p:attrNameLst>
                                          <p:attrName>style.visibility</p:attrName>
                                        </p:attrNameLst>
                                      </p:cBhvr>
                                      <p:to>
                                        <p:strVal val="hidden"/>
                                      </p:to>
                                    </p:set>
                                  </p:childTnLst>
                                </p:cTn>
                              </p:par>
                              <p:par>
                                <p:cTn id="119" presetID="10" presetClass="exit" presetSubtype="0" fill="hold" nodeType="withEffect">
                                  <p:stCondLst>
                                    <p:cond delay="0"/>
                                  </p:stCondLst>
                                  <p:childTnLst>
                                    <p:animEffect transition="out" filter="fade">
                                      <p:cBhvr>
                                        <p:cTn id="120" dur="500"/>
                                        <p:tgtEl>
                                          <p:spTgt spid="658"/>
                                        </p:tgtEl>
                                      </p:cBhvr>
                                    </p:animEffect>
                                    <p:set>
                                      <p:cBhvr>
                                        <p:cTn id="121" dur="1" fill="hold">
                                          <p:stCondLst>
                                            <p:cond delay="499"/>
                                          </p:stCondLst>
                                        </p:cTn>
                                        <p:tgtEl>
                                          <p:spTgt spid="658"/>
                                        </p:tgtEl>
                                        <p:attrNameLst>
                                          <p:attrName>style.visibility</p:attrName>
                                        </p:attrNameLst>
                                      </p:cBhvr>
                                      <p:to>
                                        <p:strVal val="hidden"/>
                                      </p:to>
                                    </p:set>
                                  </p:childTnLst>
                                </p:cTn>
                              </p:par>
                              <p:par>
                                <p:cTn id="122" presetID="10" presetClass="exit" presetSubtype="0" fill="hold" grpId="0" nodeType="withEffect">
                                  <p:stCondLst>
                                    <p:cond delay="0"/>
                                  </p:stCondLst>
                                  <p:childTnLst>
                                    <p:animEffect transition="out" filter="fade">
                                      <p:cBhvr>
                                        <p:cTn id="123" dur="500"/>
                                        <p:tgtEl>
                                          <p:spTgt spid="664"/>
                                        </p:tgtEl>
                                      </p:cBhvr>
                                    </p:animEffect>
                                    <p:set>
                                      <p:cBhvr>
                                        <p:cTn id="124" dur="1" fill="hold">
                                          <p:stCondLst>
                                            <p:cond delay="499"/>
                                          </p:stCondLst>
                                        </p:cTn>
                                        <p:tgtEl>
                                          <p:spTgt spid="664"/>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665"/>
                                        </p:tgtEl>
                                      </p:cBhvr>
                                    </p:animEffect>
                                    <p:set>
                                      <p:cBhvr>
                                        <p:cTn id="127" dur="1" fill="hold">
                                          <p:stCondLst>
                                            <p:cond delay="499"/>
                                          </p:stCondLst>
                                        </p:cTn>
                                        <p:tgtEl>
                                          <p:spTgt spid="665"/>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668"/>
                                        </p:tgtEl>
                                      </p:cBhvr>
                                    </p:animEffect>
                                    <p:set>
                                      <p:cBhvr>
                                        <p:cTn id="130" dur="1" fill="hold">
                                          <p:stCondLst>
                                            <p:cond delay="499"/>
                                          </p:stCondLst>
                                        </p:cTn>
                                        <p:tgtEl>
                                          <p:spTgt spid="668"/>
                                        </p:tgtEl>
                                        <p:attrNameLst>
                                          <p:attrName>style.visibility</p:attrName>
                                        </p:attrNameLst>
                                      </p:cBhvr>
                                      <p:to>
                                        <p:strVal val="hidden"/>
                                      </p:to>
                                    </p:set>
                                  </p:childTnLst>
                                </p:cTn>
                              </p:par>
                              <p:par>
                                <p:cTn id="131" presetID="10" presetClass="exit" presetSubtype="0" fill="hold" nodeType="withEffect">
                                  <p:stCondLst>
                                    <p:cond delay="0"/>
                                  </p:stCondLst>
                                  <p:childTnLst>
                                    <p:animEffect transition="out" filter="fade">
                                      <p:cBhvr>
                                        <p:cTn id="132" dur="500"/>
                                        <p:tgtEl>
                                          <p:spTgt spid="672"/>
                                        </p:tgtEl>
                                      </p:cBhvr>
                                    </p:animEffect>
                                    <p:set>
                                      <p:cBhvr>
                                        <p:cTn id="133" dur="1" fill="hold">
                                          <p:stCondLst>
                                            <p:cond delay="499"/>
                                          </p:stCondLst>
                                        </p:cTn>
                                        <p:tgtEl>
                                          <p:spTgt spid="672"/>
                                        </p:tgtEl>
                                        <p:attrNameLst>
                                          <p:attrName>style.visibility</p:attrName>
                                        </p:attrNameLst>
                                      </p:cBhvr>
                                      <p:to>
                                        <p:strVal val="hidden"/>
                                      </p:to>
                                    </p:set>
                                  </p:childTnLst>
                                </p:cTn>
                              </p:par>
                              <p:par>
                                <p:cTn id="134" presetID="10" presetClass="exit" presetSubtype="0" fill="hold" nodeType="withEffect">
                                  <p:stCondLst>
                                    <p:cond delay="0"/>
                                  </p:stCondLst>
                                  <p:childTnLst>
                                    <p:animEffect transition="out" filter="fade">
                                      <p:cBhvr>
                                        <p:cTn id="135" dur="500"/>
                                        <p:tgtEl>
                                          <p:spTgt spid="677"/>
                                        </p:tgtEl>
                                      </p:cBhvr>
                                    </p:animEffect>
                                    <p:set>
                                      <p:cBhvr>
                                        <p:cTn id="136" dur="1" fill="hold">
                                          <p:stCondLst>
                                            <p:cond delay="499"/>
                                          </p:stCondLst>
                                        </p:cTn>
                                        <p:tgtEl>
                                          <p:spTgt spid="677"/>
                                        </p:tgtEl>
                                        <p:attrNameLst>
                                          <p:attrName>style.visibility</p:attrName>
                                        </p:attrNameLst>
                                      </p:cBhvr>
                                      <p:to>
                                        <p:strVal val="hidden"/>
                                      </p:to>
                                    </p:set>
                                  </p:childTnLst>
                                </p:cTn>
                              </p:par>
                              <p:par>
                                <p:cTn id="137" presetID="10" presetClass="exit" presetSubtype="0" fill="hold" nodeType="withEffect">
                                  <p:stCondLst>
                                    <p:cond delay="0"/>
                                  </p:stCondLst>
                                  <p:childTnLst>
                                    <p:animEffect transition="out" filter="fade">
                                      <p:cBhvr>
                                        <p:cTn id="138" dur="500"/>
                                        <p:tgtEl>
                                          <p:spTgt spid="683"/>
                                        </p:tgtEl>
                                      </p:cBhvr>
                                    </p:animEffect>
                                    <p:set>
                                      <p:cBhvr>
                                        <p:cTn id="139" dur="1" fill="hold">
                                          <p:stCondLst>
                                            <p:cond delay="499"/>
                                          </p:stCondLst>
                                        </p:cTn>
                                        <p:tgtEl>
                                          <p:spTgt spid="683"/>
                                        </p:tgtEl>
                                        <p:attrNameLst>
                                          <p:attrName>style.visibility</p:attrName>
                                        </p:attrNameLst>
                                      </p:cBhvr>
                                      <p:to>
                                        <p:strVal val="hidden"/>
                                      </p:to>
                                    </p:set>
                                  </p:childTnLst>
                                </p:cTn>
                              </p:par>
                              <p:par>
                                <p:cTn id="140" presetID="10" presetClass="exit" presetSubtype="0" fill="hold" nodeType="withEffect">
                                  <p:stCondLst>
                                    <p:cond delay="0"/>
                                  </p:stCondLst>
                                  <p:childTnLst>
                                    <p:animEffect transition="out" filter="fade">
                                      <p:cBhvr>
                                        <p:cTn id="141" dur="500"/>
                                        <p:tgtEl>
                                          <p:spTgt spid="690"/>
                                        </p:tgtEl>
                                      </p:cBhvr>
                                    </p:animEffect>
                                    <p:set>
                                      <p:cBhvr>
                                        <p:cTn id="142" dur="1" fill="hold">
                                          <p:stCondLst>
                                            <p:cond delay="499"/>
                                          </p:stCondLst>
                                        </p:cTn>
                                        <p:tgtEl>
                                          <p:spTgt spid="690"/>
                                        </p:tgtEl>
                                        <p:attrNameLst>
                                          <p:attrName>style.visibility</p:attrName>
                                        </p:attrNameLst>
                                      </p:cBhvr>
                                      <p:to>
                                        <p:strVal val="hidden"/>
                                      </p:to>
                                    </p:set>
                                  </p:childTnLst>
                                </p:cTn>
                              </p:par>
                              <p:par>
                                <p:cTn id="143" presetID="10" presetClass="exit" presetSubtype="0" fill="hold" grpId="0" nodeType="withEffect">
                                  <p:stCondLst>
                                    <p:cond delay="0"/>
                                  </p:stCondLst>
                                  <p:childTnLst>
                                    <p:animEffect transition="out" filter="fade">
                                      <p:cBhvr>
                                        <p:cTn id="144" dur="500"/>
                                        <p:tgtEl>
                                          <p:spTgt spid="698"/>
                                        </p:tgtEl>
                                      </p:cBhvr>
                                    </p:animEffect>
                                    <p:set>
                                      <p:cBhvr>
                                        <p:cTn id="145" dur="1" fill="hold">
                                          <p:stCondLst>
                                            <p:cond delay="499"/>
                                          </p:stCondLst>
                                        </p:cTn>
                                        <p:tgtEl>
                                          <p:spTgt spid="698"/>
                                        </p:tgtEl>
                                        <p:attrNameLst>
                                          <p:attrName>style.visibility</p:attrName>
                                        </p:attrNameLst>
                                      </p:cBhvr>
                                      <p:to>
                                        <p:strVal val="hidden"/>
                                      </p:to>
                                    </p:set>
                                  </p:childTnLst>
                                </p:cTn>
                              </p:par>
                              <p:par>
                                <p:cTn id="146" presetID="10" presetClass="exit" presetSubtype="0" fill="hold" nodeType="withEffect">
                                  <p:stCondLst>
                                    <p:cond delay="0"/>
                                  </p:stCondLst>
                                  <p:childTnLst>
                                    <p:animEffect transition="out" filter="fade">
                                      <p:cBhvr>
                                        <p:cTn id="147" dur="500"/>
                                        <p:tgtEl>
                                          <p:spTgt spid="699"/>
                                        </p:tgtEl>
                                      </p:cBhvr>
                                    </p:animEffect>
                                    <p:set>
                                      <p:cBhvr>
                                        <p:cTn id="148" dur="1" fill="hold">
                                          <p:stCondLst>
                                            <p:cond delay="499"/>
                                          </p:stCondLst>
                                        </p:cTn>
                                        <p:tgtEl>
                                          <p:spTgt spid="699"/>
                                        </p:tgtEl>
                                        <p:attrNameLst>
                                          <p:attrName>style.visibility</p:attrName>
                                        </p:attrNameLst>
                                      </p:cBhvr>
                                      <p:to>
                                        <p:strVal val="hidden"/>
                                      </p:to>
                                    </p:set>
                                  </p:childTnLst>
                                </p:cTn>
                              </p:par>
                              <p:par>
                                <p:cTn id="149" presetID="10" presetClass="exit" presetSubtype="0" fill="hold" nodeType="withEffect">
                                  <p:stCondLst>
                                    <p:cond delay="0"/>
                                  </p:stCondLst>
                                  <p:childTnLst>
                                    <p:animEffect transition="out" filter="fade">
                                      <p:cBhvr>
                                        <p:cTn id="150" dur="500"/>
                                        <p:tgtEl>
                                          <p:spTgt spid="702"/>
                                        </p:tgtEl>
                                      </p:cBhvr>
                                    </p:animEffect>
                                    <p:set>
                                      <p:cBhvr>
                                        <p:cTn id="151" dur="1" fill="hold">
                                          <p:stCondLst>
                                            <p:cond delay="499"/>
                                          </p:stCondLst>
                                        </p:cTn>
                                        <p:tgtEl>
                                          <p:spTgt spid="702"/>
                                        </p:tgtEl>
                                        <p:attrNameLst>
                                          <p:attrName>style.visibility</p:attrName>
                                        </p:attrNameLst>
                                      </p:cBhvr>
                                      <p:to>
                                        <p:strVal val="hidden"/>
                                      </p:to>
                                    </p:set>
                                  </p:childTnLst>
                                </p:cTn>
                              </p:par>
                              <p:par>
                                <p:cTn id="152" presetID="10" presetClass="exit" presetSubtype="0" fill="hold" nodeType="withEffect">
                                  <p:stCondLst>
                                    <p:cond delay="0"/>
                                  </p:stCondLst>
                                  <p:childTnLst>
                                    <p:animEffect transition="out" filter="fade">
                                      <p:cBhvr>
                                        <p:cTn id="153" dur="500"/>
                                        <p:tgtEl>
                                          <p:spTgt spid="706"/>
                                        </p:tgtEl>
                                      </p:cBhvr>
                                    </p:animEffect>
                                    <p:set>
                                      <p:cBhvr>
                                        <p:cTn id="154" dur="1" fill="hold">
                                          <p:stCondLst>
                                            <p:cond delay="499"/>
                                          </p:stCondLst>
                                        </p:cTn>
                                        <p:tgtEl>
                                          <p:spTgt spid="706"/>
                                        </p:tgtEl>
                                        <p:attrNameLst>
                                          <p:attrName>style.visibility</p:attrName>
                                        </p:attrNameLst>
                                      </p:cBhvr>
                                      <p:to>
                                        <p:strVal val="hidden"/>
                                      </p:to>
                                    </p:set>
                                  </p:childTnLst>
                                </p:cTn>
                              </p:par>
                              <p:par>
                                <p:cTn id="155" presetID="10" presetClass="exit" presetSubtype="0" fill="hold" nodeType="withEffect">
                                  <p:stCondLst>
                                    <p:cond delay="0"/>
                                  </p:stCondLst>
                                  <p:childTnLst>
                                    <p:animEffect transition="out" filter="fade">
                                      <p:cBhvr>
                                        <p:cTn id="156" dur="500"/>
                                        <p:tgtEl>
                                          <p:spTgt spid="711"/>
                                        </p:tgtEl>
                                      </p:cBhvr>
                                    </p:animEffect>
                                    <p:set>
                                      <p:cBhvr>
                                        <p:cTn id="157" dur="1" fill="hold">
                                          <p:stCondLst>
                                            <p:cond delay="499"/>
                                          </p:stCondLst>
                                        </p:cTn>
                                        <p:tgtEl>
                                          <p:spTgt spid="711"/>
                                        </p:tgtEl>
                                        <p:attrNameLst>
                                          <p:attrName>style.visibility</p:attrName>
                                        </p:attrNameLst>
                                      </p:cBhvr>
                                      <p:to>
                                        <p:strVal val="hidden"/>
                                      </p:to>
                                    </p:set>
                                  </p:childTnLst>
                                </p:cTn>
                              </p:par>
                              <p:par>
                                <p:cTn id="158" presetID="10" presetClass="exit" presetSubtype="0" fill="hold" nodeType="withEffect">
                                  <p:stCondLst>
                                    <p:cond delay="0"/>
                                  </p:stCondLst>
                                  <p:childTnLst>
                                    <p:animEffect transition="out" filter="fade">
                                      <p:cBhvr>
                                        <p:cTn id="159" dur="500"/>
                                        <p:tgtEl>
                                          <p:spTgt spid="717"/>
                                        </p:tgtEl>
                                      </p:cBhvr>
                                    </p:animEffect>
                                    <p:set>
                                      <p:cBhvr>
                                        <p:cTn id="160" dur="1" fill="hold">
                                          <p:stCondLst>
                                            <p:cond delay="499"/>
                                          </p:stCondLst>
                                        </p:cTn>
                                        <p:tgtEl>
                                          <p:spTgt spid="717"/>
                                        </p:tgtEl>
                                        <p:attrNameLst>
                                          <p:attrName>style.visibility</p:attrName>
                                        </p:attrNameLst>
                                      </p:cBhvr>
                                      <p:to>
                                        <p:strVal val="hidden"/>
                                      </p:to>
                                    </p:set>
                                  </p:childTnLst>
                                </p:cTn>
                              </p:par>
                              <p:par>
                                <p:cTn id="161" presetID="10" presetClass="exit" presetSubtype="0" fill="hold" nodeType="withEffect">
                                  <p:stCondLst>
                                    <p:cond delay="0"/>
                                  </p:stCondLst>
                                  <p:childTnLst>
                                    <p:animEffect transition="out" filter="fade">
                                      <p:cBhvr>
                                        <p:cTn id="162" dur="500"/>
                                        <p:tgtEl>
                                          <p:spTgt spid="724"/>
                                        </p:tgtEl>
                                      </p:cBhvr>
                                    </p:animEffect>
                                    <p:set>
                                      <p:cBhvr>
                                        <p:cTn id="163" dur="1" fill="hold">
                                          <p:stCondLst>
                                            <p:cond delay="499"/>
                                          </p:stCondLst>
                                        </p:cTn>
                                        <p:tgtEl>
                                          <p:spTgt spid="724"/>
                                        </p:tgtEl>
                                        <p:attrNameLst>
                                          <p:attrName>style.visibility</p:attrName>
                                        </p:attrNameLst>
                                      </p:cBhvr>
                                      <p:to>
                                        <p:strVal val="hidden"/>
                                      </p:to>
                                    </p:set>
                                  </p:childTnLst>
                                </p:cTn>
                              </p:par>
                              <p:par>
                                <p:cTn id="164" presetID="10" presetClass="exit" presetSubtype="0" fill="hold" nodeType="withEffect">
                                  <p:stCondLst>
                                    <p:cond delay="0"/>
                                  </p:stCondLst>
                                  <p:childTnLst>
                                    <p:animEffect transition="out" filter="fade">
                                      <p:cBhvr>
                                        <p:cTn id="165" dur="500"/>
                                        <p:tgtEl>
                                          <p:spTgt spid="732"/>
                                        </p:tgtEl>
                                      </p:cBhvr>
                                    </p:animEffect>
                                    <p:set>
                                      <p:cBhvr>
                                        <p:cTn id="166" dur="1" fill="hold">
                                          <p:stCondLst>
                                            <p:cond delay="499"/>
                                          </p:stCondLst>
                                        </p:cTn>
                                        <p:tgtEl>
                                          <p:spTgt spid="732"/>
                                        </p:tgtEl>
                                        <p:attrNameLst>
                                          <p:attrName>style.visibility</p:attrName>
                                        </p:attrNameLst>
                                      </p:cBhvr>
                                      <p:to>
                                        <p:strVal val="hidden"/>
                                      </p:to>
                                    </p:set>
                                  </p:childTnLst>
                                </p:cTn>
                              </p:par>
                              <p:par>
                                <p:cTn id="167" presetID="10" presetClass="exit" presetSubtype="0" fill="hold" nodeType="withEffect">
                                  <p:stCondLst>
                                    <p:cond delay="0"/>
                                  </p:stCondLst>
                                  <p:childTnLst>
                                    <p:animEffect transition="out" filter="fade">
                                      <p:cBhvr>
                                        <p:cTn id="168" dur="500"/>
                                        <p:tgtEl>
                                          <p:spTgt spid="739"/>
                                        </p:tgtEl>
                                      </p:cBhvr>
                                    </p:animEffect>
                                    <p:set>
                                      <p:cBhvr>
                                        <p:cTn id="169" dur="1" fill="hold">
                                          <p:stCondLst>
                                            <p:cond delay="499"/>
                                          </p:stCondLst>
                                        </p:cTn>
                                        <p:tgtEl>
                                          <p:spTgt spid="739"/>
                                        </p:tgtEl>
                                        <p:attrNameLst>
                                          <p:attrName>style.visibility</p:attrName>
                                        </p:attrNameLst>
                                      </p:cBhvr>
                                      <p:to>
                                        <p:strVal val="hidden"/>
                                      </p:to>
                                    </p:set>
                                  </p:childTnLst>
                                </p:cTn>
                              </p:par>
                              <p:par>
                                <p:cTn id="170" presetID="10" presetClass="exit" presetSubtype="0" fill="hold" nodeType="withEffect">
                                  <p:stCondLst>
                                    <p:cond delay="0"/>
                                  </p:stCondLst>
                                  <p:childTnLst>
                                    <p:animEffect transition="out" filter="fade">
                                      <p:cBhvr>
                                        <p:cTn id="171" dur="500"/>
                                        <p:tgtEl>
                                          <p:spTgt spid="746"/>
                                        </p:tgtEl>
                                      </p:cBhvr>
                                    </p:animEffect>
                                    <p:set>
                                      <p:cBhvr>
                                        <p:cTn id="172" dur="1" fill="hold">
                                          <p:stCondLst>
                                            <p:cond delay="499"/>
                                          </p:stCondLst>
                                        </p:cTn>
                                        <p:tgtEl>
                                          <p:spTgt spid="746"/>
                                        </p:tgtEl>
                                        <p:attrNameLst>
                                          <p:attrName>style.visibility</p:attrName>
                                        </p:attrNameLst>
                                      </p:cBhvr>
                                      <p:to>
                                        <p:strVal val="hidden"/>
                                      </p:to>
                                    </p:set>
                                  </p:childTnLst>
                                </p:cTn>
                              </p:par>
                              <p:par>
                                <p:cTn id="173" presetID="10" presetClass="exit" presetSubtype="0" fill="hold" nodeType="withEffect">
                                  <p:stCondLst>
                                    <p:cond delay="0"/>
                                  </p:stCondLst>
                                  <p:childTnLst>
                                    <p:animEffect transition="out" filter="fade">
                                      <p:cBhvr>
                                        <p:cTn id="174" dur="500"/>
                                        <p:tgtEl>
                                          <p:spTgt spid="753"/>
                                        </p:tgtEl>
                                      </p:cBhvr>
                                    </p:animEffect>
                                    <p:set>
                                      <p:cBhvr>
                                        <p:cTn id="175" dur="1" fill="hold">
                                          <p:stCondLst>
                                            <p:cond delay="499"/>
                                          </p:stCondLst>
                                        </p:cTn>
                                        <p:tgtEl>
                                          <p:spTgt spid="753"/>
                                        </p:tgtEl>
                                        <p:attrNameLst>
                                          <p:attrName>style.visibility</p:attrName>
                                        </p:attrNameLst>
                                      </p:cBhvr>
                                      <p:to>
                                        <p:strVal val="hidden"/>
                                      </p:to>
                                    </p:set>
                                  </p:childTnLst>
                                </p:cTn>
                              </p:par>
                              <p:par>
                                <p:cTn id="176" presetID="10" presetClass="exit" presetSubtype="0" fill="hold" nodeType="withEffect">
                                  <p:stCondLst>
                                    <p:cond delay="0"/>
                                  </p:stCondLst>
                                  <p:childTnLst>
                                    <p:animEffect transition="out" filter="fade">
                                      <p:cBhvr>
                                        <p:cTn id="177" dur="500"/>
                                        <p:tgtEl>
                                          <p:spTgt spid="760"/>
                                        </p:tgtEl>
                                      </p:cBhvr>
                                    </p:animEffect>
                                    <p:set>
                                      <p:cBhvr>
                                        <p:cTn id="178" dur="1" fill="hold">
                                          <p:stCondLst>
                                            <p:cond delay="499"/>
                                          </p:stCondLst>
                                        </p:cTn>
                                        <p:tgtEl>
                                          <p:spTgt spid="760"/>
                                        </p:tgtEl>
                                        <p:attrNameLst>
                                          <p:attrName>style.visibility</p:attrName>
                                        </p:attrNameLst>
                                      </p:cBhvr>
                                      <p:to>
                                        <p:strVal val="hidden"/>
                                      </p:to>
                                    </p:set>
                                  </p:childTnLst>
                                </p:cTn>
                              </p:par>
                              <p:par>
                                <p:cTn id="179" presetID="10" presetClass="exit" presetSubtype="0" fill="hold" nodeType="withEffect">
                                  <p:stCondLst>
                                    <p:cond delay="0"/>
                                  </p:stCondLst>
                                  <p:childTnLst>
                                    <p:animEffect transition="out" filter="fade">
                                      <p:cBhvr>
                                        <p:cTn id="180" dur="500"/>
                                        <p:tgtEl>
                                          <p:spTgt spid="767"/>
                                        </p:tgtEl>
                                      </p:cBhvr>
                                    </p:animEffect>
                                    <p:set>
                                      <p:cBhvr>
                                        <p:cTn id="181" dur="1" fill="hold">
                                          <p:stCondLst>
                                            <p:cond delay="499"/>
                                          </p:stCondLst>
                                        </p:cTn>
                                        <p:tgtEl>
                                          <p:spTgt spid="767"/>
                                        </p:tgtEl>
                                        <p:attrNameLst>
                                          <p:attrName>style.visibility</p:attrName>
                                        </p:attrNameLst>
                                      </p:cBhvr>
                                      <p:to>
                                        <p:strVal val="hidden"/>
                                      </p:to>
                                    </p:set>
                                  </p:childTnLst>
                                </p:cTn>
                              </p:par>
                              <p:par>
                                <p:cTn id="182" presetID="10" presetClass="exit" presetSubtype="0" fill="hold" nodeType="withEffect">
                                  <p:stCondLst>
                                    <p:cond delay="0"/>
                                  </p:stCondLst>
                                  <p:childTnLst>
                                    <p:animEffect transition="out" filter="fade">
                                      <p:cBhvr>
                                        <p:cTn id="183" dur="500"/>
                                        <p:tgtEl>
                                          <p:spTgt spid="775"/>
                                        </p:tgtEl>
                                      </p:cBhvr>
                                    </p:animEffect>
                                    <p:set>
                                      <p:cBhvr>
                                        <p:cTn id="184" dur="1" fill="hold">
                                          <p:stCondLst>
                                            <p:cond delay="499"/>
                                          </p:stCondLst>
                                        </p:cTn>
                                        <p:tgtEl>
                                          <p:spTgt spid="775"/>
                                        </p:tgtEl>
                                        <p:attrNameLst>
                                          <p:attrName>style.visibility</p:attrName>
                                        </p:attrNameLst>
                                      </p:cBhvr>
                                      <p:to>
                                        <p:strVal val="hidden"/>
                                      </p:to>
                                    </p:set>
                                  </p:childTnLst>
                                </p:cTn>
                              </p:par>
                              <p:par>
                                <p:cTn id="185" presetID="10" presetClass="exit" presetSubtype="0" fill="hold" nodeType="withEffect">
                                  <p:stCondLst>
                                    <p:cond delay="0"/>
                                  </p:stCondLst>
                                  <p:childTnLst>
                                    <p:animEffect transition="out" filter="fade">
                                      <p:cBhvr>
                                        <p:cTn id="186" dur="500"/>
                                        <p:tgtEl>
                                          <p:spTgt spid="783"/>
                                        </p:tgtEl>
                                      </p:cBhvr>
                                    </p:animEffect>
                                    <p:set>
                                      <p:cBhvr>
                                        <p:cTn id="187" dur="1" fill="hold">
                                          <p:stCondLst>
                                            <p:cond delay="499"/>
                                          </p:stCondLst>
                                        </p:cTn>
                                        <p:tgtEl>
                                          <p:spTgt spid="783"/>
                                        </p:tgtEl>
                                        <p:attrNameLst>
                                          <p:attrName>style.visibility</p:attrName>
                                        </p:attrNameLst>
                                      </p:cBhvr>
                                      <p:to>
                                        <p:strVal val="hidden"/>
                                      </p:to>
                                    </p:set>
                                  </p:childTnLst>
                                </p:cTn>
                              </p:par>
                              <p:par>
                                <p:cTn id="188" presetID="10" presetClass="exit" presetSubtype="0" fill="hold" nodeType="withEffect">
                                  <p:stCondLst>
                                    <p:cond delay="0"/>
                                  </p:stCondLst>
                                  <p:childTnLst>
                                    <p:animEffect transition="out" filter="fade">
                                      <p:cBhvr>
                                        <p:cTn id="189" dur="500"/>
                                        <p:tgtEl>
                                          <p:spTgt spid="791"/>
                                        </p:tgtEl>
                                      </p:cBhvr>
                                    </p:animEffect>
                                    <p:set>
                                      <p:cBhvr>
                                        <p:cTn id="190" dur="1" fill="hold">
                                          <p:stCondLst>
                                            <p:cond delay="499"/>
                                          </p:stCondLst>
                                        </p:cTn>
                                        <p:tgtEl>
                                          <p:spTgt spid="791"/>
                                        </p:tgtEl>
                                        <p:attrNameLst>
                                          <p:attrName>style.visibility</p:attrName>
                                        </p:attrNameLst>
                                      </p:cBhvr>
                                      <p:to>
                                        <p:strVal val="hidden"/>
                                      </p:to>
                                    </p:set>
                                  </p:childTnLst>
                                </p:cTn>
                              </p:par>
                              <p:par>
                                <p:cTn id="191" presetID="10" presetClass="exit" presetSubtype="0" fill="hold" nodeType="withEffect">
                                  <p:stCondLst>
                                    <p:cond delay="0"/>
                                  </p:stCondLst>
                                  <p:childTnLst>
                                    <p:animEffect transition="out" filter="fade">
                                      <p:cBhvr>
                                        <p:cTn id="192" dur="500"/>
                                        <p:tgtEl>
                                          <p:spTgt spid="799"/>
                                        </p:tgtEl>
                                      </p:cBhvr>
                                    </p:animEffect>
                                    <p:set>
                                      <p:cBhvr>
                                        <p:cTn id="193" dur="1" fill="hold">
                                          <p:stCondLst>
                                            <p:cond delay="499"/>
                                          </p:stCondLst>
                                        </p:cTn>
                                        <p:tgtEl>
                                          <p:spTgt spid="799"/>
                                        </p:tgtEl>
                                        <p:attrNameLst>
                                          <p:attrName>style.visibility</p:attrName>
                                        </p:attrNameLst>
                                      </p:cBhvr>
                                      <p:to>
                                        <p:strVal val="hidden"/>
                                      </p:to>
                                    </p:set>
                                  </p:childTnLst>
                                </p:cTn>
                              </p:par>
                              <p:par>
                                <p:cTn id="194" presetID="10" presetClass="exit" presetSubtype="0" fill="hold" nodeType="withEffect">
                                  <p:stCondLst>
                                    <p:cond delay="0"/>
                                  </p:stCondLst>
                                  <p:childTnLst>
                                    <p:animEffect transition="out" filter="fade">
                                      <p:cBhvr>
                                        <p:cTn id="195" dur="500"/>
                                        <p:tgtEl>
                                          <p:spTgt spid="414"/>
                                        </p:tgtEl>
                                      </p:cBhvr>
                                    </p:animEffect>
                                    <p:set>
                                      <p:cBhvr>
                                        <p:cTn id="196" dur="1" fill="hold">
                                          <p:stCondLst>
                                            <p:cond delay="499"/>
                                          </p:stCondLst>
                                        </p:cTn>
                                        <p:tgtEl>
                                          <p:spTgt spid="4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1" grpId="0"/>
      <p:bldP spid="600" grpId="0"/>
      <p:bldP spid="664" grpId="0"/>
      <p:bldP spid="69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562" name="Rectangle 2"/>
          <p:cNvSpPr>
            <a:spLocks noGrp="1" noChangeArrowheads="1"/>
          </p:cNvSpPr>
          <p:nvPr>
            <p:ph type="title"/>
          </p:nvPr>
        </p:nvSpPr>
        <p:spPr>
          <a:xfrm>
            <a:off x="2518834" y="228600"/>
            <a:ext cx="7704667" cy="917376"/>
          </a:xfrm>
        </p:spPr>
        <p:txBody>
          <a:bodyPr/>
          <a:lstStyle/>
          <a:p>
            <a:r>
              <a:rPr lang="en-US" altLang="zh-TW">
                <a:ea typeface="新細明體" pitchFamily="-106" charset="-120"/>
                <a:cs typeface="新細明體" pitchFamily="-106" charset="-120"/>
              </a:rPr>
              <a:t>Posterior/Conditional Probability</a:t>
            </a:r>
          </a:p>
        </p:txBody>
      </p:sp>
      <mc:AlternateContent xmlns:mc="http://schemas.openxmlformats.org/markup-compatibility/2006" xmlns:a14="http://schemas.microsoft.com/office/drawing/2010/main">
        <mc:Choice Requires="a14">
          <p:sp>
            <p:nvSpPr>
              <p:cNvPr id="578563" name="Rectangle 3"/>
              <p:cNvSpPr>
                <a:spLocks noGrp="1" noChangeArrowheads="1"/>
              </p:cNvSpPr>
              <p:nvPr>
                <p:ph idx="1"/>
              </p:nvPr>
            </p:nvSpPr>
            <p:spPr>
              <a:xfrm>
                <a:off x="2518833" y="1228198"/>
                <a:ext cx="7921752" cy="5401202"/>
              </a:xfrm>
            </p:spPr>
            <p:txBody>
              <a:bodyPr>
                <a:noAutofit/>
              </a:bodyPr>
              <a:lstStyle/>
              <a:p>
                <a:pPr marL="0" indent="0">
                  <a:spcBef>
                    <a:spcPts val="1200"/>
                  </a:spcBef>
                  <a:buNone/>
                </a:pPr>
                <a14:m>
                  <m:oMath xmlns:m="http://schemas.openxmlformats.org/officeDocument/2006/math">
                    <m:func>
                      <m:funcPr>
                        <m:ctrlPr>
                          <a:rPr lang="en-US" altLang="zh-TW" sz="2800" i="1">
                            <a:latin typeface="Cambria Math" panose="02040503050406030204" pitchFamily="18" charset="0"/>
                            <a:ea typeface="新細明體" pitchFamily="-106" charset="-120"/>
                            <a:cs typeface="Times"/>
                          </a:rPr>
                        </m:ctrlPr>
                      </m:funcPr>
                      <m:fName>
                        <m:r>
                          <m:rPr>
                            <m:sty m:val="p"/>
                          </m:rPr>
                          <a:rPr lang="en-US" altLang="zh-TW" sz="2800">
                            <a:latin typeface="Cambria Math" panose="02040503050406030204" pitchFamily="18" charset="0"/>
                            <a:ea typeface="新細明體" pitchFamily="-106" charset="-120"/>
                            <a:cs typeface="Times"/>
                          </a:rPr>
                          <m:t>Pr</m:t>
                        </m:r>
                      </m:fName>
                      <m:e>
                        <m:d>
                          <m:dPr>
                            <m:begChr m:val="["/>
                            <m:endChr m:val="]"/>
                            <m:ctrlPr>
                              <a:rPr lang="en-US" altLang="zh-TW" sz="2800" i="1">
                                <a:latin typeface="Cambria Math" panose="02040503050406030204" pitchFamily="18" charset="0"/>
                                <a:ea typeface="新細明體" pitchFamily="-106" charset="-120"/>
                                <a:cs typeface="Times"/>
                              </a:rPr>
                            </m:ctrlPr>
                          </m:dPr>
                          <m:e>
                            <m:r>
                              <a:rPr lang="en-US" altLang="zh-TW" sz="2800" i="1">
                                <a:latin typeface="Cambria Math" panose="02040503050406030204" pitchFamily="18" charset="0"/>
                                <a:ea typeface="新細明體" pitchFamily="-106" charset="-120"/>
                                <a:cs typeface="Times"/>
                              </a:rPr>
                              <m:t>𝐴</m:t>
                            </m:r>
                            <m:r>
                              <a:rPr lang="en-US" altLang="zh-TW" sz="2800" i="1">
                                <a:latin typeface="Cambria Math" panose="02040503050406030204" pitchFamily="18" charset="0"/>
                                <a:ea typeface="新細明體" pitchFamily="-106" charset="-120"/>
                                <a:cs typeface="Times"/>
                              </a:rPr>
                              <m:t>∣</m:t>
                            </m:r>
                            <m:r>
                              <a:rPr lang="en-US" altLang="zh-TW" sz="2800" i="1">
                                <a:latin typeface="Cambria Math" panose="02040503050406030204" pitchFamily="18" charset="0"/>
                                <a:ea typeface="新細明體" pitchFamily="-106" charset="-120"/>
                                <a:cs typeface="Times"/>
                              </a:rPr>
                              <m:t>𝐵</m:t>
                            </m:r>
                          </m:e>
                        </m:d>
                      </m:e>
                    </m:func>
                    <m:r>
                      <a:rPr lang="en-US" altLang="zh-TW" sz="2800" i="1">
                        <a:latin typeface="Cambria Math" panose="02040503050406030204" pitchFamily="18" charset="0"/>
                        <a:ea typeface="新細明體" pitchFamily="-106" charset="-120"/>
                        <a:cs typeface="Times"/>
                      </a:rPr>
                      <m:t>=</m:t>
                    </m:r>
                    <m:f>
                      <m:fPr>
                        <m:ctrlPr>
                          <a:rPr lang="en-US" altLang="zh-TW" sz="2800" i="1">
                            <a:latin typeface="Cambria Math" panose="02040503050406030204" pitchFamily="18" charset="0"/>
                            <a:ea typeface="新細明體" pitchFamily="-106" charset="-120"/>
                            <a:cs typeface="Times"/>
                          </a:rPr>
                        </m:ctrlPr>
                      </m:fPr>
                      <m:num>
                        <m:func>
                          <m:funcPr>
                            <m:ctrlPr>
                              <a:rPr lang="en-US" altLang="zh-TW" sz="2800" i="1">
                                <a:latin typeface="Cambria Math" panose="02040503050406030204" pitchFamily="18" charset="0"/>
                                <a:ea typeface="新細明體" pitchFamily="-106" charset="-120"/>
                                <a:cs typeface="Times"/>
                              </a:rPr>
                            </m:ctrlPr>
                          </m:funcPr>
                          <m:fName>
                            <m:r>
                              <m:rPr>
                                <m:sty m:val="p"/>
                              </m:rPr>
                              <a:rPr lang="en-US" altLang="zh-TW" sz="2800">
                                <a:latin typeface="Cambria Math" panose="02040503050406030204" pitchFamily="18" charset="0"/>
                                <a:ea typeface="新細明體" pitchFamily="-106" charset="-120"/>
                                <a:cs typeface="Times"/>
                              </a:rPr>
                              <m:t>Pr</m:t>
                            </m:r>
                          </m:fName>
                          <m:e>
                            <m:d>
                              <m:dPr>
                                <m:begChr m:val="["/>
                                <m:endChr m:val="]"/>
                                <m:ctrlPr>
                                  <a:rPr lang="en-US" altLang="zh-TW" sz="2800" i="1">
                                    <a:latin typeface="Cambria Math" panose="02040503050406030204" pitchFamily="18" charset="0"/>
                                    <a:ea typeface="新細明體" pitchFamily="-106" charset="-120"/>
                                    <a:cs typeface="Times"/>
                                  </a:rPr>
                                </m:ctrlPr>
                              </m:dPr>
                              <m:e>
                                <m:r>
                                  <a:rPr lang="en-US" altLang="zh-TW" sz="2800" i="1">
                                    <a:latin typeface="Cambria Math" panose="02040503050406030204" pitchFamily="18" charset="0"/>
                                    <a:ea typeface="新細明體" pitchFamily="-106" charset="-120"/>
                                    <a:cs typeface="Times"/>
                                  </a:rPr>
                                  <m:t>𝐴</m:t>
                                </m:r>
                                <m:r>
                                  <a:rPr lang="en-US" altLang="zh-TW" sz="2800" i="1">
                                    <a:latin typeface="Cambria Math" panose="02040503050406030204" pitchFamily="18" charset="0"/>
                                    <a:ea typeface="新細明體" pitchFamily="-106" charset="-120"/>
                                    <a:cs typeface="Times"/>
                                  </a:rPr>
                                  <m:t>∧</m:t>
                                </m:r>
                                <m:r>
                                  <a:rPr lang="en-US" altLang="zh-TW" sz="2800" i="1">
                                    <a:latin typeface="Cambria Math" panose="02040503050406030204" pitchFamily="18" charset="0"/>
                                    <a:ea typeface="新細明體" pitchFamily="-106" charset="-120"/>
                                    <a:cs typeface="Times"/>
                                  </a:rPr>
                                  <m:t>𝐵</m:t>
                                </m:r>
                              </m:e>
                            </m:d>
                          </m:e>
                        </m:func>
                      </m:num>
                      <m:den>
                        <m:func>
                          <m:funcPr>
                            <m:ctrlPr>
                              <a:rPr lang="en-US" altLang="zh-TW" sz="2800" i="1">
                                <a:latin typeface="Cambria Math" panose="02040503050406030204" pitchFamily="18" charset="0"/>
                                <a:ea typeface="新細明體" pitchFamily="-106" charset="-120"/>
                                <a:cs typeface="Times"/>
                              </a:rPr>
                            </m:ctrlPr>
                          </m:funcPr>
                          <m:fName>
                            <m:r>
                              <m:rPr>
                                <m:sty m:val="p"/>
                              </m:rPr>
                              <a:rPr lang="en-US" altLang="zh-TW" sz="2800">
                                <a:latin typeface="Cambria Math" panose="02040503050406030204" pitchFamily="18" charset="0"/>
                                <a:ea typeface="新細明體" pitchFamily="-106" charset="-120"/>
                                <a:cs typeface="Times"/>
                              </a:rPr>
                              <m:t>Pr</m:t>
                            </m:r>
                          </m:fName>
                          <m:e>
                            <m:d>
                              <m:dPr>
                                <m:begChr m:val="["/>
                                <m:endChr m:val="]"/>
                                <m:ctrlPr>
                                  <a:rPr lang="en-US" altLang="zh-TW" sz="2800" i="1">
                                    <a:latin typeface="Cambria Math" panose="02040503050406030204" pitchFamily="18" charset="0"/>
                                    <a:ea typeface="新細明體" pitchFamily="-106" charset="-120"/>
                                    <a:cs typeface="Times"/>
                                  </a:rPr>
                                </m:ctrlPr>
                              </m:dPr>
                              <m:e>
                                <m:r>
                                  <a:rPr lang="en-US" altLang="zh-TW" sz="2800" i="1">
                                    <a:latin typeface="Cambria Math" panose="02040503050406030204" pitchFamily="18" charset="0"/>
                                    <a:ea typeface="新細明體" pitchFamily="-106" charset="-120"/>
                                    <a:cs typeface="Times"/>
                                  </a:rPr>
                                  <m:t>𝐵</m:t>
                                </m:r>
                              </m:e>
                            </m:d>
                          </m:e>
                        </m:func>
                      </m:den>
                    </m:f>
                  </m:oMath>
                </a14:m>
                <a:r>
                  <a:rPr lang="en-US" altLang="zh-TW" sz="2800" dirty="0">
                    <a:ea typeface="新細明體" pitchFamily="-106" charset="-120"/>
                    <a:cs typeface="Times"/>
                  </a:rPr>
                  <a:t> assuming that </a:t>
                </a:r>
                <a14:m>
                  <m:oMath xmlns:m="http://schemas.openxmlformats.org/officeDocument/2006/math">
                    <m:func>
                      <m:funcPr>
                        <m:ctrlPr>
                          <a:rPr lang="en-US" altLang="zh-TW" sz="2800" i="1">
                            <a:latin typeface="Cambria Math" panose="02040503050406030204" pitchFamily="18" charset="0"/>
                            <a:ea typeface="新細明體" pitchFamily="-106" charset="-120"/>
                            <a:cs typeface="Times"/>
                          </a:rPr>
                        </m:ctrlPr>
                      </m:funcPr>
                      <m:fName>
                        <m:r>
                          <m:rPr>
                            <m:sty m:val="p"/>
                          </m:rPr>
                          <a:rPr lang="en-US" altLang="zh-TW" sz="2800">
                            <a:latin typeface="Cambria Math" panose="02040503050406030204" pitchFamily="18" charset="0"/>
                            <a:ea typeface="新細明體" pitchFamily="-106" charset="-120"/>
                            <a:cs typeface="Times"/>
                          </a:rPr>
                          <m:t>Pr</m:t>
                        </m:r>
                      </m:fName>
                      <m:e>
                        <m:d>
                          <m:dPr>
                            <m:begChr m:val="["/>
                            <m:endChr m:val="]"/>
                            <m:ctrlPr>
                              <a:rPr lang="en-US" altLang="zh-TW" sz="2800" i="1">
                                <a:latin typeface="Cambria Math" panose="02040503050406030204" pitchFamily="18" charset="0"/>
                                <a:ea typeface="新細明體" pitchFamily="-106" charset="-120"/>
                                <a:cs typeface="Times"/>
                              </a:rPr>
                            </m:ctrlPr>
                          </m:dPr>
                          <m:e>
                            <m:r>
                              <a:rPr lang="en-US" altLang="zh-TW" sz="2800" i="1">
                                <a:latin typeface="Cambria Math" panose="02040503050406030204" pitchFamily="18" charset="0"/>
                                <a:ea typeface="新細明體" pitchFamily="-106" charset="-120"/>
                                <a:cs typeface="Times"/>
                              </a:rPr>
                              <m:t>𝐵</m:t>
                            </m:r>
                          </m:e>
                        </m:d>
                      </m:e>
                    </m:func>
                    <m:r>
                      <a:rPr lang="en-US" altLang="zh-TW" sz="2800" i="1">
                        <a:latin typeface="Cambria Math" panose="02040503050406030204" pitchFamily="18" charset="0"/>
                        <a:ea typeface="新細明體" pitchFamily="-106" charset="-120"/>
                        <a:cs typeface="Times"/>
                      </a:rPr>
                      <m:t>&gt;0</m:t>
                    </m:r>
                  </m:oMath>
                </a14:m>
                <a:endParaRPr lang="en-US" altLang="zh-TW" sz="2800" dirty="0">
                  <a:ea typeface="新細明體" pitchFamily="-106" charset="-120"/>
                  <a:cs typeface="Times"/>
                </a:endParaRPr>
              </a:p>
              <a:p>
                <a:pPr marL="0" indent="0">
                  <a:spcBef>
                    <a:spcPts val="1200"/>
                  </a:spcBef>
                  <a:buNone/>
                </a:pPr>
                <a:r>
                  <a:rPr lang="en-US" altLang="zh-TW" sz="2800" dirty="0">
                    <a:solidFill>
                      <a:srgbClr val="0000CC"/>
                    </a:solidFill>
                    <a:ea typeface="新細明體" pitchFamily="-106" charset="-120"/>
                    <a:cs typeface="Times"/>
                  </a:rPr>
                  <a:t>Bayes rule: </a:t>
                </a:r>
                <a14:m>
                  <m:oMath xmlns:m="http://schemas.openxmlformats.org/officeDocument/2006/math">
                    <m:func>
                      <m:funcPr>
                        <m:ctrlPr>
                          <a:rPr lang="en-US" altLang="zh-TW" sz="2800" i="1">
                            <a:latin typeface="Cambria Math" panose="02040503050406030204" pitchFamily="18" charset="0"/>
                            <a:ea typeface="新細明體" pitchFamily="-106" charset="-120"/>
                            <a:cs typeface="Times"/>
                          </a:rPr>
                        </m:ctrlPr>
                      </m:funcPr>
                      <m:fName>
                        <m:r>
                          <m:rPr>
                            <m:sty m:val="p"/>
                          </m:rPr>
                          <a:rPr lang="en-US" altLang="zh-TW" sz="2800">
                            <a:latin typeface="Cambria Math" panose="02040503050406030204" pitchFamily="18" charset="0"/>
                            <a:ea typeface="新細明體" pitchFamily="-106" charset="-120"/>
                            <a:cs typeface="Times"/>
                          </a:rPr>
                          <m:t>Pr</m:t>
                        </m:r>
                      </m:fName>
                      <m:e>
                        <m:d>
                          <m:dPr>
                            <m:begChr m:val="["/>
                            <m:endChr m:val="]"/>
                            <m:sepChr m:val="∣"/>
                            <m:ctrlPr>
                              <a:rPr lang="en-US" altLang="zh-TW" sz="2800" i="1">
                                <a:latin typeface="Cambria Math" panose="02040503050406030204" pitchFamily="18" charset="0"/>
                                <a:ea typeface="新細明體" pitchFamily="-106" charset="-120"/>
                                <a:cs typeface="Times"/>
                              </a:rPr>
                            </m:ctrlPr>
                          </m:dPr>
                          <m:e>
                            <m:r>
                              <a:rPr lang="en-US" altLang="zh-TW" sz="2800" i="1">
                                <a:latin typeface="Cambria Math" panose="02040503050406030204" pitchFamily="18" charset="0"/>
                                <a:ea typeface="新細明體" pitchFamily="-106" charset="-120"/>
                                <a:cs typeface="Times"/>
                              </a:rPr>
                              <m:t>𝐴</m:t>
                            </m:r>
                          </m:e>
                          <m:e>
                            <m:r>
                              <a:rPr lang="en-US" altLang="zh-TW" sz="2800" i="1">
                                <a:latin typeface="Cambria Math" panose="02040503050406030204" pitchFamily="18" charset="0"/>
                                <a:ea typeface="新細明體" pitchFamily="-106" charset="-120"/>
                                <a:cs typeface="Times"/>
                              </a:rPr>
                              <m:t>𝐵</m:t>
                            </m:r>
                          </m:e>
                        </m:d>
                      </m:e>
                    </m:func>
                    <m:r>
                      <a:rPr lang="en-US" altLang="zh-TW" sz="2800" i="1">
                        <a:latin typeface="Cambria Math" panose="02040503050406030204" pitchFamily="18" charset="0"/>
                        <a:ea typeface="新細明體" pitchFamily="-106" charset="-120"/>
                        <a:cs typeface="Times"/>
                      </a:rPr>
                      <m:t>=</m:t>
                    </m:r>
                    <m:f>
                      <m:fPr>
                        <m:ctrlPr>
                          <a:rPr lang="en-US" altLang="zh-TW" sz="2800" i="1">
                            <a:latin typeface="Cambria Math" panose="02040503050406030204" pitchFamily="18" charset="0"/>
                            <a:ea typeface="新細明體" pitchFamily="-106" charset="-120"/>
                            <a:cs typeface="Times"/>
                          </a:rPr>
                        </m:ctrlPr>
                      </m:fPr>
                      <m:num>
                        <m:func>
                          <m:funcPr>
                            <m:ctrlPr>
                              <a:rPr lang="en-US" altLang="zh-TW" sz="2800" i="1">
                                <a:latin typeface="Cambria Math" panose="02040503050406030204" pitchFamily="18" charset="0"/>
                                <a:ea typeface="新細明體" pitchFamily="-106" charset="-120"/>
                                <a:cs typeface="Times"/>
                              </a:rPr>
                            </m:ctrlPr>
                          </m:funcPr>
                          <m:fName>
                            <m:r>
                              <m:rPr>
                                <m:sty m:val="p"/>
                              </m:rPr>
                              <a:rPr lang="en-US" altLang="zh-TW" sz="2800">
                                <a:latin typeface="Cambria Math" panose="02040503050406030204" pitchFamily="18" charset="0"/>
                                <a:ea typeface="新細明體" pitchFamily="-106" charset="-120"/>
                                <a:cs typeface="Times"/>
                              </a:rPr>
                              <m:t>Pr</m:t>
                            </m:r>
                          </m:fName>
                          <m:e>
                            <m:r>
                              <a:rPr lang="en-US" altLang="zh-TW" sz="2800" i="1">
                                <a:latin typeface="Cambria Math" panose="02040503050406030204" pitchFamily="18" charset="0"/>
                                <a:ea typeface="新細明體" pitchFamily="-106" charset="-120"/>
                                <a:cs typeface="Times"/>
                              </a:rPr>
                              <m:t>[</m:t>
                            </m:r>
                            <m:r>
                              <a:rPr lang="en-US" altLang="zh-TW" sz="2800" i="1">
                                <a:latin typeface="Cambria Math" panose="02040503050406030204" pitchFamily="18" charset="0"/>
                                <a:ea typeface="新細明體" pitchFamily="-106" charset="-120"/>
                                <a:cs typeface="Times"/>
                              </a:rPr>
                              <m:t>𝐵</m:t>
                            </m:r>
                            <m:r>
                              <a:rPr lang="en-US" altLang="zh-TW" sz="2800" i="1">
                                <a:latin typeface="Cambria Math" panose="02040503050406030204" pitchFamily="18" charset="0"/>
                                <a:ea typeface="新細明體" pitchFamily="-106" charset="-120"/>
                                <a:cs typeface="Times"/>
                              </a:rPr>
                              <m:t>∣</m:t>
                            </m:r>
                            <m:r>
                              <a:rPr lang="en-US" altLang="zh-TW" sz="2800" i="1">
                                <a:latin typeface="Cambria Math" panose="02040503050406030204" pitchFamily="18" charset="0"/>
                                <a:ea typeface="新細明體" pitchFamily="-106" charset="-120"/>
                                <a:cs typeface="Times"/>
                              </a:rPr>
                              <m:t>𝐴</m:t>
                            </m:r>
                            <m:r>
                              <a:rPr lang="en-US" altLang="zh-TW" sz="2800" i="1">
                                <a:latin typeface="Cambria Math" panose="02040503050406030204" pitchFamily="18" charset="0"/>
                                <a:ea typeface="新細明體" pitchFamily="-106" charset="-120"/>
                                <a:cs typeface="Times"/>
                              </a:rPr>
                              <m:t>]</m:t>
                            </m:r>
                          </m:e>
                        </m:func>
                        <m:func>
                          <m:funcPr>
                            <m:ctrlPr>
                              <a:rPr lang="en-US" altLang="zh-TW" sz="2800" i="1">
                                <a:latin typeface="Cambria Math" panose="02040503050406030204" pitchFamily="18" charset="0"/>
                                <a:ea typeface="新細明體" pitchFamily="-106" charset="-120"/>
                                <a:cs typeface="Times"/>
                              </a:rPr>
                            </m:ctrlPr>
                          </m:funcPr>
                          <m:fName>
                            <m:r>
                              <m:rPr>
                                <m:sty m:val="p"/>
                              </m:rPr>
                              <a:rPr lang="en-US" altLang="zh-TW" sz="2800">
                                <a:latin typeface="Cambria Math" panose="02040503050406030204" pitchFamily="18" charset="0"/>
                                <a:ea typeface="新細明體" pitchFamily="-106" charset="-120"/>
                                <a:cs typeface="Times"/>
                              </a:rPr>
                              <m:t>Pr</m:t>
                            </m:r>
                          </m:fName>
                          <m:e>
                            <m:d>
                              <m:dPr>
                                <m:begChr m:val="["/>
                                <m:endChr m:val="]"/>
                                <m:ctrlPr>
                                  <a:rPr lang="en-US" altLang="zh-TW" sz="2800" i="1">
                                    <a:latin typeface="Cambria Math" panose="02040503050406030204" pitchFamily="18" charset="0"/>
                                    <a:ea typeface="新細明體" pitchFamily="-106" charset="-120"/>
                                    <a:cs typeface="Times"/>
                                  </a:rPr>
                                </m:ctrlPr>
                              </m:dPr>
                              <m:e>
                                <m:r>
                                  <a:rPr lang="en-US" altLang="zh-TW" sz="2800" i="1">
                                    <a:latin typeface="Cambria Math" panose="02040503050406030204" pitchFamily="18" charset="0"/>
                                    <a:ea typeface="新細明體" pitchFamily="-106" charset="-120"/>
                                    <a:cs typeface="Times"/>
                                  </a:rPr>
                                  <m:t>𝐴</m:t>
                                </m:r>
                              </m:e>
                            </m:d>
                          </m:e>
                        </m:func>
                      </m:num>
                      <m:den>
                        <m:func>
                          <m:funcPr>
                            <m:ctrlPr>
                              <a:rPr lang="en-US" altLang="zh-TW" sz="2800" i="1">
                                <a:latin typeface="Cambria Math" panose="02040503050406030204" pitchFamily="18" charset="0"/>
                                <a:ea typeface="新細明體" pitchFamily="-106" charset="-120"/>
                                <a:cs typeface="Times"/>
                              </a:rPr>
                            </m:ctrlPr>
                          </m:funcPr>
                          <m:fName>
                            <m:r>
                              <m:rPr>
                                <m:sty m:val="p"/>
                              </m:rPr>
                              <a:rPr lang="en-US" altLang="zh-TW" sz="2800">
                                <a:latin typeface="Cambria Math" panose="02040503050406030204" pitchFamily="18" charset="0"/>
                                <a:ea typeface="新細明體" pitchFamily="-106" charset="-120"/>
                                <a:cs typeface="Times"/>
                              </a:rPr>
                              <m:t>Pr</m:t>
                            </m:r>
                          </m:fName>
                          <m:e>
                            <m:d>
                              <m:dPr>
                                <m:begChr m:val="["/>
                                <m:endChr m:val="]"/>
                                <m:ctrlPr>
                                  <a:rPr lang="en-US" altLang="zh-TW" sz="2800" i="1">
                                    <a:latin typeface="Cambria Math" panose="02040503050406030204" pitchFamily="18" charset="0"/>
                                    <a:ea typeface="新細明體" pitchFamily="-106" charset="-120"/>
                                    <a:cs typeface="Times"/>
                                  </a:rPr>
                                </m:ctrlPr>
                              </m:dPr>
                              <m:e>
                                <m:r>
                                  <a:rPr lang="en-US" altLang="zh-TW" sz="2800" i="1">
                                    <a:latin typeface="Cambria Math" panose="02040503050406030204" pitchFamily="18" charset="0"/>
                                    <a:ea typeface="新細明體" pitchFamily="-106" charset="-120"/>
                                    <a:cs typeface="Times"/>
                                  </a:rPr>
                                  <m:t>𝐵</m:t>
                                </m:r>
                              </m:e>
                            </m:d>
                          </m:e>
                        </m:func>
                      </m:den>
                    </m:f>
                  </m:oMath>
                </a14:m>
                <a:endParaRPr lang="en-US" altLang="zh-TW" sz="2800" dirty="0">
                  <a:ea typeface="新細明體" pitchFamily="-106" charset="-120"/>
                  <a:cs typeface="Times"/>
                </a:endParaRPr>
              </a:p>
              <a:p>
                <a:pPr marL="0" indent="0">
                  <a:spcBef>
                    <a:spcPts val="1200"/>
                  </a:spcBef>
                  <a:buNone/>
                </a:pPr>
                <a14:m>
                  <m:oMathPara xmlns:m="http://schemas.openxmlformats.org/officeDocument/2006/math">
                    <m:oMathParaPr>
                      <m:jc m:val="centerGroup"/>
                    </m:oMathParaPr>
                    <m:oMath xmlns:m="http://schemas.openxmlformats.org/officeDocument/2006/math">
                      <m:func>
                        <m:funcPr>
                          <m:ctrlPr>
                            <a:rPr lang="en-US" altLang="zh-TW" sz="2800" i="1">
                              <a:latin typeface="Cambria Math" panose="02040503050406030204" pitchFamily="18" charset="0"/>
                              <a:ea typeface="新細明體" pitchFamily="-106" charset="-120"/>
                              <a:cs typeface="Times"/>
                            </a:rPr>
                          </m:ctrlPr>
                        </m:funcPr>
                        <m:fName>
                          <m:r>
                            <m:rPr>
                              <m:sty m:val="p"/>
                            </m:rPr>
                            <a:rPr lang="en-US" altLang="zh-TW" sz="2800">
                              <a:latin typeface="Cambria Math" panose="02040503050406030204" pitchFamily="18" charset="0"/>
                              <a:ea typeface="新細明體" pitchFamily="-106" charset="-120"/>
                              <a:cs typeface="Times"/>
                            </a:rPr>
                            <m:t>Pr</m:t>
                          </m:r>
                        </m:fName>
                        <m:e>
                          <m:d>
                            <m:dPr>
                              <m:begChr m:val="["/>
                              <m:endChr m:val="]"/>
                              <m:ctrlPr>
                                <a:rPr lang="en-US" altLang="zh-TW" sz="2800" i="1">
                                  <a:latin typeface="Cambria Math" panose="02040503050406030204" pitchFamily="18" charset="0"/>
                                  <a:ea typeface="新細明體" pitchFamily="-106" charset="-120"/>
                                  <a:cs typeface="Times"/>
                                </a:rPr>
                              </m:ctrlPr>
                            </m:dPr>
                            <m:e>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𝑋</m:t>
                                  </m:r>
                                </m:e>
                                <m:sub>
                                  <m:r>
                                    <a:rPr lang="en-US" altLang="zh-TW" sz="2800" i="1">
                                      <a:latin typeface="Cambria Math" panose="02040503050406030204" pitchFamily="18" charset="0"/>
                                      <a:ea typeface="新細明體" pitchFamily="-106" charset="-120"/>
                                      <a:cs typeface="Times"/>
                                    </a:rPr>
                                    <m:t>1</m:t>
                                  </m:r>
                                </m:sub>
                              </m:sSub>
                              <m:r>
                                <a:rPr lang="en-US" altLang="zh-TW" sz="2800" i="1">
                                  <a:latin typeface="Cambria Math" panose="02040503050406030204" pitchFamily="18" charset="0"/>
                                  <a:ea typeface="新細明體" pitchFamily="-106" charset="-120"/>
                                  <a:cs typeface="Times"/>
                                </a:rPr>
                                <m:t>=2∣</m:t>
                              </m:r>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𝑋</m:t>
                                  </m:r>
                                </m:e>
                                <m:sub>
                                  <m:r>
                                    <a:rPr lang="en-US" altLang="zh-TW" sz="2800" i="1">
                                      <a:latin typeface="Cambria Math" panose="02040503050406030204" pitchFamily="18" charset="0"/>
                                      <a:ea typeface="新細明體" pitchFamily="-106" charset="-120"/>
                                      <a:cs typeface="Times"/>
                                    </a:rPr>
                                    <m:t>1</m:t>
                                  </m:r>
                                </m:sub>
                              </m:sSub>
                              <m:r>
                                <a:rPr lang="en-US" altLang="zh-TW" sz="2800" i="1">
                                  <a:latin typeface="Cambria Math" panose="02040503050406030204" pitchFamily="18" charset="0"/>
                                  <a:ea typeface="新細明體" pitchFamily="-106" charset="-120"/>
                                  <a:cs typeface="Times"/>
                                </a:rPr>
                                <m:t>+</m:t>
                              </m:r>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𝑋</m:t>
                                  </m:r>
                                </m:e>
                                <m:sub>
                                  <m:r>
                                    <a:rPr lang="en-US" altLang="zh-TW" sz="2800" i="1">
                                      <a:latin typeface="Cambria Math" panose="02040503050406030204" pitchFamily="18" charset="0"/>
                                      <a:ea typeface="新細明體" pitchFamily="-106" charset="-120"/>
                                      <a:cs typeface="Times"/>
                                    </a:rPr>
                                    <m:t>2</m:t>
                                  </m:r>
                                </m:sub>
                              </m:sSub>
                              <m:r>
                                <a:rPr lang="en-US" altLang="zh-TW" sz="2800" i="1">
                                  <a:latin typeface="Cambria Math" panose="02040503050406030204" pitchFamily="18" charset="0"/>
                                  <a:ea typeface="新細明體" pitchFamily="-106" charset="-120"/>
                                  <a:cs typeface="Times"/>
                                </a:rPr>
                                <m:t>=8</m:t>
                              </m:r>
                            </m:e>
                          </m:d>
                        </m:e>
                      </m:func>
                      <m:r>
                        <a:rPr lang="en-US" altLang="zh-TW" sz="2800" i="1">
                          <a:latin typeface="Cambria Math" panose="02040503050406030204" pitchFamily="18" charset="0"/>
                          <a:ea typeface="新細明體" pitchFamily="-106" charset="-120"/>
                          <a:cs typeface="Times"/>
                        </a:rPr>
                        <m:t>=?</m:t>
                      </m:r>
                    </m:oMath>
                  </m:oMathPara>
                </a14:m>
                <a:endParaRPr lang="en-US" altLang="zh-TW" sz="2800" dirty="0">
                  <a:solidFill>
                    <a:srgbClr val="0000CC"/>
                  </a:solidFill>
                  <a:ea typeface="新細明體" pitchFamily="-106" charset="-120"/>
                  <a:cs typeface="Times"/>
                </a:endParaRPr>
              </a:p>
              <a:p>
                <a:pPr marL="0" indent="0">
                  <a:spcBef>
                    <a:spcPts val="1200"/>
                  </a:spcBef>
                  <a:buNone/>
                </a:pPr>
                <a:r>
                  <a:rPr lang="en-US" altLang="zh-TW" sz="2800" dirty="0">
                    <a:solidFill>
                      <a:srgbClr val="0000CC"/>
                    </a:solidFill>
                    <a:ea typeface="新細明體" pitchFamily="-106" charset="-120"/>
                    <a:cs typeface="Times"/>
                  </a:rPr>
                  <a:t>Chain rule:</a:t>
                </a:r>
                <a:r>
                  <a:rPr lang="en-US" altLang="zh-TW" sz="2800" dirty="0">
                    <a:ea typeface="新細明體" pitchFamily="-106" charset="-120"/>
                    <a:cs typeface="Times"/>
                  </a:rPr>
                  <a:t> derived by successive application of Bayes’ rule:</a:t>
                </a:r>
              </a:p>
              <a:p>
                <a:pPr marL="0" indent="0">
                  <a:spcBef>
                    <a:spcPts val="1200"/>
                  </a:spcBef>
                  <a:buNone/>
                </a:pPr>
                <a14:m>
                  <m:oMathPara xmlns:m="http://schemas.openxmlformats.org/officeDocument/2006/math">
                    <m:oMathParaPr>
                      <m:jc m:val="centerGroup"/>
                    </m:oMathParaPr>
                    <m:oMath xmlns:m="http://schemas.openxmlformats.org/officeDocument/2006/math">
                      <m:func>
                        <m:funcPr>
                          <m:ctrlPr>
                            <a:rPr lang="en-US" altLang="zh-TW" sz="2800" i="1">
                              <a:latin typeface="Cambria Math" panose="02040503050406030204" pitchFamily="18" charset="0"/>
                              <a:ea typeface="新細明體" pitchFamily="-106" charset="-120"/>
                              <a:cs typeface="Times"/>
                            </a:rPr>
                          </m:ctrlPr>
                        </m:funcPr>
                        <m:fName>
                          <m:r>
                            <m:rPr>
                              <m:sty m:val="p"/>
                            </m:rPr>
                            <a:rPr lang="en-US" altLang="zh-TW" sz="2800">
                              <a:latin typeface="Cambria Math" panose="02040503050406030204" pitchFamily="18" charset="0"/>
                              <a:ea typeface="新細明體" pitchFamily="-106" charset="-120"/>
                              <a:cs typeface="Times"/>
                            </a:rPr>
                            <m:t>Pr</m:t>
                          </m:r>
                        </m:fName>
                        <m:e>
                          <m:d>
                            <m:dPr>
                              <m:begChr m:val="["/>
                              <m:endChr m:val="]"/>
                              <m:ctrlPr>
                                <a:rPr lang="en-US" altLang="zh-TW" sz="2800" i="1">
                                  <a:latin typeface="Cambria Math" panose="02040503050406030204" pitchFamily="18" charset="0"/>
                                  <a:ea typeface="新細明體" pitchFamily="-106" charset="-120"/>
                                  <a:cs typeface="Times"/>
                                </a:rPr>
                              </m:ctrlPr>
                            </m:dPr>
                            <m:e>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𝑋</m:t>
                                  </m:r>
                                </m:e>
                                <m:sub>
                                  <m:r>
                                    <a:rPr lang="en-US" altLang="zh-TW" sz="2800" i="1">
                                      <a:latin typeface="Cambria Math" panose="02040503050406030204" pitchFamily="18" charset="0"/>
                                      <a:ea typeface="新細明體" pitchFamily="-106" charset="-120"/>
                                      <a:cs typeface="Times"/>
                                    </a:rPr>
                                    <m:t>1</m:t>
                                  </m:r>
                                </m:sub>
                              </m:sSub>
                              <m:r>
                                <a:rPr lang="en-US" altLang="zh-TW" sz="2800" i="1">
                                  <a:latin typeface="Cambria Math" panose="02040503050406030204" pitchFamily="18" charset="0"/>
                                  <a:ea typeface="新細明體" pitchFamily="-106" charset="-120"/>
                                  <a:cs typeface="Times"/>
                                </a:rPr>
                                <m:t>∧</m:t>
                              </m:r>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𝑋</m:t>
                                  </m:r>
                                </m:e>
                                <m:sub>
                                  <m:r>
                                    <a:rPr lang="en-US" altLang="zh-TW" sz="2800" i="1">
                                      <a:latin typeface="Cambria Math" panose="02040503050406030204" pitchFamily="18" charset="0"/>
                                      <a:ea typeface="新細明體" pitchFamily="-106" charset="-120"/>
                                      <a:cs typeface="Times"/>
                                    </a:rPr>
                                    <m:t>2</m:t>
                                  </m:r>
                                </m:sub>
                              </m:sSub>
                              <m:r>
                                <a:rPr lang="en-US" altLang="zh-TW" sz="2800" i="1">
                                  <a:latin typeface="Cambria Math" panose="02040503050406030204" pitchFamily="18" charset="0"/>
                                  <a:ea typeface="新細明體" pitchFamily="-106" charset="-120"/>
                                  <a:cs typeface="Times"/>
                                </a:rPr>
                                <m:t>∧…∧</m:t>
                              </m:r>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𝑋</m:t>
                                  </m:r>
                                </m:e>
                                <m:sub>
                                  <m:r>
                                    <a:rPr lang="en-US" altLang="zh-TW" sz="2800" i="1">
                                      <a:latin typeface="Cambria Math" panose="02040503050406030204" pitchFamily="18" charset="0"/>
                                      <a:ea typeface="新細明體" pitchFamily="-106" charset="-120"/>
                                      <a:cs typeface="Times"/>
                                    </a:rPr>
                                    <m:t>𝑘</m:t>
                                  </m:r>
                                </m:sub>
                              </m:sSub>
                            </m:e>
                          </m:d>
                        </m:e>
                      </m:func>
                      <m:r>
                        <a:rPr lang="en-US" altLang="zh-TW" sz="2800" i="1">
                          <a:latin typeface="Cambria Math" panose="02040503050406030204" pitchFamily="18" charset="0"/>
                          <a:ea typeface="新細明體" pitchFamily="-106" charset="-120"/>
                          <a:cs typeface="Times"/>
                        </a:rPr>
                        <m:t>=</m:t>
                      </m:r>
                      <m:nary>
                        <m:naryPr>
                          <m:chr m:val="∏"/>
                          <m:supHide m:val="on"/>
                          <m:ctrlPr>
                            <a:rPr lang="en-US" altLang="zh-TW" sz="2800" i="1">
                              <a:latin typeface="Cambria Math" panose="02040503050406030204" pitchFamily="18" charset="0"/>
                              <a:ea typeface="新細明體" pitchFamily="-106" charset="-120"/>
                              <a:cs typeface="Times"/>
                            </a:rPr>
                          </m:ctrlPr>
                        </m:naryPr>
                        <m:sub>
                          <m:r>
                            <a:rPr lang="en-US" altLang="zh-TW" sz="2800" i="1">
                              <a:latin typeface="Cambria Math" panose="02040503050406030204" pitchFamily="18" charset="0"/>
                              <a:ea typeface="新細明體" pitchFamily="-106" charset="-120"/>
                              <a:cs typeface="Times"/>
                            </a:rPr>
                            <m:t>𝑗</m:t>
                          </m:r>
                          <m:r>
                            <a:rPr lang="en-US" altLang="zh-TW" sz="2800" i="1">
                              <a:latin typeface="Cambria Math" panose="02040503050406030204" pitchFamily="18" charset="0"/>
                              <a:ea typeface="新細明體" pitchFamily="-106" charset="-120"/>
                              <a:cs typeface="Times"/>
                            </a:rPr>
                            <m:t>=1,…,</m:t>
                          </m:r>
                          <m:r>
                            <a:rPr lang="en-US" altLang="zh-TW" sz="2800" i="1">
                              <a:latin typeface="Cambria Math" panose="02040503050406030204" pitchFamily="18" charset="0"/>
                              <a:ea typeface="新細明體" pitchFamily="-106" charset="-120"/>
                              <a:cs typeface="Times"/>
                            </a:rPr>
                            <m:t>𝑘</m:t>
                          </m:r>
                        </m:sub>
                        <m:sup/>
                        <m:e>
                          <m:func>
                            <m:funcPr>
                              <m:ctrlPr>
                                <a:rPr lang="en-US" altLang="zh-TW" sz="2800" i="1">
                                  <a:latin typeface="Cambria Math" panose="02040503050406030204" pitchFamily="18" charset="0"/>
                                  <a:ea typeface="新細明體" pitchFamily="-106" charset="-120"/>
                                  <a:cs typeface="Times"/>
                                </a:rPr>
                              </m:ctrlPr>
                            </m:funcPr>
                            <m:fName>
                              <m:r>
                                <m:rPr>
                                  <m:sty m:val="p"/>
                                </m:rPr>
                                <a:rPr lang="en-US" altLang="zh-TW" sz="2800">
                                  <a:latin typeface="Cambria Math" panose="02040503050406030204" pitchFamily="18" charset="0"/>
                                  <a:ea typeface="新細明體" pitchFamily="-106" charset="-120"/>
                                  <a:cs typeface="Times"/>
                                </a:rPr>
                                <m:t>Pr</m:t>
                              </m:r>
                            </m:fName>
                            <m:e>
                              <m:d>
                                <m:dPr>
                                  <m:begChr m:val="["/>
                                  <m:endChr m:val="]"/>
                                  <m:sepChr m:val="∣"/>
                                  <m:ctrlPr>
                                    <a:rPr lang="en-US" altLang="zh-TW" sz="2800" i="1">
                                      <a:latin typeface="Cambria Math" panose="02040503050406030204" pitchFamily="18" charset="0"/>
                                      <a:ea typeface="新細明體" pitchFamily="-106" charset="-120"/>
                                      <a:cs typeface="Times"/>
                                    </a:rPr>
                                  </m:ctrlPr>
                                </m:dPr>
                                <m:e>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𝑋</m:t>
                                      </m:r>
                                    </m:e>
                                    <m:sub>
                                      <m:r>
                                        <a:rPr lang="en-US" altLang="zh-TW" sz="2800" i="1">
                                          <a:latin typeface="Cambria Math" panose="02040503050406030204" pitchFamily="18" charset="0"/>
                                          <a:ea typeface="新細明體" pitchFamily="-106" charset="-120"/>
                                          <a:cs typeface="Times"/>
                                        </a:rPr>
                                        <m:t>𝑗</m:t>
                                      </m:r>
                                    </m:sub>
                                  </m:sSub>
                                </m:e>
                                <m:e>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𝑋</m:t>
                                      </m:r>
                                    </m:e>
                                    <m:sub>
                                      <m:r>
                                        <a:rPr lang="en-US" altLang="zh-TW" sz="2800" i="1">
                                          <a:latin typeface="Cambria Math" panose="02040503050406030204" pitchFamily="18" charset="0"/>
                                          <a:ea typeface="新細明體" pitchFamily="-106" charset="-120"/>
                                          <a:cs typeface="Times"/>
                                        </a:rPr>
                                        <m:t>1</m:t>
                                      </m:r>
                                    </m:sub>
                                  </m:sSub>
                                  <m:r>
                                    <a:rPr lang="en-US" altLang="zh-TW" sz="2800" i="1">
                                      <a:latin typeface="Cambria Math" panose="02040503050406030204" pitchFamily="18" charset="0"/>
                                      <a:ea typeface="新細明體" pitchFamily="-106" charset="-120"/>
                                      <a:cs typeface="Times"/>
                                    </a:rPr>
                                    <m:t>∧…</m:t>
                                  </m:r>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𝑋</m:t>
                                      </m:r>
                                    </m:e>
                                    <m:sub>
                                      <m:r>
                                        <a:rPr lang="en-US" altLang="zh-TW" sz="2800" i="1">
                                          <a:latin typeface="Cambria Math" panose="02040503050406030204" pitchFamily="18" charset="0"/>
                                          <a:ea typeface="新細明體" pitchFamily="-106" charset="-120"/>
                                          <a:cs typeface="Times"/>
                                        </a:rPr>
                                        <m:t>𝑗</m:t>
                                      </m:r>
                                      <m:r>
                                        <a:rPr lang="en-US" altLang="zh-TW" sz="2800" i="1">
                                          <a:latin typeface="Cambria Math" panose="02040503050406030204" pitchFamily="18" charset="0"/>
                                          <a:ea typeface="新細明體" pitchFamily="-106" charset="-120"/>
                                          <a:cs typeface="Times"/>
                                        </a:rPr>
                                        <m:t>−1</m:t>
                                      </m:r>
                                    </m:sub>
                                  </m:sSub>
                                </m:e>
                              </m:d>
                            </m:e>
                          </m:func>
                        </m:e>
                      </m:nary>
                    </m:oMath>
                  </m:oMathPara>
                </a14:m>
                <a:endParaRPr lang="en-US" altLang="zh-TW" sz="2800" dirty="0">
                  <a:ea typeface="新細明體" pitchFamily="-106" charset="-120"/>
                  <a:cs typeface="Times"/>
                </a:endParaRPr>
              </a:p>
            </p:txBody>
          </p:sp>
        </mc:Choice>
        <mc:Fallback xmlns="">
          <p:sp>
            <p:nvSpPr>
              <p:cNvPr id="578563" name="Rectangle 3"/>
              <p:cNvSpPr>
                <a:spLocks noGrp="1" noRot="1" noChangeAspect="1" noMove="1" noResize="1" noEditPoints="1" noAdjustHandles="1" noChangeArrowheads="1" noChangeShapeType="1" noTextEdit="1"/>
              </p:cNvSpPr>
              <p:nvPr>
                <p:ph idx="1"/>
              </p:nvPr>
            </p:nvSpPr>
            <p:spPr>
              <a:xfrm>
                <a:off x="2518833" y="1228198"/>
                <a:ext cx="7921752" cy="5401202"/>
              </a:xfrm>
              <a:blipFill>
                <a:blip r:embed="rId3"/>
                <a:stretch>
                  <a:fillRect l="-1600" b="-14052"/>
                </a:stretch>
              </a:blipFill>
            </p:spPr>
            <p:txBody>
              <a:bodyPr/>
              <a:lstStyle/>
              <a:p>
                <a:r>
                  <a:rPr lang="en-GB">
                    <a:noFill/>
                  </a:rPr>
                  <a:t> </a:t>
                </a:r>
              </a:p>
            </p:txBody>
          </p:sp>
        </mc:Fallback>
      </mc:AlternateContent>
      <p:sp>
        <p:nvSpPr>
          <p:cNvPr id="5" name="Slide Number Placeholder 4"/>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12</a:t>
            </a:fld>
            <a:endParaRPr lang="en-US" altLang="zh-TW"/>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562" name="Rectangle 2"/>
          <p:cNvSpPr>
            <a:spLocks noGrp="1" noChangeArrowheads="1"/>
          </p:cNvSpPr>
          <p:nvPr>
            <p:ph type="title"/>
          </p:nvPr>
        </p:nvSpPr>
        <p:spPr>
          <a:xfrm>
            <a:off x="2518834" y="228600"/>
            <a:ext cx="7704667" cy="917376"/>
          </a:xfrm>
        </p:spPr>
        <p:txBody>
          <a:bodyPr/>
          <a:lstStyle/>
          <a:p>
            <a:r>
              <a:rPr lang="en-US" altLang="zh-TW">
                <a:ea typeface="新細明體" pitchFamily="-106" charset="-120"/>
                <a:cs typeface="新細明體" pitchFamily="-106" charset="-120"/>
              </a:rPr>
              <a:t>Independence</a:t>
            </a:r>
          </a:p>
        </p:txBody>
      </p:sp>
      <mc:AlternateContent xmlns:mc="http://schemas.openxmlformats.org/markup-compatibility/2006" xmlns:a14="http://schemas.microsoft.com/office/drawing/2010/main">
        <mc:Choice Requires="a14">
          <p:sp>
            <p:nvSpPr>
              <p:cNvPr id="578563" name="Rectangle 3"/>
              <p:cNvSpPr>
                <a:spLocks noGrp="1" noChangeArrowheads="1"/>
              </p:cNvSpPr>
              <p:nvPr>
                <p:ph idx="1"/>
              </p:nvPr>
            </p:nvSpPr>
            <p:spPr>
              <a:xfrm>
                <a:off x="2518833" y="1228198"/>
                <a:ext cx="7921752" cy="3862013"/>
              </a:xfrm>
            </p:spPr>
            <p:txBody>
              <a:bodyPr anchor="ctr">
                <a:noAutofit/>
              </a:bodyPr>
              <a:lstStyle/>
              <a:p>
                <a:pPr marL="0" indent="0">
                  <a:spcBef>
                    <a:spcPts val="1200"/>
                  </a:spcBef>
                  <a:buNone/>
                </a:pPr>
                <a14:m>
                  <m:oMath xmlns:m="http://schemas.openxmlformats.org/officeDocument/2006/math">
                    <m:r>
                      <a:rPr lang="en-US" altLang="zh-TW" sz="2800" i="1">
                        <a:latin typeface="Cambria Math" panose="02040503050406030204" pitchFamily="18" charset="0"/>
                        <a:ea typeface="新細明體" pitchFamily="-106" charset="-120"/>
                        <a:cs typeface="Times"/>
                      </a:rPr>
                      <m:t>𝐴</m:t>
                    </m:r>
                  </m:oMath>
                </a14:m>
                <a:r>
                  <a:rPr lang="en-US" altLang="zh-TW" sz="2800" dirty="0">
                    <a:ea typeface="新細明體" pitchFamily="-106" charset="-120"/>
                    <a:cs typeface="Times"/>
                  </a:rPr>
                  <a:t> and </a:t>
                </a:r>
                <a14:m>
                  <m:oMath xmlns:m="http://schemas.openxmlformats.org/officeDocument/2006/math">
                    <m:r>
                      <a:rPr lang="en-US" altLang="zh-TW" sz="2800" i="1">
                        <a:latin typeface="Cambria Math" panose="02040503050406030204" pitchFamily="18" charset="0"/>
                        <a:ea typeface="新細明體" pitchFamily="-106" charset="-120"/>
                        <a:cs typeface="Times"/>
                      </a:rPr>
                      <m:t>𝐵</m:t>
                    </m:r>
                  </m:oMath>
                </a14:m>
                <a:r>
                  <a:rPr lang="en-US" altLang="zh-TW" sz="2800" dirty="0">
                    <a:ea typeface="新細明體" pitchFamily="-106" charset="-120"/>
                    <a:cs typeface="Times"/>
                  </a:rPr>
                  <a:t> are independent if </a:t>
                </a:r>
                <a14:m>
                  <m:oMath xmlns:m="http://schemas.openxmlformats.org/officeDocument/2006/math">
                    <m:func>
                      <m:funcPr>
                        <m:ctrlPr>
                          <a:rPr lang="en-US" altLang="zh-TW" sz="2800" i="1">
                            <a:latin typeface="Cambria Math" panose="02040503050406030204" pitchFamily="18" charset="0"/>
                            <a:ea typeface="新細明體" pitchFamily="-106" charset="-120"/>
                            <a:cs typeface="Times"/>
                          </a:rPr>
                        </m:ctrlPr>
                      </m:funcPr>
                      <m:fName>
                        <m:r>
                          <m:rPr>
                            <m:sty m:val="p"/>
                          </m:rPr>
                          <a:rPr lang="en-US" altLang="zh-TW" sz="2800">
                            <a:latin typeface="Cambria Math" panose="02040503050406030204" pitchFamily="18" charset="0"/>
                            <a:ea typeface="新細明體" pitchFamily="-106" charset="-120"/>
                            <a:cs typeface="Times"/>
                          </a:rPr>
                          <m:t>Pr</m:t>
                        </m:r>
                      </m:fName>
                      <m:e>
                        <m:d>
                          <m:dPr>
                            <m:begChr m:val="["/>
                            <m:endChr m:val="]"/>
                            <m:ctrlPr>
                              <a:rPr lang="en-US" altLang="zh-TW" sz="2800" i="1">
                                <a:latin typeface="Cambria Math" panose="02040503050406030204" pitchFamily="18" charset="0"/>
                                <a:ea typeface="新細明體" pitchFamily="-106" charset="-120"/>
                                <a:cs typeface="Times"/>
                              </a:rPr>
                            </m:ctrlPr>
                          </m:dPr>
                          <m:e>
                            <m:r>
                              <a:rPr lang="en-US" altLang="zh-TW" sz="2800" i="1">
                                <a:latin typeface="Cambria Math" panose="02040503050406030204" pitchFamily="18" charset="0"/>
                                <a:ea typeface="新細明體" pitchFamily="-106" charset="-120"/>
                                <a:cs typeface="Times"/>
                              </a:rPr>
                              <m:t>𝐴</m:t>
                            </m:r>
                            <m:r>
                              <a:rPr lang="en-US" altLang="zh-TW" sz="2800" i="1">
                                <a:latin typeface="Cambria Math" panose="02040503050406030204" pitchFamily="18" charset="0"/>
                                <a:ea typeface="新細明體" pitchFamily="-106" charset="-120"/>
                                <a:cs typeface="Times"/>
                              </a:rPr>
                              <m:t>∧</m:t>
                            </m:r>
                            <m:r>
                              <a:rPr lang="en-US" altLang="zh-TW" sz="2800" i="1">
                                <a:latin typeface="Cambria Math" panose="02040503050406030204" pitchFamily="18" charset="0"/>
                                <a:ea typeface="新細明體" pitchFamily="-106" charset="-120"/>
                                <a:cs typeface="Times"/>
                              </a:rPr>
                              <m:t>𝐵</m:t>
                            </m:r>
                          </m:e>
                        </m:d>
                      </m:e>
                    </m:func>
                    <m:r>
                      <a:rPr lang="en-US" altLang="zh-TW" sz="2800" i="1">
                        <a:latin typeface="Cambria Math" panose="02040503050406030204" pitchFamily="18" charset="0"/>
                        <a:ea typeface="新細明體" pitchFamily="-106" charset="-120"/>
                        <a:cs typeface="Times"/>
                      </a:rPr>
                      <m:t>=</m:t>
                    </m:r>
                    <m:func>
                      <m:funcPr>
                        <m:ctrlPr>
                          <a:rPr lang="en-US" altLang="zh-TW" sz="2800" i="1">
                            <a:latin typeface="Cambria Math" panose="02040503050406030204" pitchFamily="18" charset="0"/>
                            <a:ea typeface="新細明體" pitchFamily="-106" charset="-120"/>
                            <a:cs typeface="Times"/>
                          </a:rPr>
                        </m:ctrlPr>
                      </m:funcPr>
                      <m:fName>
                        <m:r>
                          <m:rPr>
                            <m:sty m:val="p"/>
                          </m:rPr>
                          <a:rPr lang="en-US" altLang="zh-TW" sz="2800">
                            <a:latin typeface="Cambria Math" panose="02040503050406030204" pitchFamily="18" charset="0"/>
                            <a:ea typeface="新細明體" pitchFamily="-106" charset="-120"/>
                            <a:cs typeface="Times"/>
                          </a:rPr>
                          <m:t>Pr</m:t>
                        </m:r>
                      </m:fName>
                      <m:e>
                        <m:r>
                          <a:rPr lang="en-US" altLang="zh-TW" sz="2800" i="1">
                            <a:latin typeface="Cambria Math" panose="02040503050406030204" pitchFamily="18" charset="0"/>
                            <a:ea typeface="新細明體" pitchFamily="-106" charset="-120"/>
                            <a:cs typeface="Times"/>
                          </a:rPr>
                          <m:t>[</m:t>
                        </m:r>
                        <m:r>
                          <a:rPr lang="en-US" altLang="zh-TW" sz="2800" i="1">
                            <a:latin typeface="Cambria Math" panose="02040503050406030204" pitchFamily="18" charset="0"/>
                            <a:ea typeface="新細明體" pitchFamily="-106" charset="-120"/>
                            <a:cs typeface="Times"/>
                          </a:rPr>
                          <m:t>𝐴</m:t>
                        </m:r>
                        <m:r>
                          <a:rPr lang="en-US" altLang="zh-TW" sz="2800" i="1">
                            <a:latin typeface="Cambria Math" panose="02040503050406030204" pitchFamily="18" charset="0"/>
                            <a:ea typeface="新細明體" pitchFamily="-106" charset="-120"/>
                            <a:cs typeface="Times"/>
                          </a:rPr>
                          <m:t>]</m:t>
                        </m:r>
                      </m:e>
                    </m:func>
                    <m:r>
                      <a:rPr lang="en-US" altLang="zh-TW" sz="2800" i="1">
                        <a:latin typeface="Cambria Math" panose="02040503050406030204" pitchFamily="18" charset="0"/>
                        <a:ea typeface="新細明體" pitchFamily="-106" charset="-120"/>
                        <a:cs typeface="Times"/>
                      </a:rPr>
                      <m:t>⋅</m:t>
                    </m:r>
                    <m:func>
                      <m:funcPr>
                        <m:ctrlPr>
                          <a:rPr lang="en-US" altLang="zh-TW" sz="2800" i="1">
                            <a:latin typeface="Cambria Math" panose="02040503050406030204" pitchFamily="18" charset="0"/>
                            <a:ea typeface="新細明體" pitchFamily="-106" charset="-120"/>
                            <a:cs typeface="Times"/>
                          </a:rPr>
                        </m:ctrlPr>
                      </m:funcPr>
                      <m:fName>
                        <m:r>
                          <m:rPr>
                            <m:sty m:val="p"/>
                          </m:rPr>
                          <a:rPr lang="en-US" altLang="zh-TW" sz="2800">
                            <a:latin typeface="Cambria Math" panose="02040503050406030204" pitchFamily="18" charset="0"/>
                            <a:ea typeface="新細明體" pitchFamily="-106" charset="-120"/>
                            <a:cs typeface="Times"/>
                          </a:rPr>
                          <m:t>Pr</m:t>
                        </m:r>
                      </m:fName>
                      <m:e>
                        <m:d>
                          <m:dPr>
                            <m:begChr m:val="["/>
                            <m:endChr m:val="]"/>
                            <m:ctrlPr>
                              <a:rPr lang="en-US" altLang="zh-TW" sz="2800" i="1">
                                <a:latin typeface="Cambria Math" panose="02040503050406030204" pitchFamily="18" charset="0"/>
                                <a:ea typeface="新細明體" pitchFamily="-106" charset="-120"/>
                                <a:cs typeface="Times"/>
                              </a:rPr>
                            </m:ctrlPr>
                          </m:dPr>
                          <m:e>
                            <m:r>
                              <a:rPr lang="en-US" altLang="zh-TW" sz="2800" i="1">
                                <a:latin typeface="Cambria Math" panose="02040503050406030204" pitchFamily="18" charset="0"/>
                                <a:ea typeface="新細明體" pitchFamily="-106" charset="-120"/>
                                <a:cs typeface="Times"/>
                              </a:rPr>
                              <m:t>𝐵</m:t>
                            </m:r>
                          </m:e>
                        </m:d>
                      </m:e>
                    </m:func>
                  </m:oMath>
                </a14:m>
                <a:r>
                  <a:rPr lang="en-US" altLang="zh-TW" sz="2800" dirty="0">
                    <a:ea typeface="新細明體" pitchFamily="-106" charset="-120"/>
                    <a:cs typeface="Times"/>
                  </a:rPr>
                  <a:t>. Equivalent to </a:t>
                </a:r>
                <a14:m>
                  <m:oMath xmlns:m="http://schemas.openxmlformats.org/officeDocument/2006/math">
                    <m:func>
                      <m:funcPr>
                        <m:ctrlPr>
                          <a:rPr lang="en-US" altLang="zh-TW" sz="2800" i="1">
                            <a:latin typeface="Cambria Math" panose="02040503050406030204" pitchFamily="18" charset="0"/>
                            <a:ea typeface="新細明體" pitchFamily="-106" charset="-120"/>
                            <a:cs typeface="Times"/>
                          </a:rPr>
                        </m:ctrlPr>
                      </m:funcPr>
                      <m:fName>
                        <m:r>
                          <m:rPr>
                            <m:sty m:val="p"/>
                          </m:rPr>
                          <a:rPr lang="en-US" altLang="zh-TW" sz="2800">
                            <a:latin typeface="Cambria Math" panose="02040503050406030204" pitchFamily="18" charset="0"/>
                            <a:ea typeface="新細明體" pitchFamily="-106" charset="-120"/>
                            <a:cs typeface="Times"/>
                          </a:rPr>
                          <m:t>Pr</m:t>
                        </m:r>
                      </m:fName>
                      <m:e>
                        <m:d>
                          <m:dPr>
                            <m:begChr m:val="["/>
                            <m:endChr m:val="]"/>
                            <m:sepChr m:val="∣"/>
                            <m:ctrlPr>
                              <a:rPr lang="en-US" altLang="zh-TW" sz="2800" i="1">
                                <a:latin typeface="Cambria Math" panose="02040503050406030204" pitchFamily="18" charset="0"/>
                                <a:ea typeface="新細明體" pitchFamily="-106" charset="-120"/>
                                <a:cs typeface="Times"/>
                              </a:rPr>
                            </m:ctrlPr>
                          </m:dPr>
                          <m:e>
                            <m:r>
                              <a:rPr lang="en-US" altLang="zh-TW" sz="2800" i="1">
                                <a:latin typeface="Cambria Math" panose="02040503050406030204" pitchFamily="18" charset="0"/>
                                <a:ea typeface="新細明體" pitchFamily="-106" charset="-120"/>
                                <a:cs typeface="Times"/>
                              </a:rPr>
                              <m:t>𝐴</m:t>
                            </m:r>
                          </m:e>
                          <m:e>
                            <m:r>
                              <a:rPr lang="en-US" altLang="zh-TW" sz="2800" i="1">
                                <a:latin typeface="Cambria Math" panose="02040503050406030204" pitchFamily="18" charset="0"/>
                                <a:ea typeface="新細明體" pitchFamily="-106" charset="-120"/>
                                <a:cs typeface="Times"/>
                              </a:rPr>
                              <m:t>𝐵</m:t>
                            </m:r>
                          </m:e>
                        </m:d>
                      </m:e>
                    </m:func>
                    <m:r>
                      <a:rPr lang="en-US" altLang="zh-TW" sz="2800" i="1">
                        <a:latin typeface="Cambria Math" panose="02040503050406030204" pitchFamily="18" charset="0"/>
                        <a:ea typeface="新細明體" pitchFamily="-106" charset="-120"/>
                        <a:cs typeface="Times"/>
                      </a:rPr>
                      <m:t>=</m:t>
                    </m:r>
                    <m:func>
                      <m:funcPr>
                        <m:ctrlPr>
                          <a:rPr lang="en-US" altLang="zh-TW" sz="2800" i="1">
                            <a:latin typeface="Cambria Math" panose="02040503050406030204" pitchFamily="18" charset="0"/>
                            <a:ea typeface="新細明體" pitchFamily="-106" charset="-120"/>
                            <a:cs typeface="Times"/>
                          </a:rPr>
                        </m:ctrlPr>
                      </m:funcPr>
                      <m:fName>
                        <m:r>
                          <m:rPr>
                            <m:sty m:val="p"/>
                          </m:rPr>
                          <a:rPr lang="en-US" altLang="zh-TW" sz="2800">
                            <a:latin typeface="Cambria Math" panose="02040503050406030204" pitchFamily="18" charset="0"/>
                            <a:ea typeface="新細明體" pitchFamily="-106" charset="-120"/>
                            <a:cs typeface="Times"/>
                          </a:rPr>
                          <m:t>Pr</m:t>
                        </m:r>
                      </m:fName>
                      <m:e>
                        <m:d>
                          <m:dPr>
                            <m:begChr m:val="["/>
                            <m:endChr m:val="]"/>
                            <m:ctrlPr>
                              <a:rPr lang="en-US" altLang="zh-TW" sz="2800" i="1">
                                <a:latin typeface="Cambria Math" panose="02040503050406030204" pitchFamily="18" charset="0"/>
                                <a:ea typeface="新細明體" pitchFamily="-106" charset="-120"/>
                                <a:cs typeface="Times"/>
                              </a:rPr>
                            </m:ctrlPr>
                          </m:dPr>
                          <m:e>
                            <m:r>
                              <a:rPr lang="en-US" altLang="zh-TW" sz="2800" i="1">
                                <a:latin typeface="Cambria Math" panose="02040503050406030204" pitchFamily="18" charset="0"/>
                                <a:ea typeface="新細明體" pitchFamily="-106" charset="-120"/>
                                <a:cs typeface="Times"/>
                              </a:rPr>
                              <m:t>𝐴</m:t>
                            </m:r>
                          </m:e>
                        </m:d>
                      </m:e>
                    </m:func>
                    <m:r>
                      <a:rPr lang="en-US" altLang="zh-TW" sz="2800" i="1">
                        <a:latin typeface="Cambria Math" panose="02040503050406030204" pitchFamily="18" charset="0"/>
                        <a:ea typeface="新細明體" pitchFamily="-106" charset="-120"/>
                        <a:cs typeface="Times"/>
                      </a:rPr>
                      <m:t>. </m:t>
                    </m:r>
                  </m:oMath>
                </a14:m>
                <a:endParaRPr lang="en-US" altLang="zh-TW" sz="2800" dirty="0">
                  <a:ea typeface="新細明體" pitchFamily="-106" charset="-120"/>
                  <a:cs typeface="Times"/>
                </a:endParaRPr>
              </a:p>
              <a:p>
                <a:pPr marL="0" indent="0">
                  <a:spcBef>
                    <a:spcPts val="1200"/>
                  </a:spcBef>
                  <a:buNone/>
                </a:pPr>
                <a:r>
                  <a:rPr lang="en-US" altLang="zh-TW" sz="2800" dirty="0">
                    <a:ea typeface="新細明體" pitchFamily="-106" charset="-120"/>
                    <a:cs typeface="Times"/>
                  </a:rPr>
                  <a:t>“Knowing </a:t>
                </a:r>
                <a14:m>
                  <m:oMath xmlns:m="http://schemas.openxmlformats.org/officeDocument/2006/math">
                    <m:r>
                      <a:rPr lang="en-US" altLang="zh-TW" sz="2800" i="1">
                        <a:latin typeface="Cambria Math" panose="02040503050406030204" pitchFamily="18" charset="0"/>
                        <a:ea typeface="新細明體" pitchFamily="-106" charset="-120"/>
                        <a:cs typeface="Times"/>
                      </a:rPr>
                      <m:t>𝐵</m:t>
                    </m:r>
                  </m:oMath>
                </a14:m>
                <a:r>
                  <a:rPr lang="en-US" altLang="zh-TW" sz="2800" dirty="0">
                    <a:ea typeface="新細明體" pitchFamily="-106" charset="-120"/>
                    <a:cs typeface="Times"/>
                  </a:rPr>
                  <a:t> adds no information about </a:t>
                </a:r>
                <a14:m>
                  <m:oMath xmlns:m="http://schemas.openxmlformats.org/officeDocument/2006/math">
                    <m:r>
                      <a:rPr lang="en-US" altLang="zh-TW" sz="2800" i="1">
                        <a:latin typeface="Cambria Math" panose="02040503050406030204" pitchFamily="18" charset="0"/>
                        <a:ea typeface="新細明體" pitchFamily="-106" charset="-120"/>
                        <a:cs typeface="Times"/>
                      </a:rPr>
                      <m:t>𝐴</m:t>
                    </m:r>
                  </m:oMath>
                </a14:m>
                <a:r>
                  <a:rPr lang="en-US" altLang="zh-TW" sz="2800" dirty="0">
                    <a:ea typeface="新細明體" pitchFamily="-106" charset="-120"/>
                    <a:cs typeface="Times"/>
                  </a:rPr>
                  <a:t>”</a:t>
                </a:r>
              </a:p>
              <a:p>
                <a:pPr marL="0" indent="0">
                  <a:spcBef>
                    <a:spcPts val="1200"/>
                  </a:spcBef>
                  <a:buNone/>
                </a:pPr>
                <a:endParaRPr lang="en-US" altLang="zh-TW" sz="2800" dirty="0">
                  <a:ea typeface="新細明體" pitchFamily="-106" charset="-120"/>
                  <a:cs typeface="Times"/>
                </a:endParaRPr>
              </a:p>
              <a:p>
                <a:pPr marL="0" indent="0">
                  <a:spcBef>
                    <a:spcPts val="1200"/>
                  </a:spcBef>
                  <a:buNone/>
                </a:pPr>
                <a:r>
                  <a:rPr lang="en-US" altLang="zh-TW" sz="2800" dirty="0">
                    <a:ea typeface="新細明體" pitchFamily="-106" charset="-120"/>
                    <a:cs typeface="Times"/>
                  </a:rPr>
                  <a:t>Rolling two dice </a:t>
                </a:r>
              </a:p>
              <a:p>
                <a:pPr marL="0" indent="0">
                  <a:spcBef>
                    <a:spcPts val="1200"/>
                  </a:spcBef>
                  <a:buNone/>
                </a:pPr>
                <a14:m>
                  <m:oMathPara xmlns:m="http://schemas.openxmlformats.org/officeDocument/2006/math">
                    <m:oMathParaPr>
                      <m:jc m:val="centerGroup"/>
                    </m:oMathParaPr>
                    <m:oMath xmlns:m="http://schemas.openxmlformats.org/officeDocument/2006/math">
                      <m:func>
                        <m:funcPr>
                          <m:ctrlPr>
                            <a:rPr lang="en-US" altLang="zh-TW" sz="2800" i="1">
                              <a:latin typeface="Cambria Math" panose="02040503050406030204" pitchFamily="18" charset="0"/>
                              <a:ea typeface="新細明體" pitchFamily="-106" charset="-120"/>
                              <a:cs typeface="Times"/>
                            </a:rPr>
                          </m:ctrlPr>
                        </m:funcPr>
                        <m:fName>
                          <m:r>
                            <m:rPr>
                              <m:sty m:val="p"/>
                            </m:rPr>
                            <a:rPr lang="en-US" altLang="zh-TW" sz="2800">
                              <a:latin typeface="Cambria Math" panose="02040503050406030204" pitchFamily="18" charset="0"/>
                              <a:ea typeface="新細明體" pitchFamily="-106" charset="-120"/>
                              <a:cs typeface="Times"/>
                            </a:rPr>
                            <m:t>Pr</m:t>
                          </m:r>
                        </m:fName>
                        <m:e>
                          <m:d>
                            <m:dPr>
                              <m:begChr m:val="["/>
                              <m:endChr m:val="]"/>
                              <m:sepChr m:val="∣"/>
                              <m:ctrlPr>
                                <a:rPr lang="en-US" altLang="zh-TW" sz="2800" i="1">
                                  <a:latin typeface="Cambria Math" panose="02040503050406030204" pitchFamily="18" charset="0"/>
                                  <a:ea typeface="新細明體" pitchFamily="-106" charset="-120"/>
                                  <a:cs typeface="Times"/>
                                </a:rPr>
                              </m:ctrlPr>
                            </m:dPr>
                            <m:e>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𝑋</m:t>
                                  </m:r>
                                </m:e>
                                <m:sub>
                                  <m:r>
                                    <a:rPr lang="en-US" altLang="zh-TW" sz="2800" i="1">
                                      <a:latin typeface="Cambria Math" panose="02040503050406030204" pitchFamily="18" charset="0"/>
                                      <a:ea typeface="新細明體" pitchFamily="-106" charset="-120"/>
                                      <a:cs typeface="Times"/>
                                    </a:rPr>
                                    <m:t>1</m:t>
                                  </m:r>
                                </m:sub>
                              </m:sSub>
                              <m:r>
                                <a:rPr lang="en-US" altLang="zh-TW" sz="2800" i="1">
                                  <a:latin typeface="Cambria Math" panose="02040503050406030204" pitchFamily="18" charset="0"/>
                                  <a:ea typeface="新細明體" pitchFamily="-106" charset="-120"/>
                                  <a:cs typeface="Times"/>
                                </a:rPr>
                                <m:t>=2</m:t>
                              </m:r>
                            </m:e>
                            <m:e>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𝑋</m:t>
                                  </m:r>
                                </m:e>
                                <m:sub>
                                  <m:r>
                                    <a:rPr lang="en-US" altLang="zh-TW" sz="2800" i="1">
                                      <a:latin typeface="Cambria Math" panose="02040503050406030204" pitchFamily="18" charset="0"/>
                                      <a:ea typeface="新細明體" pitchFamily="-106" charset="-120"/>
                                      <a:cs typeface="Times"/>
                                    </a:rPr>
                                    <m:t>1</m:t>
                                  </m:r>
                                </m:sub>
                              </m:sSub>
                              <m:r>
                                <a:rPr lang="en-US" altLang="zh-TW" sz="2800" i="1">
                                  <a:latin typeface="Cambria Math" panose="02040503050406030204" pitchFamily="18" charset="0"/>
                                  <a:ea typeface="新細明體" pitchFamily="-106" charset="-120"/>
                                  <a:cs typeface="Times"/>
                                </a:rPr>
                                <m:t>+</m:t>
                              </m:r>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𝑋</m:t>
                                  </m:r>
                                </m:e>
                                <m:sub>
                                  <m:r>
                                    <a:rPr lang="en-US" altLang="zh-TW" sz="2800" i="1">
                                      <a:latin typeface="Cambria Math" panose="02040503050406030204" pitchFamily="18" charset="0"/>
                                      <a:ea typeface="新細明體" pitchFamily="-106" charset="-120"/>
                                      <a:cs typeface="Times"/>
                                    </a:rPr>
                                    <m:t>2</m:t>
                                  </m:r>
                                </m:sub>
                              </m:sSub>
                              <m:r>
                                <a:rPr lang="en-US" altLang="zh-TW" sz="2800" i="1">
                                  <a:latin typeface="Cambria Math" panose="02040503050406030204" pitchFamily="18" charset="0"/>
                                  <a:ea typeface="新細明體" pitchFamily="-106" charset="-120"/>
                                  <a:cs typeface="Times"/>
                                </a:rPr>
                                <m:t>=7</m:t>
                              </m:r>
                            </m:e>
                          </m:d>
                        </m:e>
                      </m:func>
                      <m:r>
                        <a:rPr lang="en-US" altLang="zh-TW" sz="2800" i="1">
                          <a:latin typeface="Cambria Math" panose="02040503050406030204" pitchFamily="18" charset="0"/>
                          <a:ea typeface="新細明體" pitchFamily="-106" charset="-120"/>
                          <a:cs typeface="Times"/>
                        </a:rPr>
                        <m:t>=?</m:t>
                      </m:r>
                    </m:oMath>
                  </m:oMathPara>
                </a14:m>
                <a:endParaRPr lang="en-US" altLang="zh-TW" sz="2800" dirty="0">
                  <a:ea typeface="新細明體" pitchFamily="-106" charset="-120"/>
                  <a:cs typeface="Times"/>
                </a:endParaRPr>
              </a:p>
            </p:txBody>
          </p:sp>
        </mc:Choice>
        <mc:Fallback xmlns="">
          <p:sp>
            <p:nvSpPr>
              <p:cNvPr id="578563" name="Rectangle 3"/>
              <p:cNvSpPr>
                <a:spLocks noGrp="1" noRot="1" noChangeAspect="1" noMove="1" noResize="1" noEditPoints="1" noAdjustHandles="1" noChangeArrowheads="1" noChangeShapeType="1" noTextEdit="1"/>
              </p:cNvSpPr>
              <p:nvPr>
                <p:ph idx="1"/>
              </p:nvPr>
            </p:nvSpPr>
            <p:spPr>
              <a:xfrm>
                <a:off x="2518833" y="1228198"/>
                <a:ext cx="7921752" cy="3862013"/>
              </a:xfrm>
              <a:blipFill>
                <a:blip r:embed="rId3"/>
                <a:stretch>
                  <a:fillRect l="-1600"/>
                </a:stretch>
              </a:blipFill>
            </p:spPr>
            <p:txBody>
              <a:bodyPr/>
              <a:lstStyle/>
              <a:p>
                <a:r>
                  <a:rPr lang="en-GB">
                    <a:noFill/>
                  </a:rPr>
                  <a:t> </a:t>
                </a:r>
              </a:p>
            </p:txBody>
          </p:sp>
        </mc:Fallback>
      </mc:AlternateContent>
      <p:sp>
        <p:nvSpPr>
          <p:cNvPr id="5" name="Slide Number Placeholder 4"/>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13</a:t>
            </a:fld>
            <a:endParaRPr lang="en-US" altLang="zh-TW"/>
          </a:p>
        </p:txBody>
      </p:sp>
      <p:grpSp>
        <p:nvGrpSpPr>
          <p:cNvPr id="12" name="Group 11">
            <a:extLst>
              <a:ext uri="{FF2B5EF4-FFF2-40B4-BE49-F238E27FC236}">
                <a16:creationId xmlns:a16="http://schemas.microsoft.com/office/drawing/2014/main" id="{00221A0C-7B51-9947-B45A-1B1529C28273}"/>
              </a:ext>
            </a:extLst>
          </p:cNvPr>
          <p:cNvGrpSpPr/>
          <p:nvPr/>
        </p:nvGrpSpPr>
        <p:grpSpPr>
          <a:xfrm>
            <a:off x="6103884" y="5366953"/>
            <a:ext cx="423557" cy="423557"/>
            <a:chOff x="4516583" y="3428010"/>
            <a:chExt cx="609600" cy="609600"/>
          </a:xfrm>
        </p:grpSpPr>
        <p:sp>
          <p:nvSpPr>
            <p:cNvPr id="13" name="Rounded Rectangle 12">
              <a:extLst>
                <a:ext uri="{FF2B5EF4-FFF2-40B4-BE49-F238E27FC236}">
                  <a16:creationId xmlns:a16="http://schemas.microsoft.com/office/drawing/2014/main" id="{AC6CD73A-F14E-654E-B639-E22EE5D268F9}"/>
                </a:ext>
              </a:extLst>
            </p:cNvPr>
            <p:cNvSpPr/>
            <p:nvPr/>
          </p:nvSpPr>
          <p:spPr>
            <a:xfrm>
              <a:off x="4516583" y="3428010"/>
              <a:ext cx="609600" cy="609600"/>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F589ADF9-216C-7547-8E86-01E29FF25ECE}"/>
                </a:ext>
              </a:extLst>
            </p:cNvPr>
            <p:cNvSpPr/>
            <p:nvPr/>
          </p:nvSpPr>
          <p:spPr>
            <a:xfrm>
              <a:off x="4587836"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8D6B2D60-6E39-EE43-8C91-70BE0268571C}"/>
                </a:ext>
              </a:extLst>
            </p:cNvPr>
            <p:cNvSpPr/>
            <p:nvPr/>
          </p:nvSpPr>
          <p:spPr>
            <a:xfrm>
              <a:off x="4914408"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FF5A70D-4AA4-BE41-BF65-B145FBE4E507}"/>
                </a:ext>
              </a:extLst>
            </p:cNvPr>
            <p:cNvSpPr/>
            <p:nvPr/>
          </p:nvSpPr>
          <p:spPr>
            <a:xfrm>
              <a:off x="4914408" y="35042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D03F66FC-B3EA-F94B-B2DD-BB130C635FE5}"/>
                </a:ext>
              </a:extLst>
            </p:cNvPr>
            <p:cNvSpPr/>
            <p:nvPr/>
          </p:nvSpPr>
          <p:spPr>
            <a:xfrm>
              <a:off x="4599711" y="382088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CAAC7366-DC5A-2641-A885-A1B9A6FCF72A}"/>
                </a:ext>
              </a:extLst>
            </p:cNvPr>
            <p:cNvSpPr/>
            <p:nvPr/>
          </p:nvSpPr>
          <p:spPr>
            <a:xfrm>
              <a:off x="4750133" y="365661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D7589E21-49E4-8444-A6D9-210A1078C717}"/>
              </a:ext>
            </a:extLst>
          </p:cNvPr>
          <p:cNvGrpSpPr/>
          <p:nvPr/>
        </p:nvGrpSpPr>
        <p:grpSpPr>
          <a:xfrm>
            <a:off x="5562601" y="5372429"/>
            <a:ext cx="423557" cy="423557"/>
            <a:chOff x="2038597" y="3429000"/>
            <a:chExt cx="609600" cy="609600"/>
          </a:xfrm>
        </p:grpSpPr>
        <p:sp>
          <p:nvSpPr>
            <p:cNvPr id="20" name="Rounded Rectangle 19">
              <a:extLst>
                <a:ext uri="{FF2B5EF4-FFF2-40B4-BE49-F238E27FC236}">
                  <a16:creationId xmlns:a16="http://schemas.microsoft.com/office/drawing/2014/main" id="{591A092D-B90B-E04C-9548-84BBC18D50CC}"/>
                </a:ext>
              </a:extLst>
            </p:cNvPr>
            <p:cNvSpPr/>
            <p:nvPr/>
          </p:nvSpPr>
          <p:spPr>
            <a:xfrm>
              <a:off x="2038597" y="3429000"/>
              <a:ext cx="609600" cy="609600"/>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D82957F0-64E7-9D45-B51E-13A0BC763C0D}"/>
                </a:ext>
              </a:extLst>
            </p:cNvPr>
            <p:cNvSpPr/>
            <p:nvPr/>
          </p:nvSpPr>
          <p:spPr>
            <a:xfrm>
              <a:off x="2109850" y="3505200"/>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10D5794-4A89-0140-996D-7CBC7C4D2143}"/>
                </a:ext>
              </a:extLst>
            </p:cNvPr>
            <p:cNvSpPr/>
            <p:nvPr/>
          </p:nvSpPr>
          <p:spPr>
            <a:xfrm>
              <a:off x="2436422" y="3821875"/>
              <a:ext cx="144000" cy="144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874257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562" name="Rectangle 2"/>
          <p:cNvSpPr>
            <a:spLocks noGrp="1" noChangeArrowheads="1"/>
          </p:cNvSpPr>
          <p:nvPr>
            <p:ph type="title"/>
          </p:nvPr>
        </p:nvSpPr>
        <p:spPr>
          <a:xfrm>
            <a:off x="2518834" y="228600"/>
            <a:ext cx="7704667" cy="917376"/>
          </a:xfrm>
        </p:spPr>
        <p:txBody>
          <a:bodyPr/>
          <a:lstStyle/>
          <a:p>
            <a:r>
              <a:rPr lang="en-US" altLang="zh-TW">
                <a:ea typeface="新細明體" pitchFamily="-106" charset="-120"/>
                <a:cs typeface="新細明體" pitchFamily="-106" charset="-120"/>
              </a:rPr>
              <a:t>Bayesian Inference</a:t>
            </a:r>
          </a:p>
        </p:txBody>
      </p:sp>
      <mc:AlternateContent xmlns:mc="http://schemas.openxmlformats.org/markup-compatibility/2006" xmlns:a14="http://schemas.microsoft.com/office/drawing/2010/main">
        <mc:Choice Requires="a14">
          <p:sp>
            <p:nvSpPr>
              <p:cNvPr id="578563" name="Rectangle 3"/>
              <p:cNvSpPr>
                <a:spLocks noGrp="1" noChangeArrowheads="1"/>
              </p:cNvSpPr>
              <p:nvPr>
                <p:ph idx="1"/>
              </p:nvPr>
            </p:nvSpPr>
            <p:spPr>
              <a:xfrm>
                <a:off x="2479224" y="1228198"/>
                <a:ext cx="8000970" cy="4791602"/>
              </a:xfrm>
            </p:spPr>
            <p:txBody>
              <a:bodyPr>
                <a:noAutofit/>
              </a:bodyPr>
              <a:lstStyle/>
              <a:p>
                <a:pPr marL="0" indent="0">
                  <a:spcBef>
                    <a:spcPts val="1200"/>
                  </a:spcBef>
                  <a:buNone/>
                </a:pPr>
                <a:r>
                  <a:rPr lang="en-US" altLang="zh-TW" sz="2800">
                    <a:ea typeface="新細明體" pitchFamily="-106" charset="-120"/>
                    <a:cs typeface="Times"/>
                  </a:rPr>
                  <a:t>Instead of inferring statements of the form </a:t>
                </a:r>
              </a:p>
              <a:p>
                <a:pPr marL="0" indent="0" algn="ctr">
                  <a:spcBef>
                    <a:spcPts val="1200"/>
                  </a:spcBef>
                  <a:buNone/>
                </a:pPr>
                <a:r>
                  <a:rPr lang="en-US" altLang="zh-TW" sz="2800">
                    <a:ea typeface="新細明體" pitchFamily="-106" charset="-120"/>
                    <a:cs typeface="Times"/>
                  </a:rPr>
                  <a:t>‘is </a:t>
                </a:r>
                <a14:m>
                  <m:oMath xmlns:m="http://schemas.openxmlformats.org/officeDocument/2006/math">
                    <m:r>
                      <a:rPr lang="en-US" altLang="zh-TW" sz="2800" i="1">
                        <a:latin typeface="Cambria Math" panose="02040503050406030204" pitchFamily="18" charset="0"/>
                        <a:ea typeface="新細明體" pitchFamily="-106" charset="-120"/>
                        <a:cs typeface="Times"/>
                      </a:rPr>
                      <m:t>𝑋</m:t>
                    </m:r>
                  </m:oMath>
                </a14:m>
                <a:r>
                  <a:rPr lang="en-US" altLang="zh-TW" sz="2800">
                    <a:ea typeface="新細明體" pitchFamily="-106" charset="-120"/>
                    <a:cs typeface="Times"/>
                  </a:rPr>
                  <a:t>  true given knowledge base?’</a:t>
                </a:r>
              </a:p>
              <a:p>
                <a:pPr marL="0" indent="0" algn="ctr">
                  <a:spcBef>
                    <a:spcPts val="1200"/>
                  </a:spcBef>
                  <a:buNone/>
                </a:pPr>
                <a14:m>
                  <m:oMath xmlns:m="http://schemas.openxmlformats.org/officeDocument/2006/math">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𝑌</m:t>
                        </m:r>
                      </m:e>
                      <m:sub>
                        <m:r>
                          <a:rPr lang="en-US" altLang="zh-TW" sz="2800" i="1">
                            <a:latin typeface="Cambria Math" panose="02040503050406030204" pitchFamily="18" charset="0"/>
                            <a:ea typeface="新細明體" pitchFamily="-106" charset="-120"/>
                            <a:cs typeface="Times"/>
                          </a:rPr>
                          <m:t>1</m:t>
                        </m:r>
                      </m:sub>
                    </m:sSub>
                    <m:r>
                      <a:rPr lang="en-US" altLang="zh-TW" sz="2800" i="1">
                        <a:latin typeface="Cambria Math" panose="02040503050406030204" pitchFamily="18" charset="0"/>
                        <a:ea typeface="新細明體" pitchFamily="-106" charset="-120"/>
                        <a:cs typeface="Times"/>
                      </a:rPr>
                      <m:t>∧…∧</m:t>
                    </m:r>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𝑌</m:t>
                        </m:r>
                      </m:e>
                      <m:sub>
                        <m:r>
                          <a:rPr lang="en-US" altLang="zh-TW" sz="2800" i="1">
                            <a:latin typeface="Cambria Math" panose="02040503050406030204" pitchFamily="18" charset="0"/>
                            <a:ea typeface="新細明體" pitchFamily="-106" charset="-120"/>
                            <a:cs typeface="Times"/>
                          </a:rPr>
                          <m:t>𝑘</m:t>
                        </m:r>
                      </m:sub>
                    </m:sSub>
                    <m:r>
                      <a:rPr lang="en-US" altLang="zh-TW" sz="2800" i="1">
                        <a:latin typeface="Cambria Math" panose="02040503050406030204" pitchFamily="18" charset="0"/>
                        <a:ea typeface="新細明體" pitchFamily="-106" charset="-120"/>
                        <a:cs typeface="Times"/>
                      </a:rPr>
                      <m:t>⇒</m:t>
                    </m:r>
                    <m:r>
                      <a:rPr lang="en-US" altLang="zh-TW" sz="2800" i="1">
                        <a:latin typeface="Cambria Math" panose="02040503050406030204" pitchFamily="18" charset="0"/>
                        <a:ea typeface="新細明體" pitchFamily="-106" charset="-120"/>
                        <a:cs typeface="Times"/>
                      </a:rPr>
                      <m:t>𝑋</m:t>
                    </m:r>
                  </m:oMath>
                </a14:m>
                <a:r>
                  <a:rPr lang="en-US" altLang="zh-TW" sz="2800">
                    <a:ea typeface="新細明體" pitchFamily="-106" charset="-120"/>
                    <a:cs typeface="Times"/>
                  </a:rPr>
                  <a:t>? </a:t>
                </a:r>
              </a:p>
              <a:p>
                <a:pPr marL="0" indent="0">
                  <a:spcBef>
                    <a:spcPts val="1200"/>
                  </a:spcBef>
                  <a:buNone/>
                </a:pPr>
                <a:r>
                  <a:rPr lang="en-US" altLang="zh-TW" sz="2800">
                    <a:ea typeface="新細明體" pitchFamily="-106" charset="-120"/>
                    <a:cs typeface="Times"/>
                  </a:rPr>
                  <a:t>we infer  statements of the form </a:t>
                </a:r>
              </a:p>
              <a:p>
                <a:pPr marL="0" indent="0" algn="ctr">
                  <a:spcBef>
                    <a:spcPts val="1200"/>
                  </a:spcBef>
                  <a:buNone/>
                </a:pPr>
                <a:r>
                  <a:rPr lang="en-US" altLang="zh-TW" sz="2800">
                    <a:ea typeface="新細明體" pitchFamily="-106" charset="-120"/>
                    <a:cs typeface="Times"/>
                  </a:rPr>
                  <a:t>‘What is the likelihood of an event </a:t>
                </a:r>
                <a14:m>
                  <m:oMath xmlns:m="http://schemas.openxmlformats.org/officeDocument/2006/math">
                    <m:r>
                      <a:rPr lang="en-US" altLang="zh-TW" sz="2800" i="1">
                        <a:latin typeface="Cambria Math" panose="02040503050406030204" pitchFamily="18" charset="0"/>
                        <a:ea typeface="新細明體" pitchFamily="-106" charset="-120"/>
                        <a:cs typeface="Times"/>
                      </a:rPr>
                      <m:t>𝑋</m:t>
                    </m:r>
                  </m:oMath>
                </a14:m>
                <a:r>
                  <a:rPr lang="en-US" altLang="zh-TW" sz="2800">
                    <a:ea typeface="新細明體" pitchFamily="-106" charset="-120"/>
                    <a:cs typeface="Times"/>
                  </a:rPr>
                  <a:t> given the probabilities of other events?’</a:t>
                </a:r>
              </a:p>
              <a:p>
                <a:pPr marL="0" indent="0" algn="ctr">
                  <a:spcBef>
                    <a:spcPts val="1200"/>
                  </a:spcBef>
                  <a:buNone/>
                </a:pPr>
                <a14:m>
                  <m:oMathPara xmlns:m="http://schemas.openxmlformats.org/officeDocument/2006/math">
                    <m:oMathParaPr>
                      <m:jc m:val="centerGroup"/>
                    </m:oMathParaPr>
                    <m:oMath xmlns:m="http://schemas.openxmlformats.org/officeDocument/2006/math">
                      <m:func>
                        <m:funcPr>
                          <m:ctrlPr>
                            <a:rPr lang="en-US" altLang="zh-TW" sz="2800" i="1">
                              <a:latin typeface="Cambria Math" panose="02040503050406030204" pitchFamily="18" charset="0"/>
                              <a:ea typeface="新細明體" pitchFamily="-106" charset="-120"/>
                              <a:cs typeface="Times"/>
                            </a:rPr>
                          </m:ctrlPr>
                        </m:funcPr>
                        <m:fName>
                          <m:r>
                            <m:rPr>
                              <m:sty m:val="p"/>
                            </m:rPr>
                            <a:rPr lang="en-US" altLang="zh-TW" sz="2800">
                              <a:latin typeface="Cambria Math" panose="02040503050406030204" pitchFamily="18" charset="0"/>
                              <a:ea typeface="新細明體" pitchFamily="-106" charset="-120"/>
                              <a:cs typeface="Times"/>
                            </a:rPr>
                            <m:t>Pr</m:t>
                          </m:r>
                        </m:fName>
                        <m:e>
                          <m:d>
                            <m:dPr>
                              <m:begChr m:val="["/>
                              <m:endChr m:val="]"/>
                              <m:sepChr m:val="∣"/>
                              <m:ctrlPr>
                                <a:rPr lang="en-US" altLang="zh-TW" sz="2800" i="1">
                                  <a:latin typeface="Cambria Math" panose="02040503050406030204" pitchFamily="18" charset="0"/>
                                  <a:ea typeface="新細明體" pitchFamily="-106" charset="-120"/>
                                  <a:cs typeface="Times"/>
                                </a:rPr>
                              </m:ctrlPr>
                            </m:dPr>
                            <m:e>
                              <m:r>
                                <a:rPr lang="en-US" altLang="zh-TW" sz="2800" i="1">
                                  <a:latin typeface="Cambria Math" panose="02040503050406030204" pitchFamily="18" charset="0"/>
                                  <a:ea typeface="新細明體" pitchFamily="-106" charset="-120"/>
                                  <a:cs typeface="Times"/>
                                </a:rPr>
                                <m:t>𝑋</m:t>
                              </m:r>
                            </m:e>
                            <m:e>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𝑌</m:t>
                                  </m:r>
                                </m:e>
                                <m:sub>
                                  <m:r>
                                    <a:rPr lang="en-US" altLang="zh-TW" sz="2800" i="1">
                                      <a:latin typeface="Cambria Math" panose="02040503050406030204" pitchFamily="18" charset="0"/>
                                      <a:ea typeface="新細明體" pitchFamily="-106" charset="-120"/>
                                      <a:cs typeface="Times"/>
                                    </a:rPr>
                                    <m:t>1</m:t>
                                  </m:r>
                                </m:sub>
                              </m:sSub>
                              <m:r>
                                <a:rPr lang="en-US" altLang="zh-TW" sz="2800" i="1">
                                  <a:latin typeface="Cambria Math" panose="02040503050406030204" pitchFamily="18" charset="0"/>
                                  <a:ea typeface="新細明體" pitchFamily="-106" charset="-120"/>
                                  <a:cs typeface="Times"/>
                                </a:rPr>
                                <m:t>,…,</m:t>
                              </m:r>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𝑌</m:t>
                                  </m:r>
                                </m:e>
                                <m:sub>
                                  <m:r>
                                    <a:rPr lang="en-US" altLang="zh-TW" sz="2800" i="1">
                                      <a:latin typeface="Cambria Math" panose="02040503050406030204" pitchFamily="18" charset="0"/>
                                      <a:ea typeface="新細明體" pitchFamily="-106" charset="-120"/>
                                      <a:cs typeface="Times"/>
                                    </a:rPr>
                                    <m:t>𝑘</m:t>
                                  </m:r>
                                </m:sub>
                              </m:sSub>
                            </m:e>
                          </m:d>
                        </m:e>
                      </m:func>
                      <m:r>
                        <a:rPr lang="en-US" altLang="zh-TW" sz="2800" i="1">
                          <a:latin typeface="Cambria Math" panose="02040503050406030204" pitchFamily="18" charset="0"/>
                          <a:ea typeface="新細明體" pitchFamily="-106" charset="-120"/>
                          <a:cs typeface="Times"/>
                        </a:rPr>
                        <m:t>=?</m:t>
                      </m:r>
                    </m:oMath>
                  </m:oMathPara>
                </a14:m>
                <a:endParaRPr lang="en-US" altLang="zh-TW" sz="2800">
                  <a:ea typeface="新細明體" pitchFamily="-106" charset="-120"/>
                  <a:cs typeface="Times"/>
                </a:endParaRPr>
              </a:p>
            </p:txBody>
          </p:sp>
        </mc:Choice>
        <mc:Fallback xmlns="">
          <p:sp>
            <p:nvSpPr>
              <p:cNvPr id="578563" name="Rectangle 3"/>
              <p:cNvSpPr>
                <a:spLocks noGrp="1" noRot="1" noChangeAspect="1" noMove="1" noResize="1" noEditPoints="1" noAdjustHandles="1" noChangeArrowheads="1" noChangeShapeType="1" noTextEdit="1"/>
              </p:cNvSpPr>
              <p:nvPr>
                <p:ph idx="1"/>
              </p:nvPr>
            </p:nvSpPr>
            <p:spPr>
              <a:xfrm>
                <a:off x="2479224" y="1228198"/>
                <a:ext cx="8000970" cy="4791602"/>
              </a:xfrm>
              <a:blipFill>
                <a:blip r:embed="rId3"/>
                <a:stretch>
                  <a:fillRect l="-1585" t="-1319"/>
                </a:stretch>
              </a:blipFill>
            </p:spPr>
            <p:txBody>
              <a:bodyPr/>
              <a:lstStyle/>
              <a:p>
                <a:r>
                  <a:rPr lang="en-GB">
                    <a:noFill/>
                  </a:rPr>
                  <a:t> </a:t>
                </a:r>
              </a:p>
            </p:txBody>
          </p:sp>
        </mc:Fallback>
      </mc:AlternateContent>
      <p:sp>
        <p:nvSpPr>
          <p:cNvPr id="5" name="Slide Number Placeholder 4"/>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14</a:t>
            </a:fld>
            <a:endParaRPr lang="en-US" altLang="zh-TW"/>
          </a:p>
        </p:txBody>
      </p:sp>
    </p:spTree>
    <p:extLst>
      <p:ext uri="{BB962C8B-B14F-4D97-AF65-F5344CB8AC3E}">
        <p14:creationId xmlns:p14="http://schemas.microsoft.com/office/powerpoint/2010/main" val="4220999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6" name="Rectangle 2"/>
          <p:cNvSpPr>
            <a:spLocks noGrp="1" noChangeArrowheads="1"/>
          </p:cNvSpPr>
          <p:nvPr>
            <p:ph type="title"/>
          </p:nvPr>
        </p:nvSpPr>
        <p:spPr>
          <a:xfrm>
            <a:off x="2506134" y="457202"/>
            <a:ext cx="7704667" cy="990599"/>
          </a:xfrm>
        </p:spPr>
        <p:txBody>
          <a:bodyPr/>
          <a:lstStyle/>
          <a:p>
            <a:r>
              <a:rPr lang="en-US" altLang="zh-TW">
                <a:ea typeface="新細明體" pitchFamily="-106" charset="-120"/>
                <a:cs typeface="新細明體" pitchFamily="-106" charset="-120"/>
              </a:rPr>
              <a:t>Inference by Enumeration</a:t>
            </a:r>
          </a:p>
        </p:txBody>
      </p:sp>
      <mc:AlternateContent xmlns:mc="http://schemas.openxmlformats.org/markup-compatibility/2006" xmlns:a14="http://schemas.microsoft.com/office/drawing/2010/main">
        <mc:Choice Requires="a14">
          <p:sp>
            <p:nvSpPr>
              <p:cNvPr id="579587" name="Rectangle 3"/>
              <p:cNvSpPr>
                <a:spLocks noGrp="1" noChangeArrowheads="1"/>
              </p:cNvSpPr>
              <p:nvPr>
                <p:ph idx="1"/>
              </p:nvPr>
            </p:nvSpPr>
            <p:spPr>
              <a:xfrm>
                <a:off x="2441448" y="1143000"/>
                <a:ext cx="7921752" cy="5257800"/>
              </a:xfrm>
            </p:spPr>
            <p:txBody>
              <a:bodyPr>
                <a:normAutofit/>
              </a:bodyPr>
              <a:lstStyle/>
              <a:p>
                <a:pPr>
                  <a:spcBef>
                    <a:spcPts val="1200"/>
                  </a:spcBef>
                </a:pPr>
                <a:r>
                  <a:rPr lang="en-US" altLang="zh-TW" sz="2400" dirty="0">
                    <a:latin typeface="Corbel" panose="020B0503020204020204" pitchFamily="34" charset="0"/>
                    <a:ea typeface="新細明體" pitchFamily="-106" charset="-120"/>
                    <a:cs typeface="Times"/>
                  </a:rPr>
                  <a:t>Start with the joint probability distribution:</a:t>
                </a:r>
              </a:p>
              <a:p>
                <a:pPr>
                  <a:spcBef>
                    <a:spcPts val="1200"/>
                  </a:spcBef>
                </a:pPr>
                <a:endParaRPr lang="en-US" altLang="zh-TW" sz="2400" dirty="0">
                  <a:latin typeface="Corbel" panose="020B0503020204020204" pitchFamily="34" charset="0"/>
                  <a:ea typeface="新細明體" pitchFamily="-106" charset="-120"/>
                  <a:cs typeface="Times"/>
                </a:endParaRPr>
              </a:p>
              <a:p>
                <a:pPr>
                  <a:spcBef>
                    <a:spcPts val="1200"/>
                  </a:spcBef>
                </a:pPr>
                <a:endParaRPr lang="en-US" altLang="zh-TW" sz="2400" dirty="0">
                  <a:latin typeface="Corbel" panose="020B0503020204020204" pitchFamily="34" charset="0"/>
                  <a:ea typeface="新細明體" pitchFamily="-106" charset="-120"/>
                  <a:cs typeface="Times"/>
                </a:endParaRPr>
              </a:p>
              <a:p>
                <a:pPr>
                  <a:spcBef>
                    <a:spcPts val="1200"/>
                  </a:spcBef>
                  <a:buNone/>
                </a:pPr>
                <a:endParaRPr lang="en-US" altLang="zh-TW" sz="2400" dirty="0">
                  <a:latin typeface="Corbel" panose="020B0503020204020204" pitchFamily="34" charset="0"/>
                  <a:ea typeface="新細明體" pitchFamily="-106" charset="-120"/>
                  <a:cs typeface="Times"/>
                </a:endParaRPr>
              </a:p>
              <a:p>
                <a:pPr>
                  <a:spcBef>
                    <a:spcPts val="1200"/>
                  </a:spcBef>
                </a:pPr>
                <a:endParaRPr lang="en-US" altLang="zh-TW" sz="2400" dirty="0">
                  <a:latin typeface="Corbel" panose="020B0503020204020204" pitchFamily="34" charset="0"/>
                  <a:ea typeface="新細明體" pitchFamily="-106" charset="-120"/>
                  <a:cs typeface="Times"/>
                </a:endParaRPr>
              </a:p>
              <a:p>
                <a:pPr>
                  <a:spcBef>
                    <a:spcPts val="1200"/>
                  </a:spcBef>
                </a:pPr>
                <a:r>
                  <a:rPr lang="en-US" altLang="zh-TW" sz="2400" dirty="0">
                    <a:latin typeface="Corbel" panose="020B0503020204020204" pitchFamily="34" charset="0"/>
                    <a:ea typeface="新細明體" pitchFamily="-106" charset="-120"/>
                    <a:cs typeface="Times"/>
                  </a:rPr>
                  <a:t>For any </a:t>
                </a:r>
                <a:r>
                  <a:rPr lang="en-US" altLang="zh-TW" dirty="0">
                    <a:latin typeface="Corbel" panose="020B0503020204020204" pitchFamily="34" charset="0"/>
                    <a:ea typeface="新細明體" pitchFamily="-106" charset="-120"/>
                    <a:cs typeface="Times"/>
                  </a:rPr>
                  <a:t>proposition (event) </a:t>
                </a:r>
                <a14:m>
                  <m:oMath xmlns:m="http://schemas.openxmlformats.org/officeDocument/2006/math">
                    <m:r>
                      <a:rPr lang="en-US" sz="2400" i="1">
                        <a:latin typeface="Cambria Math" panose="02040503050406030204" pitchFamily="18" charset="0"/>
                        <a:cs typeface="Times"/>
                      </a:rPr>
                      <m:t>𝑋</m:t>
                    </m:r>
                  </m:oMath>
                </a14:m>
                <a:r>
                  <a:rPr lang="en-US" altLang="zh-TW" sz="2400" dirty="0">
                    <a:latin typeface="Corbel" panose="020B0503020204020204" pitchFamily="34" charset="0"/>
                    <a:ea typeface="新細明體" pitchFamily="-106" charset="-120"/>
                    <a:cs typeface="Times"/>
                  </a:rPr>
                  <a:t>, sum the atomic events </a:t>
                </a:r>
                <a14:m>
                  <m:oMath xmlns:m="http://schemas.openxmlformats.org/officeDocument/2006/math">
                    <m:r>
                      <a:rPr lang="en-US" sz="2400" i="1">
                        <a:latin typeface="Cambria Math" panose="02040503050406030204" pitchFamily="18" charset="0"/>
                        <a:cs typeface="Times"/>
                      </a:rPr>
                      <m:t>𝑦</m:t>
                    </m:r>
                  </m:oMath>
                </a14:m>
                <a:r>
                  <a:rPr lang="en-US" altLang="zh-TW" sz="2400" dirty="0">
                    <a:latin typeface="Corbel" panose="020B0503020204020204" pitchFamily="34" charset="0"/>
                    <a:ea typeface="新細明體" pitchFamily="-106" charset="-120"/>
                    <a:cs typeface="Times"/>
                  </a:rPr>
                  <a:t> where </a:t>
                </a:r>
                <a14:m>
                  <m:oMath xmlns:m="http://schemas.openxmlformats.org/officeDocument/2006/math">
                    <m:r>
                      <a:rPr lang="en-US" b="0" i="1" smtClean="0">
                        <a:latin typeface="Cambria Math" panose="02040503050406030204" pitchFamily="18" charset="0"/>
                        <a:cs typeface="Times"/>
                      </a:rPr>
                      <m:t>𝑋</m:t>
                    </m:r>
                    <m:r>
                      <a:rPr lang="en-US" i="1">
                        <a:latin typeface="Cambria Math" panose="02040503050406030204" pitchFamily="18" charset="0"/>
                        <a:cs typeface="Times"/>
                      </a:rPr>
                      <m:t> </m:t>
                    </m:r>
                  </m:oMath>
                </a14:m>
                <a:r>
                  <a:rPr lang="en-US" altLang="zh-TW" sz="2400" dirty="0">
                    <a:latin typeface="Corbel" panose="020B0503020204020204" pitchFamily="34" charset="0"/>
                    <a:ea typeface="新細明體" pitchFamily="-106" charset="-120"/>
                    <a:cs typeface="Times"/>
                  </a:rPr>
                  <a:t>holds: </a:t>
                </a:r>
                <a14:m>
                  <m:oMath xmlns:m="http://schemas.openxmlformats.org/officeDocument/2006/math">
                    <m:r>
                      <m:rPr>
                        <m:sty m:val="p"/>
                      </m:rPr>
                      <a:rPr lang="en-US" b="0" i="0" smtClean="0">
                        <a:latin typeface="Cambria Math" panose="02040503050406030204" pitchFamily="18" charset="0"/>
                        <a:cs typeface="Times"/>
                      </a:rPr>
                      <m:t>Pr</m:t>
                    </m:r>
                    <m:d>
                      <m:dPr>
                        <m:begChr m:val="["/>
                        <m:endChr m:val="]"/>
                        <m:ctrlPr>
                          <a:rPr lang="en-US" b="0" i="1" smtClean="0">
                            <a:latin typeface="Cambria Math" panose="02040503050406030204" pitchFamily="18" charset="0"/>
                            <a:cs typeface="Times"/>
                          </a:rPr>
                        </m:ctrlPr>
                      </m:dPr>
                      <m:e>
                        <m:r>
                          <a:rPr lang="en-US" b="0" i="1" smtClean="0">
                            <a:latin typeface="Cambria Math" panose="02040503050406030204" pitchFamily="18" charset="0"/>
                            <a:cs typeface="Times"/>
                          </a:rPr>
                          <m:t>𝑋</m:t>
                        </m:r>
                      </m:e>
                    </m:d>
                    <m:r>
                      <a:rPr lang="en-US" b="0" i="1" smtClean="0">
                        <a:latin typeface="Cambria Math" panose="02040503050406030204" pitchFamily="18" charset="0"/>
                        <a:cs typeface="Times"/>
                      </a:rPr>
                      <m:t>=</m:t>
                    </m:r>
                    <m:nary>
                      <m:naryPr>
                        <m:chr m:val="∑"/>
                        <m:supHide m:val="on"/>
                        <m:ctrlPr>
                          <a:rPr lang="en-US" b="0" i="1" smtClean="0">
                            <a:latin typeface="Cambria Math" panose="02040503050406030204" pitchFamily="18" charset="0"/>
                            <a:cs typeface="Times"/>
                          </a:rPr>
                        </m:ctrlPr>
                      </m:naryPr>
                      <m:sub>
                        <m:r>
                          <a:rPr lang="en-US" b="0" i="1" smtClean="0">
                            <a:latin typeface="Cambria Math" panose="02040503050406030204" pitchFamily="18" charset="0"/>
                            <a:cs typeface="Times"/>
                          </a:rPr>
                          <m:t>𝑦</m:t>
                        </m:r>
                        <m:r>
                          <a:rPr lang="en-US" b="0" i="1" smtClean="0">
                            <a:latin typeface="Cambria Math" panose="02040503050406030204" pitchFamily="18" charset="0"/>
                            <a:cs typeface="Times"/>
                          </a:rPr>
                          <m:t>∈</m:t>
                        </m:r>
                        <m:r>
                          <a:rPr lang="en-US" b="0" i="1" smtClean="0">
                            <a:latin typeface="Cambria Math" panose="02040503050406030204" pitchFamily="18" charset="0"/>
                            <a:cs typeface="Times"/>
                          </a:rPr>
                          <m:t>𝑋</m:t>
                        </m:r>
                      </m:sub>
                      <m:sup/>
                      <m:e>
                        <m:func>
                          <m:funcPr>
                            <m:ctrlPr>
                              <a:rPr lang="en-US" b="0" i="1" smtClean="0">
                                <a:latin typeface="Cambria Math" panose="02040503050406030204" pitchFamily="18" charset="0"/>
                                <a:cs typeface="Times"/>
                              </a:rPr>
                            </m:ctrlPr>
                          </m:funcPr>
                          <m:fName>
                            <m:r>
                              <m:rPr>
                                <m:sty m:val="p"/>
                              </m:rPr>
                              <a:rPr lang="en-US" b="0" i="0" smtClean="0">
                                <a:latin typeface="Cambria Math" panose="02040503050406030204" pitchFamily="18" charset="0"/>
                                <a:cs typeface="Times"/>
                              </a:rPr>
                              <m:t>Pr</m:t>
                            </m:r>
                          </m:fName>
                          <m:e>
                            <m:d>
                              <m:dPr>
                                <m:begChr m:val="["/>
                                <m:endChr m:val="]"/>
                                <m:ctrlPr>
                                  <a:rPr lang="en-US" b="0" i="1" smtClean="0">
                                    <a:latin typeface="Cambria Math" panose="02040503050406030204" pitchFamily="18" charset="0"/>
                                    <a:cs typeface="Times"/>
                                  </a:rPr>
                                </m:ctrlPr>
                              </m:dPr>
                              <m:e>
                                <m:r>
                                  <a:rPr lang="en-US" b="0" i="1" smtClean="0">
                                    <a:latin typeface="Cambria Math" panose="02040503050406030204" pitchFamily="18" charset="0"/>
                                    <a:cs typeface="Times"/>
                                  </a:rPr>
                                  <m:t>𝑋</m:t>
                                </m:r>
                                <m:r>
                                  <a:rPr lang="en-US" b="0" i="1" smtClean="0">
                                    <a:latin typeface="Cambria Math" panose="02040503050406030204" pitchFamily="18" charset="0"/>
                                    <a:cs typeface="Times"/>
                                  </a:rPr>
                                  <m:t>=</m:t>
                                </m:r>
                                <m:r>
                                  <a:rPr lang="en-US" b="0" i="1" smtClean="0">
                                    <a:latin typeface="Cambria Math" panose="02040503050406030204" pitchFamily="18" charset="0"/>
                                    <a:cs typeface="Times"/>
                                  </a:rPr>
                                  <m:t>𝑦</m:t>
                                </m:r>
                              </m:e>
                            </m:d>
                          </m:e>
                        </m:func>
                      </m:e>
                    </m:nary>
                  </m:oMath>
                </a14:m>
                <a:endParaRPr lang="en-US" altLang="zh-TW" sz="2400" dirty="0">
                  <a:latin typeface="Corbel" panose="020B0503020204020204" pitchFamily="34" charset="0"/>
                  <a:ea typeface="新細明體" pitchFamily="-106" charset="-120"/>
                  <a:cs typeface="Times"/>
                </a:endParaRPr>
              </a:p>
              <a:p>
                <a:pPr>
                  <a:spcBef>
                    <a:spcPts val="1200"/>
                  </a:spcBef>
                </a:pPr>
                <a14:m>
                  <m:oMath xmlns:m="http://schemas.openxmlformats.org/officeDocument/2006/math">
                    <m:func>
                      <m:funcPr>
                        <m:ctrlPr>
                          <a:rPr lang="en-US" altLang="zh-TW" sz="2400" i="1">
                            <a:latin typeface="Cambria Math" panose="02040503050406030204" pitchFamily="18" charset="0"/>
                            <a:ea typeface="新細明體" pitchFamily="-106" charset="-120"/>
                            <a:cs typeface="Times"/>
                          </a:rPr>
                        </m:ctrlPr>
                      </m:funcPr>
                      <m:fName>
                        <m:r>
                          <m:rPr>
                            <m:sty m:val="p"/>
                          </m:rPr>
                          <a:rPr lang="en-US" altLang="zh-TW" sz="2400">
                            <a:latin typeface="Cambria Math" panose="02040503050406030204" pitchFamily="18" charset="0"/>
                            <a:ea typeface="新細明體" pitchFamily="-106" charset="-120"/>
                            <a:cs typeface="Times"/>
                          </a:rPr>
                          <m:t>Pr</m:t>
                        </m:r>
                      </m:fName>
                      <m:e>
                        <m:d>
                          <m:dPr>
                            <m:begChr m:val="["/>
                            <m:endChr m:val="]"/>
                            <m:ctrlPr>
                              <a:rPr lang="en-US" altLang="zh-TW" sz="2400" i="1">
                                <a:latin typeface="Cambria Math" panose="02040503050406030204" pitchFamily="18" charset="0"/>
                                <a:ea typeface="新細明體" pitchFamily="-106" charset="-120"/>
                                <a:cs typeface="Times"/>
                              </a:rPr>
                            </m:ctrlPr>
                          </m:dPr>
                          <m:e>
                            <m:r>
                              <m:rPr>
                                <m:sty m:val="p"/>
                              </m:rPr>
                              <a:rPr lang="en-US" altLang="zh-TW" sz="2400">
                                <a:latin typeface="Cambria Math" panose="02040503050406030204" pitchFamily="18" charset="0"/>
                                <a:ea typeface="新細明體" pitchFamily="-106" charset="-120"/>
                                <a:cs typeface="Times"/>
                              </a:rPr>
                              <m:t>toothache</m:t>
                            </m:r>
                          </m:e>
                        </m:d>
                      </m:e>
                    </m:func>
                    <m:r>
                      <a:rPr lang="en-US" altLang="zh-TW" sz="2400" i="1">
                        <a:latin typeface="Cambria Math" panose="02040503050406030204" pitchFamily="18" charset="0"/>
                        <a:ea typeface="新細明體" pitchFamily="-106" charset="-120"/>
                        <a:cs typeface="Times"/>
                      </a:rPr>
                      <m:t>=</m:t>
                    </m:r>
                  </m:oMath>
                </a14:m>
                <a:endParaRPr lang="en-US" altLang="zh-TW" sz="2400" dirty="0">
                  <a:latin typeface="Corbel" panose="020B0503020204020204" pitchFamily="34" charset="0"/>
                  <a:ea typeface="新細明體" pitchFamily="-106" charset="-120"/>
                  <a:cs typeface="Times"/>
                </a:endParaRPr>
              </a:p>
            </p:txBody>
          </p:sp>
        </mc:Choice>
        <mc:Fallback xmlns="">
          <p:sp>
            <p:nvSpPr>
              <p:cNvPr id="579587" name="Rectangle 3"/>
              <p:cNvSpPr>
                <a:spLocks noGrp="1" noRot="1" noChangeAspect="1" noMove="1" noResize="1" noEditPoints="1" noAdjustHandles="1" noChangeArrowheads="1" noChangeShapeType="1" noTextEdit="1"/>
              </p:cNvSpPr>
              <p:nvPr>
                <p:ph idx="1"/>
              </p:nvPr>
            </p:nvSpPr>
            <p:spPr>
              <a:xfrm>
                <a:off x="2441448" y="1143000"/>
                <a:ext cx="7921752" cy="5257800"/>
              </a:xfrm>
              <a:blipFill>
                <a:blip r:embed="rId3"/>
                <a:stretch>
                  <a:fillRect l="-320" t="-1205" r="-160"/>
                </a:stretch>
              </a:blipFill>
            </p:spPr>
            <p:txBody>
              <a:bodyPr/>
              <a:lstStyle/>
              <a:p>
                <a:r>
                  <a:rPr lang="en-GB">
                    <a:noFill/>
                  </a:rPr>
                  <a:t> </a:t>
                </a:r>
              </a:p>
            </p:txBody>
          </p:sp>
        </mc:Fallback>
      </mc:AlternateContent>
      <p:sp>
        <p:nvSpPr>
          <p:cNvPr id="5" name="Slide Number Placeholder 4"/>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15</a:t>
            </a:fld>
            <a:endParaRPr lang="en-US" altLang="zh-TW"/>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9CAF33C0-F679-3842-AB97-800AC3392EBA}"/>
                  </a:ext>
                </a:extLst>
              </p:cNvPr>
              <p:cNvGraphicFramePr>
                <a:graphicFrameLocks noGrp="1"/>
              </p:cNvGraphicFramePr>
              <p:nvPr>
                <p:extLst>
                  <p:ext uri="{D42A27DB-BD31-4B8C-83A1-F6EECF244321}">
                    <p14:modId xmlns:p14="http://schemas.microsoft.com/office/powerpoint/2010/main" val="1521060032"/>
                  </p:ext>
                </p:extLst>
              </p:nvPr>
            </p:nvGraphicFramePr>
            <p:xfrm>
              <a:off x="3811524" y="1611630"/>
              <a:ext cx="5181600" cy="1478280"/>
            </p:xfrm>
            <a:graphic>
              <a:graphicData uri="http://schemas.openxmlformats.org/drawingml/2006/table">
                <a:tbl>
                  <a:tblPr firstRow="1" bandRow="1">
                    <a:tableStyleId>{5940675A-B579-460E-94D1-54222C63F5DA}</a:tableStyleId>
                  </a:tblPr>
                  <a:tblGrid>
                    <a:gridCol w="971550">
                      <a:extLst>
                        <a:ext uri="{9D8B030D-6E8A-4147-A177-3AD203B41FA5}">
                          <a16:colId xmlns:a16="http://schemas.microsoft.com/office/drawing/2014/main" val="3403464426"/>
                        </a:ext>
                      </a:extLst>
                    </a:gridCol>
                    <a:gridCol w="971550">
                      <a:extLst>
                        <a:ext uri="{9D8B030D-6E8A-4147-A177-3AD203B41FA5}">
                          <a16:colId xmlns:a16="http://schemas.microsoft.com/office/drawing/2014/main" val="3644820050"/>
                        </a:ext>
                      </a:extLst>
                    </a:gridCol>
                    <a:gridCol w="906780">
                      <a:extLst>
                        <a:ext uri="{9D8B030D-6E8A-4147-A177-3AD203B41FA5}">
                          <a16:colId xmlns:a16="http://schemas.microsoft.com/office/drawing/2014/main" val="1074358729"/>
                        </a:ext>
                      </a:extLst>
                    </a:gridCol>
                    <a:gridCol w="971550">
                      <a:extLst>
                        <a:ext uri="{9D8B030D-6E8A-4147-A177-3AD203B41FA5}">
                          <a16:colId xmlns:a16="http://schemas.microsoft.com/office/drawing/2014/main" val="3688739118"/>
                        </a:ext>
                      </a:extLst>
                    </a:gridCol>
                    <a:gridCol w="1360170">
                      <a:extLst>
                        <a:ext uri="{9D8B030D-6E8A-4147-A177-3AD203B41FA5}">
                          <a16:colId xmlns:a16="http://schemas.microsoft.com/office/drawing/2014/main" val="862022822"/>
                        </a:ext>
                      </a:extLst>
                    </a:gridCol>
                  </a:tblGrid>
                  <a:tr h="370840">
                    <a:tc rowSpan="2">
                      <a:txBody>
                        <a:bodyPr/>
                        <a:lstStyle/>
                        <a:p>
                          <a:pPr algn="ctr"/>
                          <a:endParaRPr lang="en-US">
                            <a:latin typeface="+mn-lt"/>
                          </a:endParaRPr>
                        </a:p>
                      </a:txBody>
                      <a:tcPr/>
                    </a:tc>
                    <a:tc gridSpan="2">
                      <a:txBody>
                        <a:bodyPr/>
                        <a:lstStyle/>
                        <a:p>
                          <a:pPr algn="ctr"/>
                          <a:r>
                            <a:rPr lang="en-US"/>
                            <a:t>toothache</a:t>
                          </a:r>
                          <a:endParaRPr lang="en-US">
                            <a:latin typeface="+mn-lt"/>
                          </a:endParaRPr>
                        </a:p>
                      </a:txBody>
                      <a:tcPr/>
                    </a:tc>
                    <a:tc hMerge="1">
                      <a:txBody>
                        <a:bodyPr/>
                        <a:lstStyle/>
                        <a:p>
                          <a:endParaRPr lang="en-US"/>
                        </a:p>
                      </a:txBody>
                      <a:tcPr/>
                    </a:tc>
                    <a:tc gridSpan="2">
                      <a:txBody>
                        <a:bodyPr/>
                        <a:lstStyle/>
                        <a:p>
                          <a:pPr algn="ctr"/>
                          <a14:m>
                            <m:oMath xmlns:m="http://schemas.openxmlformats.org/officeDocument/2006/math">
                              <m:r>
                                <a:rPr lang="en-US" smtClean="0">
                                  <a:latin typeface="Cambria Math" panose="02040503050406030204" pitchFamily="18" charset="0"/>
                                </a:rPr>
                                <m:t>¬</m:t>
                              </m:r>
                            </m:oMath>
                          </a14:m>
                          <a:r>
                            <a:rPr lang="en-US"/>
                            <a:t>toothache</a:t>
                          </a:r>
                          <a:endParaRPr lang="en-US">
                            <a:latin typeface="+mn-lt"/>
                          </a:endParaRPr>
                        </a:p>
                      </a:txBody>
                      <a:tcPr/>
                    </a:tc>
                    <a:tc hMerge="1">
                      <a:txBody>
                        <a:bodyPr/>
                        <a:lstStyle/>
                        <a:p>
                          <a:endParaRPr lang="en-US"/>
                        </a:p>
                      </a:txBody>
                      <a:tcPr/>
                    </a:tc>
                    <a:extLst>
                      <a:ext uri="{0D108BD9-81ED-4DB2-BD59-A6C34878D82A}">
                        <a16:rowId xmlns:a16="http://schemas.microsoft.com/office/drawing/2014/main" val="350246012"/>
                      </a:ext>
                    </a:extLst>
                  </a:tr>
                  <a:tr h="174254">
                    <a:tc vMerge="1">
                      <a:txBody>
                        <a:bodyPr/>
                        <a:lstStyle/>
                        <a:p>
                          <a:pPr algn="ctr"/>
                          <a:endParaRPr lang="en-US" dirty="0">
                            <a:latin typeface="+mn-lt"/>
                          </a:endParaRPr>
                        </a:p>
                      </a:txBody>
                      <a:tcPr/>
                    </a:tc>
                    <a:tc>
                      <a:txBody>
                        <a:bodyPr/>
                        <a:lstStyle/>
                        <a:p>
                          <a:pPr algn="ctr"/>
                          <a:r>
                            <a:rPr lang="en-US"/>
                            <a:t>catch</a:t>
                          </a:r>
                          <a:endParaRPr lang="en-US">
                            <a:latin typeface="+mn-lt"/>
                          </a:endParaRPr>
                        </a:p>
                      </a:txBody>
                      <a:tcPr/>
                    </a:tc>
                    <a:tc>
                      <a:txBody>
                        <a:bodyPr/>
                        <a:lstStyle/>
                        <a:p>
                          <a:pPr algn="ctr"/>
                          <a14:m>
                            <m:oMath xmlns:m="http://schemas.openxmlformats.org/officeDocument/2006/math">
                              <m:r>
                                <a:rPr lang="en-US" smtClean="0">
                                  <a:latin typeface="Cambria Math" panose="02040503050406030204" pitchFamily="18" charset="0"/>
                                </a:rPr>
                                <m:t>¬</m:t>
                              </m:r>
                            </m:oMath>
                          </a14:m>
                          <a:r>
                            <a:rPr lang="en-US"/>
                            <a:t>catch</a:t>
                          </a:r>
                          <a:endParaRPr lang="en-US">
                            <a:latin typeface="+mn-lt"/>
                          </a:endParaRPr>
                        </a:p>
                      </a:txBody>
                      <a:tcPr/>
                    </a:tc>
                    <a:tc>
                      <a:txBody>
                        <a:bodyPr/>
                        <a:lstStyle/>
                        <a:p>
                          <a:pPr algn="ctr"/>
                          <a:r>
                            <a:rPr lang="en-US"/>
                            <a:t>catch</a:t>
                          </a:r>
                          <a:endParaRPr lang="en-US">
                            <a:latin typeface="+mn-lt"/>
                          </a:endParaRPr>
                        </a:p>
                      </a:txBody>
                      <a:tcPr/>
                    </a:tc>
                    <a:tc>
                      <a:txBody>
                        <a:bodyPr/>
                        <a:lstStyle/>
                        <a:p>
                          <a:pPr algn="ctr"/>
                          <a14:m>
                            <m:oMath xmlns:m="http://schemas.openxmlformats.org/officeDocument/2006/math">
                              <m:r>
                                <a:rPr lang="en-US" smtClean="0">
                                  <a:latin typeface="Cambria Math" panose="02040503050406030204" pitchFamily="18" charset="0"/>
                                </a:rPr>
                                <m:t>¬</m:t>
                              </m:r>
                            </m:oMath>
                          </a14:m>
                          <a:r>
                            <a:rPr lang="en-US"/>
                            <a:t>catch</a:t>
                          </a:r>
                          <a:endParaRPr lang="en-US">
                            <a:latin typeface="+mn-lt"/>
                          </a:endParaRPr>
                        </a:p>
                      </a:txBody>
                      <a:tcPr/>
                    </a:tc>
                    <a:extLst>
                      <a:ext uri="{0D108BD9-81ED-4DB2-BD59-A6C34878D82A}">
                        <a16:rowId xmlns:a16="http://schemas.microsoft.com/office/drawing/2014/main" val="3877248839"/>
                      </a:ext>
                    </a:extLst>
                  </a:tr>
                  <a:tr h="370840">
                    <a:tc>
                      <a:txBody>
                        <a:bodyPr/>
                        <a:lstStyle/>
                        <a:p>
                          <a:pPr algn="ctr"/>
                          <a:r>
                            <a:rPr lang="en-US"/>
                            <a:t>cavity</a:t>
                          </a:r>
                          <a:endParaRPr lang="en-US">
                            <a:latin typeface="+mn-lt"/>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0.108</m:t>
                                </m:r>
                              </m:oMath>
                            </m:oMathPara>
                          </a14:m>
                          <a:endParaRPr lang="en-US">
                            <a:latin typeface="+mn-lt"/>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0.012</m:t>
                                </m:r>
                              </m:oMath>
                            </m:oMathPara>
                          </a14:m>
                          <a:endParaRPr lang="en-US">
                            <a:latin typeface="+mn-lt"/>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0.072</m:t>
                                </m:r>
                              </m:oMath>
                            </m:oMathPara>
                          </a14:m>
                          <a:endParaRPr lang="en-US">
                            <a:latin typeface="+mn-lt"/>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0.008</m:t>
                                </m:r>
                              </m:oMath>
                            </m:oMathPara>
                          </a14:m>
                          <a:endParaRPr lang="en-US">
                            <a:latin typeface="+mn-lt"/>
                          </a:endParaRPr>
                        </a:p>
                      </a:txBody>
                      <a:tcPr/>
                    </a:tc>
                    <a:extLst>
                      <a:ext uri="{0D108BD9-81ED-4DB2-BD59-A6C34878D82A}">
                        <a16:rowId xmlns:a16="http://schemas.microsoft.com/office/drawing/2014/main" val="362810054"/>
                      </a:ext>
                    </a:extLst>
                  </a:tr>
                  <a:tr h="370840">
                    <a:tc>
                      <a:txBody>
                        <a:bodyPr/>
                        <a:lstStyle/>
                        <a:p>
                          <a:pPr algn="ctr"/>
                          <a14:m>
                            <m:oMath xmlns:m="http://schemas.openxmlformats.org/officeDocument/2006/math">
                              <m:r>
                                <a:rPr lang="en-US" smtClean="0">
                                  <a:latin typeface="Cambria Math" panose="02040503050406030204" pitchFamily="18" charset="0"/>
                                </a:rPr>
                                <m:t>¬</m:t>
                              </m:r>
                            </m:oMath>
                          </a14:m>
                          <a:r>
                            <a:rPr lang="en-US"/>
                            <a:t>cavity</a:t>
                          </a:r>
                          <a:endParaRPr lang="en-US">
                            <a:latin typeface="+mn-lt"/>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0.016</m:t>
                                </m:r>
                              </m:oMath>
                            </m:oMathPara>
                          </a14:m>
                          <a:endParaRPr lang="en-US">
                            <a:latin typeface="+mn-lt"/>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0.064</m:t>
                                </m:r>
                              </m:oMath>
                            </m:oMathPara>
                          </a14:m>
                          <a:endParaRPr lang="en-US">
                            <a:latin typeface="+mn-lt"/>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0.144</m:t>
                                </m:r>
                              </m:oMath>
                            </m:oMathPara>
                          </a14:m>
                          <a:endParaRPr lang="en-US">
                            <a:latin typeface="+mn-lt"/>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0.576</m:t>
                                </m:r>
                              </m:oMath>
                            </m:oMathPara>
                          </a14:m>
                          <a:endParaRPr lang="en-US" dirty="0">
                            <a:latin typeface="+mn-lt"/>
                          </a:endParaRPr>
                        </a:p>
                      </a:txBody>
                      <a:tcPr/>
                    </a:tc>
                    <a:extLst>
                      <a:ext uri="{0D108BD9-81ED-4DB2-BD59-A6C34878D82A}">
                        <a16:rowId xmlns:a16="http://schemas.microsoft.com/office/drawing/2014/main" val="633490853"/>
                      </a:ext>
                    </a:extLst>
                  </a:tr>
                </a:tbl>
              </a:graphicData>
            </a:graphic>
          </p:graphicFrame>
        </mc:Choice>
        <mc:Fallback xmlns="">
          <p:graphicFrame>
            <p:nvGraphicFramePr>
              <p:cNvPr id="2" name="Table 1">
                <a:extLst>
                  <a:ext uri="{FF2B5EF4-FFF2-40B4-BE49-F238E27FC236}">
                    <a16:creationId xmlns:a16="http://schemas.microsoft.com/office/drawing/2014/main" id="{9CAF33C0-F679-3842-AB97-800AC3392EBA}"/>
                  </a:ext>
                </a:extLst>
              </p:cNvPr>
              <p:cNvGraphicFramePr>
                <a:graphicFrameLocks noGrp="1"/>
              </p:cNvGraphicFramePr>
              <p:nvPr>
                <p:extLst>
                  <p:ext uri="{D42A27DB-BD31-4B8C-83A1-F6EECF244321}">
                    <p14:modId xmlns:p14="http://schemas.microsoft.com/office/powerpoint/2010/main" val="1521060032"/>
                  </p:ext>
                </p:extLst>
              </p:nvPr>
            </p:nvGraphicFramePr>
            <p:xfrm>
              <a:off x="3811524" y="1611630"/>
              <a:ext cx="5181600" cy="1478280"/>
            </p:xfrm>
            <a:graphic>
              <a:graphicData uri="http://schemas.openxmlformats.org/drawingml/2006/table">
                <a:tbl>
                  <a:tblPr firstRow="1" bandRow="1">
                    <a:tableStyleId>{5940675A-B579-460E-94D1-54222C63F5DA}</a:tableStyleId>
                  </a:tblPr>
                  <a:tblGrid>
                    <a:gridCol w="971550">
                      <a:extLst>
                        <a:ext uri="{9D8B030D-6E8A-4147-A177-3AD203B41FA5}">
                          <a16:colId xmlns:a16="http://schemas.microsoft.com/office/drawing/2014/main" val="3403464426"/>
                        </a:ext>
                      </a:extLst>
                    </a:gridCol>
                    <a:gridCol w="971550">
                      <a:extLst>
                        <a:ext uri="{9D8B030D-6E8A-4147-A177-3AD203B41FA5}">
                          <a16:colId xmlns:a16="http://schemas.microsoft.com/office/drawing/2014/main" val="3644820050"/>
                        </a:ext>
                      </a:extLst>
                    </a:gridCol>
                    <a:gridCol w="906780">
                      <a:extLst>
                        <a:ext uri="{9D8B030D-6E8A-4147-A177-3AD203B41FA5}">
                          <a16:colId xmlns:a16="http://schemas.microsoft.com/office/drawing/2014/main" val="1074358729"/>
                        </a:ext>
                      </a:extLst>
                    </a:gridCol>
                    <a:gridCol w="971550">
                      <a:extLst>
                        <a:ext uri="{9D8B030D-6E8A-4147-A177-3AD203B41FA5}">
                          <a16:colId xmlns:a16="http://schemas.microsoft.com/office/drawing/2014/main" val="3688739118"/>
                        </a:ext>
                      </a:extLst>
                    </a:gridCol>
                    <a:gridCol w="1360170">
                      <a:extLst>
                        <a:ext uri="{9D8B030D-6E8A-4147-A177-3AD203B41FA5}">
                          <a16:colId xmlns:a16="http://schemas.microsoft.com/office/drawing/2014/main" val="862022822"/>
                        </a:ext>
                      </a:extLst>
                    </a:gridCol>
                  </a:tblGrid>
                  <a:tr h="370840">
                    <a:tc rowSpan="2">
                      <a:txBody>
                        <a:bodyPr/>
                        <a:lstStyle/>
                        <a:p>
                          <a:pPr algn="ctr"/>
                          <a:endParaRPr lang="en-US">
                            <a:latin typeface="+mn-lt"/>
                          </a:endParaRPr>
                        </a:p>
                      </a:txBody>
                      <a:tcPr/>
                    </a:tc>
                    <a:tc gridSpan="2">
                      <a:txBody>
                        <a:bodyPr/>
                        <a:lstStyle/>
                        <a:p>
                          <a:pPr algn="ctr"/>
                          <a:r>
                            <a:rPr lang="en-US"/>
                            <a:t>toothache</a:t>
                          </a:r>
                          <a:endParaRPr lang="en-US">
                            <a:latin typeface="+mn-lt"/>
                          </a:endParaRPr>
                        </a:p>
                      </a:txBody>
                      <a:tcPr/>
                    </a:tc>
                    <a:tc hMerge="1">
                      <a:txBody>
                        <a:bodyPr/>
                        <a:lstStyle/>
                        <a:p>
                          <a:endParaRPr lang="en-US"/>
                        </a:p>
                      </a:txBody>
                      <a:tcPr/>
                    </a:tc>
                    <a:tc gridSpan="2">
                      <a:txBody>
                        <a:bodyPr/>
                        <a:lstStyle/>
                        <a:p>
                          <a:endParaRPr lang="en-US"/>
                        </a:p>
                      </a:txBody>
                      <a:tcPr>
                        <a:blipFill>
                          <a:blip r:embed="rId4"/>
                          <a:stretch>
                            <a:fillRect l="-122826" t="-6667" r="-543" b="-320000"/>
                          </a:stretch>
                        </a:blipFill>
                      </a:tcPr>
                    </a:tc>
                    <a:tc hMerge="1">
                      <a:txBody>
                        <a:bodyPr/>
                        <a:lstStyle/>
                        <a:p>
                          <a:endParaRPr lang="en-US"/>
                        </a:p>
                      </a:txBody>
                      <a:tcPr/>
                    </a:tc>
                    <a:extLst>
                      <a:ext uri="{0D108BD9-81ED-4DB2-BD59-A6C34878D82A}">
                        <a16:rowId xmlns:a16="http://schemas.microsoft.com/office/drawing/2014/main" val="350246012"/>
                      </a:ext>
                    </a:extLst>
                  </a:tr>
                  <a:tr h="365760">
                    <a:tc vMerge="1">
                      <a:txBody>
                        <a:bodyPr/>
                        <a:lstStyle/>
                        <a:p>
                          <a:pPr algn="ctr"/>
                          <a:endParaRPr lang="en-US" dirty="0">
                            <a:latin typeface="+mn-lt"/>
                          </a:endParaRPr>
                        </a:p>
                      </a:txBody>
                      <a:tcPr/>
                    </a:tc>
                    <a:tc>
                      <a:txBody>
                        <a:bodyPr/>
                        <a:lstStyle/>
                        <a:p>
                          <a:pPr algn="ctr"/>
                          <a:r>
                            <a:rPr lang="en-US"/>
                            <a:t>catch</a:t>
                          </a:r>
                          <a:endParaRPr lang="en-US">
                            <a:latin typeface="+mn-lt"/>
                          </a:endParaRPr>
                        </a:p>
                      </a:txBody>
                      <a:tcPr/>
                    </a:tc>
                    <a:tc>
                      <a:txBody>
                        <a:bodyPr/>
                        <a:lstStyle/>
                        <a:p>
                          <a:endParaRPr lang="en-US"/>
                        </a:p>
                      </a:txBody>
                      <a:tcPr>
                        <a:blipFill>
                          <a:blip r:embed="rId4"/>
                          <a:stretch>
                            <a:fillRect l="-213889" t="-110345" r="-256944" b="-231034"/>
                          </a:stretch>
                        </a:blipFill>
                      </a:tcPr>
                    </a:tc>
                    <a:tc>
                      <a:txBody>
                        <a:bodyPr/>
                        <a:lstStyle/>
                        <a:p>
                          <a:pPr algn="ctr"/>
                          <a:r>
                            <a:rPr lang="en-US"/>
                            <a:t>catch</a:t>
                          </a:r>
                          <a:endParaRPr lang="en-US">
                            <a:latin typeface="+mn-lt"/>
                          </a:endParaRPr>
                        </a:p>
                      </a:txBody>
                      <a:tcPr/>
                    </a:tc>
                    <a:tc>
                      <a:txBody>
                        <a:bodyPr/>
                        <a:lstStyle/>
                        <a:p>
                          <a:endParaRPr lang="en-US"/>
                        </a:p>
                      </a:txBody>
                      <a:tcPr>
                        <a:blipFill>
                          <a:blip r:embed="rId4"/>
                          <a:stretch>
                            <a:fillRect l="-283178" t="-110345" r="-935" b="-231034"/>
                          </a:stretch>
                        </a:blipFill>
                      </a:tcPr>
                    </a:tc>
                    <a:extLst>
                      <a:ext uri="{0D108BD9-81ED-4DB2-BD59-A6C34878D82A}">
                        <a16:rowId xmlns:a16="http://schemas.microsoft.com/office/drawing/2014/main" val="3877248839"/>
                      </a:ext>
                    </a:extLst>
                  </a:tr>
                  <a:tr h="370840">
                    <a:tc>
                      <a:txBody>
                        <a:bodyPr/>
                        <a:lstStyle/>
                        <a:p>
                          <a:pPr algn="ctr"/>
                          <a:r>
                            <a:rPr lang="en-US"/>
                            <a:t>cavity</a:t>
                          </a:r>
                          <a:endParaRPr lang="en-US">
                            <a:latin typeface="+mn-lt"/>
                          </a:endParaRPr>
                        </a:p>
                      </a:txBody>
                      <a:tcPr/>
                    </a:tc>
                    <a:tc>
                      <a:txBody>
                        <a:bodyPr/>
                        <a:lstStyle/>
                        <a:p>
                          <a:endParaRPr lang="en-US"/>
                        </a:p>
                      </a:txBody>
                      <a:tcPr>
                        <a:blipFill>
                          <a:blip r:embed="rId4"/>
                          <a:stretch>
                            <a:fillRect l="-102632" t="-210345" r="-338158" b="-131034"/>
                          </a:stretch>
                        </a:blipFill>
                      </a:tcPr>
                    </a:tc>
                    <a:tc>
                      <a:txBody>
                        <a:bodyPr/>
                        <a:lstStyle/>
                        <a:p>
                          <a:endParaRPr lang="en-US"/>
                        </a:p>
                      </a:txBody>
                      <a:tcPr>
                        <a:blipFill>
                          <a:blip r:embed="rId4"/>
                          <a:stretch>
                            <a:fillRect l="-213889" t="-210345" r="-256944" b="-131034"/>
                          </a:stretch>
                        </a:blipFill>
                      </a:tcPr>
                    </a:tc>
                    <a:tc>
                      <a:txBody>
                        <a:bodyPr/>
                        <a:lstStyle/>
                        <a:p>
                          <a:endParaRPr lang="en-US"/>
                        </a:p>
                      </a:txBody>
                      <a:tcPr>
                        <a:blipFill>
                          <a:blip r:embed="rId4"/>
                          <a:stretch>
                            <a:fillRect l="-293506" t="-210345" r="-140260" b="-131034"/>
                          </a:stretch>
                        </a:blipFill>
                      </a:tcPr>
                    </a:tc>
                    <a:tc>
                      <a:txBody>
                        <a:bodyPr/>
                        <a:lstStyle/>
                        <a:p>
                          <a:endParaRPr lang="en-US"/>
                        </a:p>
                      </a:txBody>
                      <a:tcPr>
                        <a:blipFill>
                          <a:blip r:embed="rId4"/>
                          <a:stretch>
                            <a:fillRect l="-283178" t="-210345" r="-935" b="-131034"/>
                          </a:stretch>
                        </a:blipFill>
                      </a:tcPr>
                    </a:tc>
                    <a:extLst>
                      <a:ext uri="{0D108BD9-81ED-4DB2-BD59-A6C34878D82A}">
                        <a16:rowId xmlns:a16="http://schemas.microsoft.com/office/drawing/2014/main" val="362810054"/>
                      </a:ext>
                    </a:extLst>
                  </a:tr>
                  <a:tr h="370840">
                    <a:tc>
                      <a:txBody>
                        <a:bodyPr/>
                        <a:lstStyle/>
                        <a:p>
                          <a:endParaRPr lang="en-US"/>
                        </a:p>
                      </a:txBody>
                      <a:tcPr>
                        <a:blipFill>
                          <a:blip r:embed="rId4"/>
                          <a:stretch>
                            <a:fillRect l="-1299" t="-300000" r="-432468" b="-26667"/>
                          </a:stretch>
                        </a:blipFill>
                      </a:tcPr>
                    </a:tc>
                    <a:tc>
                      <a:txBody>
                        <a:bodyPr/>
                        <a:lstStyle/>
                        <a:p>
                          <a:endParaRPr lang="en-US"/>
                        </a:p>
                      </a:txBody>
                      <a:tcPr>
                        <a:blipFill>
                          <a:blip r:embed="rId4"/>
                          <a:stretch>
                            <a:fillRect l="-102632" t="-300000" r="-338158" b="-26667"/>
                          </a:stretch>
                        </a:blipFill>
                      </a:tcPr>
                    </a:tc>
                    <a:tc>
                      <a:txBody>
                        <a:bodyPr/>
                        <a:lstStyle/>
                        <a:p>
                          <a:endParaRPr lang="en-US"/>
                        </a:p>
                      </a:txBody>
                      <a:tcPr>
                        <a:blipFill>
                          <a:blip r:embed="rId4"/>
                          <a:stretch>
                            <a:fillRect l="-213889" t="-300000" r="-256944" b="-26667"/>
                          </a:stretch>
                        </a:blipFill>
                      </a:tcPr>
                    </a:tc>
                    <a:tc>
                      <a:txBody>
                        <a:bodyPr/>
                        <a:lstStyle/>
                        <a:p>
                          <a:endParaRPr lang="en-US"/>
                        </a:p>
                      </a:txBody>
                      <a:tcPr>
                        <a:blipFill>
                          <a:blip r:embed="rId4"/>
                          <a:stretch>
                            <a:fillRect l="-293506" t="-300000" r="-140260" b="-26667"/>
                          </a:stretch>
                        </a:blipFill>
                      </a:tcPr>
                    </a:tc>
                    <a:tc>
                      <a:txBody>
                        <a:bodyPr/>
                        <a:lstStyle/>
                        <a:p>
                          <a:endParaRPr lang="en-US"/>
                        </a:p>
                      </a:txBody>
                      <a:tcPr>
                        <a:blipFill>
                          <a:blip r:embed="rId4"/>
                          <a:stretch>
                            <a:fillRect l="-283178" t="-300000" r="-935" b="-26667"/>
                          </a:stretch>
                        </a:blipFill>
                      </a:tcPr>
                    </a:tc>
                    <a:extLst>
                      <a:ext uri="{0D108BD9-81ED-4DB2-BD59-A6C34878D82A}">
                        <a16:rowId xmlns:a16="http://schemas.microsoft.com/office/drawing/2014/main" val="633490853"/>
                      </a:ext>
                    </a:extLst>
                  </a:tr>
                </a:tbl>
              </a:graphicData>
            </a:graphic>
          </p:graphicFrame>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862151F-A5B8-3747-93BB-DD9A2D695EC6}"/>
                  </a:ext>
                </a:extLst>
              </p:cNvPr>
              <p:cNvSpPr txBox="1"/>
              <p:nvPr/>
            </p:nvSpPr>
            <p:spPr>
              <a:xfrm>
                <a:off x="4340352" y="4919396"/>
                <a:ext cx="5410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0.108+0.016+0.012+0.064=0.2</m:t>
                      </m:r>
                    </m:oMath>
                  </m:oMathPara>
                </a14:m>
                <a:endParaRPr lang="en-US" b="0"/>
              </a:p>
            </p:txBody>
          </p:sp>
        </mc:Choice>
        <mc:Fallback xmlns="">
          <p:sp>
            <p:nvSpPr>
              <p:cNvPr id="3" name="TextBox 2">
                <a:extLst>
                  <a:ext uri="{FF2B5EF4-FFF2-40B4-BE49-F238E27FC236}">
                    <a16:creationId xmlns:a16="http://schemas.microsoft.com/office/drawing/2014/main" id="{5862151F-A5B8-3747-93BB-DD9A2D695EC6}"/>
                  </a:ext>
                </a:extLst>
              </p:cNvPr>
              <p:cNvSpPr txBox="1">
                <a:spLocks noRot="1" noChangeAspect="1" noMove="1" noResize="1" noEditPoints="1" noAdjustHandles="1" noChangeArrowheads="1" noChangeShapeType="1" noTextEdit="1"/>
              </p:cNvSpPr>
              <p:nvPr/>
            </p:nvSpPr>
            <p:spPr>
              <a:xfrm>
                <a:off x="4340352" y="4919396"/>
                <a:ext cx="5410200" cy="369332"/>
              </a:xfrm>
              <a:prstGeom prst="rect">
                <a:avLst/>
              </a:prstGeom>
              <a:blipFill>
                <a:blip r:embed="rId5"/>
                <a:stretch>
                  <a:fillRect/>
                </a:stretch>
              </a:blipFill>
            </p:spPr>
            <p:txBody>
              <a:bodyPr/>
              <a:lstStyle/>
              <a:p>
                <a:r>
                  <a:rPr lang="en-GB">
                    <a:noFill/>
                  </a:rPr>
                  <a:t> </a:t>
                </a:r>
              </a:p>
            </p:txBody>
          </p:sp>
        </mc:Fallback>
      </mc:AlternateContent>
      <p:sp>
        <p:nvSpPr>
          <p:cNvPr id="4" name="Rounded Rectangle 3">
            <a:extLst>
              <a:ext uri="{FF2B5EF4-FFF2-40B4-BE49-F238E27FC236}">
                <a16:creationId xmlns:a16="http://schemas.microsoft.com/office/drawing/2014/main" id="{5B7959F1-E49A-D64B-9C69-3A1119919938}"/>
              </a:ext>
            </a:extLst>
          </p:cNvPr>
          <p:cNvSpPr/>
          <p:nvPr/>
        </p:nvSpPr>
        <p:spPr>
          <a:xfrm>
            <a:off x="4691014" y="2350770"/>
            <a:ext cx="1985699" cy="73914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6" name="Rectangle 2"/>
          <p:cNvSpPr>
            <a:spLocks noGrp="1" noChangeArrowheads="1"/>
          </p:cNvSpPr>
          <p:nvPr>
            <p:ph type="title"/>
          </p:nvPr>
        </p:nvSpPr>
        <p:spPr>
          <a:xfrm>
            <a:off x="2506134" y="457202"/>
            <a:ext cx="7704667" cy="990599"/>
          </a:xfrm>
        </p:spPr>
        <p:txBody>
          <a:bodyPr/>
          <a:lstStyle/>
          <a:p>
            <a:r>
              <a:rPr lang="en-US" altLang="zh-TW">
                <a:ea typeface="新細明體" pitchFamily="-106" charset="-120"/>
                <a:cs typeface="新細明體" pitchFamily="-106" charset="-120"/>
              </a:rPr>
              <a:t>Inference by Enumeration</a:t>
            </a:r>
          </a:p>
        </p:txBody>
      </p:sp>
      <mc:AlternateContent xmlns:mc="http://schemas.openxmlformats.org/markup-compatibility/2006" xmlns:a14="http://schemas.microsoft.com/office/drawing/2010/main">
        <mc:Choice Requires="a14">
          <p:sp>
            <p:nvSpPr>
              <p:cNvPr id="579587" name="Rectangle 3"/>
              <p:cNvSpPr>
                <a:spLocks noGrp="1" noChangeArrowheads="1"/>
              </p:cNvSpPr>
              <p:nvPr>
                <p:ph idx="1"/>
              </p:nvPr>
            </p:nvSpPr>
            <p:spPr>
              <a:xfrm>
                <a:off x="2506133" y="1295400"/>
                <a:ext cx="7921752" cy="5257800"/>
              </a:xfrm>
            </p:spPr>
            <p:txBody>
              <a:bodyPr>
                <a:normAutofit/>
              </a:bodyPr>
              <a:lstStyle/>
              <a:p>
                <a:pPr>
                  <a:spcBef>
                    <a:spcPts val="1200"/>
                  </a:spcBef>
                </a:pPr>
                <a:r>
                  <a:rPr lang="en-US" altLang="zh-TW" sz="2400" dirty="0">
                    <a:latin typeface="Corbel" panose="020B0503020204020204" pitchFamily="34" charset="0"/>
                    <a:ea typeface="新細明體" pitchFamily="-106" charset="-120"/>
                    <a:cs typeface="Times"/>
                  </a:rPr>
                  <a:t>Start with the joint probability distribution:</a:t>
                </a:r>
              </a:p>
              <a:p>
                <a:pPr>
                  <a:spcBef>
                    <a:spcPts val="1200"/>
                  </a:spcBef>
                </a:pPr>
                <a:endParaRPr lang="en-US" altLang="zh-TW" sz="2400" dirty="0">
                  <a:latin typeface="Corbel" panose="020B0503020204020204" pitchFamily="34" charset="0"/>
                  <a:ea typeface="新細明體" pitchFamily="-106" charset="-120"/>
                  <a:cs typeface="Times"/>
                </a:endParaRPr>
              </a:p>
              <a:p>
                <a:pPr>
                  <a:spcBef>
                    <a:spcPts val="1200"/>
                  </a:spcBef>
                </a:pPr>
                <a:endParaRPr lang="en-US" altLang="zh-TW" sz="2400" dirty="0">
                  <a:latin typeface="Corbel" panose="020B0503020204020204" pitchFamily="34" charset="0"/>
                  <a:ea typeface="新細明體" pitchFamily="-106" charset="-120"/>
                  <a:cs typeface="Times"/>
                </a:endParaRPr>
              </a:p>
              <a:p>
                <a:pPr>
                  <a:spcBef>
                    <a:spcPts val="1200"/>
                  </a:spcBef>
                  <a:buNone/>
                </a:pPr>
                <a:endParaRPr lang="en-US" altLang="zh-TW" sz="2400" dirty="0">
                  <a:latin typeface="Corbel" panose="020B0503020204020204" pitchFamily="34" charset="0"/>
                  <a:ea typeface="新細明體" pitchFamily="-106" charset="-120"/>
                  <a:cs typeface="Times"/>
                </a:endParaRPr>
              </a:p>
              <a:p>
                <a:pPr>
                  <a:spcBef>
                    <a:spcPts val="1200"/>
                  </a:spcBef>
                </a:pPr>
                <a:endParaRPr lang="en-US" altLang="zh-TW" dirty="0">
                  <a:latin typeface="Corbel" panose="020B0503020204020204" pitchFamily="34" charset="0"/>
                  <a:ea typeface="新細明體" pitchFamily="-106" charset="-120"/>
                  <a:cs typeface="Times"/>
                </a:endParaRPr>
              </a:p>
              <a:p>
                <a:pPr>
                  <a:spcBef>
                    <a:spcPts val="1200"/>
                  </a:spcBef>
                </a:pPr>
                <a:r>
                  <a:rPr lang="en-US" altLang="zh-TW" dirty="0">
                    <a:latin typeface="Corbel" panose="020B0503020204020204" pitchFamily="34" charset="0"/>
                    <a:ea typeface="新細明體" pitchFamily="-106" charset="-120"/>
                    <a:cs typeface="Times"/>
                  </a:rPr>
                  <a:t>For any proposition (event) </a:t>
                </a:r>
                <a14:m>
                  <m:oMath xmlns:m="http://schemas.openxmlformats.org/officeDocument/2006/math">
                    <m:r>
                      <a:rPr lang="en-US" i="1">
                        <a:latin typeface="Cambria Math" panose="02040503050406030204" pitchFamily="18" charset="0"/>
                        <a:cs typeface="Times"/>
                      </a:rPr>
                      <m:t>𝑋</m:t>
                    </m:r>
                  </m:oMath>
                </a14:m>
                <a:r>
                  <a:rPr lang="en-US" altLang="zh-TW" dirty="0">
                    <a:latin typeface="Corbel" panose="020B0503020204020204" pitchFamily="34" charset="0"/>
                    <a:ea typeface="新細明體" pitchFamily="-106" charset="-120"/>
                    <a:cs typeface="Times"/>
                  </a:rPr>
                  <a:t>, sum the atomic events </a:t>
                </a:r>
                <a14:m>
                  <m:oMath xmlns:m="http://schemas.openxmlformats.org/officeDocument/2006/math">
                    <m:r>
                      <a:rPr lang="en-US" i="1">
                        <a:latin typeface="Cambria Math" panose="02040503050406030204" pitchFamily="18" charset="0"/>
                        <a:cs typeface="Times"/>
                      </a:rPr>
                      <m:t>𝑦</m:t>
                    </m:r>
                  </m:oMath>
                </a14:m>
                <a:r>
                  <a:rPr lang="en-US" altLang="zh-TW" dirty="0">
                    <a:latin typeface="Corbel" panose="020B0503020204020204" pitchFamily="34" charset="0"/>
                    <a:ea typeface="新細明體" pitchFamily="-106" charset="-120"/>
                    <a:cs typeface="Times"/>
                  </a:rPr>
                  <a:t> where </a:t>
                </a:r>
                <a14:m>
                  <m:oMath xmlns:m="http://schemas.openxmlformats.org/officeDocument/2006/math">
                    <m:r>
                      <a:rPr lang="en-US" i="1">
                        <a:latin typeface="Cambria Math" panose="02040503050406030204" pitchFamily="18" charset="0"/>
                        <a:cs typeface="Times"/>
                      </a:rPr>
                      <m:t>𝑋</m:t>
                    </m:r>
                    <m:r>
                      <a:rPr lang="en-US" i="1">
                        <a:latin typeface="Cambria Math" panose="02040503050406030204" pitchFamily="18" charset="0"/>
                        <a:cs typeface="Times"/>
                      </a:rPr>
                      <m:t> </m:t>
                    </m:r>
                  </m:oMath>
                </a14:m>
                <a:r>
                  <a:rPr lang="en-US" altLang="zh-TW" dirty="0">
                    <a:latin typeface="Corbel" panose="020B0503020204020204" pitchFamily="34" charset="0"/>
                    <a:ea typeface="新細明體" pitchFamily="-106" charset="-120"/>
                    <a:cs typeface="Times"/>
                  </a:rPr>
                  <a:t>holds: </a:t>
                </a:r>
                <a14:m>
                  <m:oMath xmlns:m="http://schemas.openxmlformats.org/officeDocument/2006/math">
                    <m:r>
                      <m:rPr>
                        <m:sty m:val="p"/>
                      </m:rPr>
                      <a:rPr lang="en-US">
                        <a:latin typeface="Cambria Math" panose="02040503050406030204" pitchFamily="18" charset="0"/>
                        <a:cs typeface="Times"/>
                      </a:rPr>
                      <m:t>Pr</m:t>
                    </m:r>
                    <m:d>
                      <m:dPr>
                        <m:begChr m:val="["/>
                        <m:endChr m:val="]"/>
                        <m:ctrlPr>
                          <a:rPr lang="en-US" i="1">
                            <a:latin typeface="Cambria Math" panose="02040503050406030204" pitchFamily="18" charset="0"/>
                            <a:cs typeface="Times"/>
                          </a:rPr>
                        </m:ctrlPr>
                      </m:dPr>
                      <m:e>
                        <m:r>
                          <a:rPr lang="en-US" i="1">
                            <a:latin typeface="Cambria Math" panose="02040503050406030204" pitchFamily="18" charset="0"/>
                            <a:cs typeface="Times"/>
                          </a:rPr>
                          <m:t>𝑋</m:t>
                        </m:r>
                      </m:e>
                    </m:d>
                    <m:r>
                      <a:rPr lang="en-US" i="1">
                        <a:latin typeface="Cambria Math" panose="02040503050406030204" pitchFamily="18" charset="0"/>
                        <a:cs typeface="Times"/>
                      </a:rPr>
                      <m:t>=</m:t>
                    </m:r>
                    <m:nary>
                      <m:naryPr>
                        <m:chr m:val="∑"/>
                        <m:supHide m:val="on"/>
                        <m:ctrlPr>
                          <a:rPr lang="en-US" i="1">
                            <a:latin typeface="Cambria Math" panose="02040503050406030204" pitchFamily="18" charset="0"/>
                            <a:cs typeface="Times"/>
                          </a:rPr>
                        </m:ctrlPr>
                      </m:naryPr>
                      <m:sub>
                        <m:r>
                          <a:rPr lang="en-US" i="1">
                            <a:latin typeface="Cambria Math" panose="02040503050406030204" pitchFamily="18" charset="0"/>
                            <a:cs typeface="Times"/>
                          </a:rPr>
                          <m:t>𝑦</m:t>
                        </m:r>
                        <m:r>
                          <a:rPr lang="en-US" i="1">
                            <a:latin typeface="Cambria Math" panose="02040503050406030204" pitchFamily="18" charset="0"/>
                            <a:cs typeface="Times"/>
                          </a:rPr>
                          <m:t>∈</m:t>
                        </m:r>
                        <m:r>
                          <a:rPr lang="en-US" i="1">
                            <a:latin typeface="Cambria Math" panose="02040503050406030204" pitchFamily="18" charset="0"/>
                            <a:cs typeface="Times"/>
                          </a:rPr>
                          <m:t>𝑋</m:t>
                        </m:r>
                      </m:sub>
                      <m:sup/>
                      <m:e>
                        <m:func>
                          <m:funcPr>
                            <m:ctrlPr>
                              <a:rPr lang="en-US" i="1">
                                <a:latin typeface="Cambria Math" panose="02040503050406030204" pitchFamily="18" charset="0"/>
                                <a:cs typeface="Times"/>
                              </a:rPr>
                            </m:ctrlPr>
                          </m:funcPr>
                          <m:fName>
                            <m:r>
                              <m:rPr>
                                <m:sty m:val="p"/>
                              </m:rPr>
                              <a:rPr lang="en-US">
                                <a:latin typeface="Cambria Math" panose="02040503050406030204" pitchFamily="18" charset="0"/>
                                <a:cs typeface="Times"/>
                              </a:rPr>
                              <m:t>Pr</m:t>
                            </m:r>
                          </m:fName>
                          <m:e>
                            <m:d>
                              <m:dPr>
                                <m:begChr m:val="["/>
                                <m:endChr m:val="]"/>
                                <m:ctrlPr>
                                  <a:rPr lang="en-US" i="1">
                                    <a:latin typeface="Cambria Math" panose="02040503050406030204" pitchFamily="18" charset="0"/>
                                    <a:cs typeface="Times"/>
                                  </a:rPr>
                                </m:ctrlPr>
                              </m:dPr>
                              <m:e>
                                <m:r>
                                  <a:rPr lang="en-US" i="1">
                                    <a:latin typeface="Cambria Math" panose="02040503050406030204" pitchFamily="18" charset="0"/>
                                    <a:cs typeface="Times"/>
                                  </a:rPr>
                                  <m:t>𝑋</m:t>
                                </m:r>
                                <m:r>
                                  <a:rPr lang="en-US" i="1">
                                    <a:latin typeface="Cambria Math" panose="02040503050406030204" pitchFamily="18" charset="0"/>
                                    <a:cs typeface="Times"/>
                                  </a:rPr>
                                  <m:t>=</m:t>
                                </m:r>
                                <m:r>
                                  <a:rPr lang="en-US" i="1">
                                    <a:latin typeface="Cambria Math" panose="02040503050406030204" pitchFamily="18" charset="0"/>
                                    <a:cs typeface="Times"/>
                                  </a:rPr>
                                  <m:t>𝑦</m:t>
                                </m:r>
                              </m:e>
                            </m:d>
                          </m:e>
                        </m:func>
                      </m:e>
                    </m:nary>
                  </m:oMath>
                </a14:m>
                <a:endParaRPr lang="en-US" altLang="zh-TW" sz="2400" dirty="0">
                  <a:latin typeface="Corbel" panose="020B0503020204020204" pitchFamily="34" charset="0"/>
                  <a:ea typeface="新細明體" pitchFamily="-106" charset="-120"/>
                  <a:cs typeface="Times"/>
                </a:endParaRPr>
              </a:p>
              <a:p>
                <a:pPr>
                  <a:spcBef>
                    <a:spcPts val="1200"/>
                  </a:spcBef>
                </a:pPr>
                <a14:m>
                  <m:oMath xmlns:m="http://schemas.openxmlformats.org/officeDocument/2006/math">
                    <m:func>
                      <m:funcPr>
                        <m:ctrlPr>
                          <a:rPr lang="en-US" altLang="zh-TW" sz="2400" i="1">
                            <a:latin typeface="Cambria Math" panose="02040503050406030204" pitchFamily="18" charset="0"/>
                            <a:ea typeface="新細明體" pitchFamily="-106" charset="-120"/>
                            <a:cs typeface="Times"/>
                          </a:rPr>
                        </m:ctrlPr>
                      </m:funcPr>
                      <m:fName>
                        <m:r>
                          <m:rPr>
                            <m:sty m:val="p"/>
                          </m:rPr>
                          <a:rPr lang="en-US" altLang="zh-TW" sz="2400">
                            <a:latin typeface="Cambria Math" panose="02040503050406030204" pitchFamily="18" charset="0"/>
                            <a:ea typeface="新細明體" pitchFamily="-106" charset="-120"/>
                            <a:cs typeface="Times"/>
                          </a:rPr>
                          <m:t>Pr</m:t>
                        </m:r>
                      </m:fName>
                      <m:e>
                        <m:d>
                          <m:dPr>
                            <m:begChr m:val="["/>
                            <m:endChr m:val="]"/>
                            <m:ctrlPr>
                              <a:rPr lang="en-US" altLang="zh-TW" sz="2400" i="1">
                                <a:latin typeface="Cambria Math" panose="02040503050406030204" pitchFamily="18" charset="0"/>
                                <a:ea typeface="新細明體" pitchFamily="-106" charset="-120"/>
                                <a:cs typeface="Times"/>
                              </a:rPr>
                            </m:ctrlPr>
                          </m:dPr>
                          <m:e>
                            <m:r>
                              <m:rPr>
                                <m:sty m:val="p"/>
                              </m:rPr>
                              <a:rPr lang="en-US" altLang="zh-TW" sz="2400">
                                <a:latin typeface="Cambria Math" panose="02040503050406030204" pitchFamily="18" charset="0"/>
                                <a:ea typeface="新細明體" pitchFamily="-106" charset="-120"/>
                                <a:cs typeface="Times"/>
                              </a:rPr>
                              <m:t>toothache</m:t>
                            </m:r>
                            <m:r>
                              <a:rPr lang="en-US" altLang="zh-TW" sz="2400" i="1">
                                <a:latin typeface="Cambria Math" panose="02040503050406030204" pitchFamily="18" charset="0"/>
                                <a:ea typeface="新細明體" pitchFamily="-106" charset="-120"/>
                                <a:cs typeface="Times"/>
                              </a:rPr>
                              <m:t>∨</m:t>
                            </m:r>
                            <m:r>
                              <m:rPr>
                                <m:sty m:val="p"/>
                              </m:rPr>
                              <a:rPr lang="en-US" altLang="zh-TW" sz="2400">
                                <a:latin typeface="Cambria Math" panose="02040503050406030204" pitchFamily="18" charset="0"/>
                                <a:ea typeface="新細明體" pitchFamily="-106" charset="-120"/>
                                <a:cs typeface="Times"/>
                              </a:rPr>
                              <m:t>cavity</m:t>
                            </m:r>
                          </m:e>
                        </m:d>
                      </m:e>
                    </m:func>
                    <m:r>
                      <a:rPr lang="en-US" altLang="zh-TW" sz="2400" i="1">
                        <a:latin typeface="Cambria Math" panose="02040503050406030204" pitchFamily="18" charset="0"/>
                        <a:ea typeface="新細明體" pitchFamily="-106" charset="-120"/>
                        <a:cs typeface="Times"/>
                      </a:rPr>
                      <m:t>=</m:t>
                    </m:r>
                  </m:oMath>
                </a14:m>
                <a:endParaRPr lang="en-US" altLang="zh-TW" sz="2400" dirty="0">
                  <a:latin typeface="Corbel" panose="020B0503020204020204" pitchFamily="34" charset="0"/>
                  <a:ea typeface="新細明體" pitchFamily="-106" charset="-120"/>
                  <a:cs typeface="Times"/>
                </a:endParaRPr>
              </a:p>
            </p:txBody>
          </p:sp>
        </mc:Choice>
        <mc:Fallback xmlns="">
          <p:sp>
            <p:nvSpPr>
              <p:cNvPr id="579587" name="Rectangle 3"/>
              <p:cNvSpPr>
                <a:spLocks noGrp="1" noRot="1" noChangeAspect="1" noMove="1" noResize="1" noEditPoints="1" noAdjustHandles="1" noChangeArrowheads="1" noChangeShapeType="1" noTextEdit="1"/>
              </p:cNvSpPr>
              <p:nvPr>
                <p:ph idx="1"/>
              </p:nvPr>
            </p:nvSpPr>
            <p:spPr>
              <a:xfrm>
                <a:off x="2506133" y="1295400"/>
                <a:ext cx="7921752" cy="5257800"/>
              </a:xfrm>
              <a:blipFill>
                <a:blip r:embed="rId3"/>
                <a:stretch>
                  <a:fillRect l="-800" t="-1208" b="-2174"/>
                </a:stretch>
              </a:blipFill>
            </p:spPr>
            <p:txBody>
              <a:bodyPr/>
              <a:lstStyle/>
              <a:p>
                <a:r>
                  <a:rPr lang="en-GB">
                    <a:noFill/>
                  </a:rPr>
                  <a:t> </a:t>
                </a:r>
              </a:p>
            </p:txBody>
          </p:sp>
        </mc:Fallback>
      </mc:AlternateContent>
      <p:sp>
        <p:nvSpPr>
          <p:cNvPr id="5" name="Slide Number Placeholder 4"/>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16</a:t>
            </a:fld>
            <a:endParaRPr lang="en-US" altLang="zh-TW"/>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9CAF33C0-F679-3842-AB97-800AC3392EBA}"/>
                  </a:ext>
                </a:extLst>
              </p:cNvPr>
              <p:cNvGraphicFramePr>
                <a:graphicFrameLocks noGrp="1"/>
              </p:cNvGraphicFramePr>
              <p:nvPr>
                <p:extLst>
                  <p:ext uri="{D42A27DB-BD31-4B8C-83A1-F6EECF244321}">
                    <p14:modId xmlns:p14="http://schemas.microsoft.com/office/powerpoint/2010/main" val="333904380"/>
                  </p:ext>
                </p:extLst>
              </p:nvPr>
            </p:nvGraphicFramePr>
            <p:xfrm>
              <a:off x="3291283" y="1950720"/>
              <a:ext cx="5181600" cy="1478280"/>
            </p:xfrm>
            <a:graphic>
              <a:graphicData uri="http://schemas.openxmlformats.org/drawingml/2006/table">
                <a:tbl>
                  <a:tblPr firstRow="1" bandRow="1">
                    <a:tableStyleId>{5940675A-B579-460E-94D1-54222C63F5DA}</a:tableStyleId>
                  </a:tblPr>
                  <a:tblGrid>
                    <a:gridCol w="971550">
                      <a:extLst>
                        <a:ext uri="{9D8B030D-6E8A-4147-A177-3AD203B41FA5}">
                          <a16:colId xmlns:a16="http://schemas.microsoft.com/office/drawing/2014/main" val="3403464426"/>
                        </a:ext>
                      </a:extLst>
                    </a:gridCol>
                    <a:gridCol w="971550">
                      <a:extLst>
                        <a:ext uri="{9D8B030D-6E8A-4147-A177-3AD203B41FA5}">
                          <a16:colId xmlns:a16="http://schemas.microsoft.com/office/drawing/2014/main" val="3644820050"/>
                        </a:ext>
                      </a:extLst>
                    </a:gridCol>
                    <a:gridCol w="906780">
                      <a:extLst>
                        <a:ext uri="{9D8B030D-6E8A-4147-A177-3AD203B41FA5}">
                          <a16:colId xmlns:a16="http://schemas.microsoft.com/office/drawing/2014/main" val="1074358729"/>
                        </a:ext>
                      </a:extLst>
                    </a:gridCol>
                    <a:gridCol w="971550">
                      <a:extLst>
                        <a:ext uri="{9D8B030D-6E8A-4147-A177-3AD203B41FA5}">
                          <a16:colId xmlns:a16="http://schemas.microsoft.com/office/drawing/2014/main" val="3688739118"/>
                        </a:ext>
                      </a:extLst>
                    </a:gridCol>
                    <a:gridCol w="1360170">
                      <a:extLst>
                        <a:ext uri="{9D8B030D-6E8A-4147-A177-3AD203B41FA5}">
                          <a16:colId xmlns:a16="http://schemas.microsoft.com/office/drawing/2014/main" val="862022822"/>
                        </a:ext>
                      </a:extLst>
                    </a:gridCol>
                  </a:tblGrid>
                  <a:tr h="370840">
                    <a:tc rowSpan="2">
                      <a:txBody>
                        <a:bodyPr/>
                        <a:lstStyle/>
                        <a:p>
                          <a:pPr algn="ctr"/>
                          <a:endParaRPr lang="en-US">
                            <a:latin typeface="+mn-lt"/>
                          </a:endParaRPr>
                        </a:p>
                      </a:txBody>
                      <a:tcPr/>
                    </a:tc>
                    <a:tc gridSpan="2">
                      <a:txBody>
                        <a:bodyPr/>
                        <a:lstStyle/>
                        <a:p>
                          <a:pPr algn="ctr"/>
                          <a:r>
                            <a:rPr lang="en-US"/>
                            <a:t>toothache</a:t>
                          </a:r>
                          <a:endParaRPr lang="en-US">
                            <a:latin typeface="+mn-lt"/>
                          </a:endParaRPr>
                        </a:p>
                      </a:txBody>
                      <a:tcPr/>
                    </a:tc>
                    <a:tc hMerge="1">
                      <a:txBody>
                        <a:bodyPr/>
                        <a:lstStyle/>
                        <a:p>
                          <a:endParaRPr lang="en-US"/>
                        </a:p>
                      </a:txBody>
                      <a:tcPr/>
                    </a:tc>
                    <a:tc gridSpan="2">
                      <a:txBody>
                        <a:bodyPr/>
                        <a:lstStyle/>
                        <a:p>
                          <a:pPr algn="ctr"/>
                          <a14:m>
                            <m:oMath xmlns:m="http://schemas.openxmlformats.org/officeDocument/2006/math">
                              <m:r>
                                <a:rPr lang="en-US" smtClean="0">
                                  <a:latin typeface="Cambria Math" panose="02040503050406030204" pitchFamily="18" charset="0"/>
                                </a:rPr>
                                <m:t>¬</m:t>
                              </m:r>
                            </m:oMath>
                          </a14:m>
                          <a:r>
                            <a:rPr lang="en-US"/>
                            <a:t>toothache</a:t>
                          </a:r>
                          <a:endParaRPr lang="en-US">
                            <a:latin typeface="+mn-lt"/>
                          </a:endParaRPr>
                        </a:p>
                      </a:txBody>
                      <a:tcPr/>
                    </a:tc>
                    <a:tc hMerge="1">
                      <a:txBody>
                        <a:bodyPr/>
                        <a:lstStyle/>
                        <a:p>
                          <a:endParaRPr lang="en-US"/>
                        </a:p>
                      </a:txBody>
                      <a:tcPr/>
                    </a:tc>
                    <a:extLst>
                      <a:ext uri="{0D108BD9-81ED-4DB2-BD59-A6C34878D82A}">
                        <a16:rowId xmlns:a16="http://schemas.microsoft.com/office/drawing/2014/main" val="350246012"/>
                      </a:ext>
                    </a:extLst>
                  </a:tr>
                  <a:tr h="174254">
                    <a:tc vMerge="1">
                      <a:txBody>
                        <a:bodyPr/>
                        <a:lstStyle/>
                        <a:p>
                          <a:pPr algn="ctr"/>
                          <a:endParaRPr lang="en-US" dirty="0">
                            <a:latin typeface="+mn-lt"/>
                          </a:endParaRPr>
                        </a:p>
                      </a:txBody>
                      <a:tcPr/>
                    </a:tc>
                    <a:tc>
                      <a:txBody>
                        <a:bodyPr/>
                        <a:lstStyle/>
                        <a:p>
                          <a:pPr algn="ctr"/>
                          <a:r>
                            <a:rPr lang="en-US"/>
                            <a:t>catch</a:t>
                          </a:r>
                          <a:endParaRPr lang="en-US">
                            <a:latin typeface="+mn-lt"/>
                          </a:endParaRPr>
                        </a:p>
                      </a:txBody>
                      <a:tcPr/>
                    </a:tc>
                    <a:tc>
                      <a:txBody>
                        <a:bodyPr/>
                        <a:lstStyle/>
                        <a:p>
                          <a:pPr algn="ctr"/>
                          <a14:m>
                            <m:oMath xmlns:m="http://schemas.openxmlformats.org/officeDocument/2006/math">
                              <m:r>
                                <a:rPr lang="en-US" smtClean="0">
                                  <a:latin typeface="Cambria Math" panose="02040503050406030204" pitchFamily="18" charset="0"/>
                                </a:rPr>
                                <m:t>¬</m:t>
                              </m:r>
                            </m:oMath>
                          </a14:m>
                          <a:r>
                            <a:rPr lang="en-US"/>
                            <a:t>catch</a:t>
                          </a:r>
                          <a:endParaRPr lang="en-US">
                            <a:latin typeface="+mn-lt"/>
                          </a:endParaRPr>
                        </a:p>
                      </a:txBody>
                      <a:tcPr/>
                    </a:tc>
                    <a:tc>
                      <a:txBody>
                        <a:bodyPr/>
                        <a:lstStyle/>
                        <a:p>
                          <a:pPr algn="ctr"/>
                          <a:r>
                            <a:rPr lang="en-US"/>
                            <a:t>catch</a:t>
                          </a:r>
                          <a:endParaRPr lang="en-US">
                            <a:latin typeface="+mn-lt"/>
                          </a:endParaRPr>
                        </a:p>
                      </a:txBody>
                      <a:tcPr/>
                    </a:tc>
                    <a:tc>
                      <a:txBody>
                        <a:bodyPr/>
                        <a:lstStyle/>
                        <a:p>
                          <a:pPr algn="ctr"/>
                          <a14:m>
                            <m:oMath xmlns:m="http://schemas.openxmlformats.org/officeDocument/2006/math">
                              <m:r>
                                <a:rPr lang="en-US" smtClean="0">
                                  <a:latin typeface="Cambria Math" panose="02040503050406030204" pitchFamily="18" charset="0"/>
                                </a:rPr>
                                <m:t>¬</m:t>
                              </m:r>
                            </m:oMath>
                          </a14:m>
                          <a:r>
                            <a:rPr lang="en-US"/>
                            <a:t>catch</a:t>
                          </a:r>
                          <a:endParaRPr lang="en-US">
                            <a:latin typeface="+mn-lt"/>
                          </a:endParaRPr>
                        </a:p>
                      </a:txBody>
                      <a:tcPr/>
                    </a:tc>
                    <a:extLst>
                      <a:ext uri="{0D108BD9-81ED-4DB2-BD59-A6C34878D82A}">
                        <a16:rowId xmlns:a16="http://schemas.microsoft.com/office/drawing/2014/main" val="3877248839"/>
                      </a:ext>
                    </a:extLst>
                  </a:tr>
                  <a:tr h="370840">
                    <a:tc>
                      <a:txBody>
                        <a:bodyPr/>
                        <a:lstStyle/>
                        <a:p>
                          <a:pPr algn="ctr"/>
                          <a:r>
                            <a:rPr lang="en-US"/>
                            <a:t>cavity</a:t>
                          </a:r>
                          <a:endParaRPr lang="en-US">
                            <a:latin typeface="+mn-lt"/>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0.108</m:t>
                                </m:r>
                              </m:oMath>
                            </m:oMathPara>
                          </a14:m>
                          <a:endParaRPr lang="en-US">
                            <a:latin typeface="+mn-lt"/>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0.012</m:t>
                                </m:r>
                              </m:oMath>
                            </m:oMathPara>
                          </a14:m>
                          <a:endParaRPr lang="en-US">
                            <a:latin typeface="+mn-lt"/>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0.072</m:t>
                                </m:r>
                              </m:oMath>
                            </m:oMathPara>
                          </a14:m>
                          <a:endParaRPr lang="en-US">
                            <a:latin typeface="+mn-lt"/>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0.008</m:t>
                                </m:r>
                              </m:oMath>
                            </m:oMathPara>
                          </a14:m>
                          <a:endParaRPr lang="en-US">
                            <a:latin typeface="+mn-lt"/>
                          </a:endParaRPr>
                        </a:p>
                      </a:txBody>
                      <a:tcPr/>
                    </a:tc>
                    <a:extLst>
                      <a:ext uri="{0D108BD9-81ED-4DB2-BD59-A6C34878D82A}">
                        <a16:rowId xmlns:a16="http://schemas.microsoft.com/office/drawing/2014/main" val="362810054"/>
                      </a:ext>
                    </a:extLst>
                  </a:tr>
                  <a:tr h="370840">
                    <a:tc>
                      <a:txBody>
                        <a:bodyPr/>
                        <a:lstStyle/>
                        <a:p>
                          <a:pPr algn="ctr"/>
                          <a14:m>
                            <m:oMath xmlns:m="http://schemas.openxmlformats.org/officeDocument/2006/math">
                              <m:r>
                                <a:rPr lang="en-US" smtClean="0">
                                  <a:latin typeface="Cambria Math" panose="02040503050406030204" pitchFamily="18" charset="0"/>
                                </a:rPr>
                                <m:t>¬</m:t>
                              </m:r>
                            </m:oMath>
                          </a14:m>
                          <a:r>
                            <a:rPr lang="en-US"/>
                            <a:t>cavity</a:t>
                          </a:r>
                          <a:endParaRPr lang="en-US">
                            <a:latin typeface="+mn-lt"/>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0.016</m:t>
                                </m:r>
                              </m:oMath>
                            </m:oMathPara>
                          </a14:m>
                          <a:endParaRPr lang="en-US">
                            <a:latin typeface="+mn-lt"/>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0.064</m:t>
                                </m:r>
                              </m:oMath>
                            </m:oMathPara>
                          </a14:m>
                          <a:endParaRPr lang="en-US">
                            <a:latin typeface="+mn-lt"/>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0.144</m:t>
                                </m:r>
                              </m:oMath>
                            </m:oMathPara>
                          </a14:m>
                          <a:endParaRPr lang="en-US">
                            <a:latin typeface="+mn-lt"/>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0.576</m:t>
                                </m:r>
                              </m:oMath>
                            </m:oMathPara>
                          </a14:m>
                          <a:endParaRPr lang="en-US" dirty="0">
                            <a:latin typeface="+mn-lt"/>
                          </a:endParaRPr>
                        </a:p>
                      </a:txBody>
                      <a:tcPr/>
                    </a:tc>
                    <a:extLst>
                      <a:ext uri="{0D108BD9-81ED-4DB2-BD59-A6C34878D82A}">
                        <a16:rowId xmlns:a16="http://schemas.microsoft.com/office/drawing/2014/main" val="633490853"/>
                      </a:ext>
                    </a:extLst>
                  </a:tr>
                </a:tbl>
              </a:graphicData>
            </a:graphic>
          </p:graphicFrame>
        </mc:Choice>
        <mc:Fallback xmlns="">
          <p:graphicFrame>
            <p:nvGraphicFramePr>
              <p:cNvPr id="2" name="Table 1">
                <a:extLst>
                  <a:ext uri="{FF2B5EF4-FFF2-40B4-BE49-F238E27FC236}">
                    <a16:creationId xmlns:a16="http://schemas.microsoft.com/office/drawing/2014/main" id="{9CAF33C0-F679-3842-AB97-800AC3392EBA}"/>
                  </a:ext>
                </a:extLst>
              </p:cNvPr>
              <p:cNvGraphicFramePr>
                <a:graphicFrameLocks noGrp="1"/>
              </p:cNvGraphicFramePr>
              <p:nvPr>
                <p:extLst>
                  <p:ext uri="{D42A27DB-BD31-4B8C-83A1-F6EECF244321}">
                    <p14:modId xmlns:p14="http://schemas.microsoft.com/office/powerpoint/2010/main" val="333904380"/>
                  </p:ext>
                </p:extLst>
              </p:nvPr>
            </p:nvGraphicFramePr>
            <p:xfrm>
              <a:off x="3291283" y="1950720"/>
              <a:ext cx="5181600" cy="1478280"/>
            </p:xfrm>
            <a:graphic>
              <a:graphicData uri="http://schemas.openxmlformats.org/drawingml/2006/table">
                <a:tbl>
                  <a:tblPr firstRow="1" bandRow="1">
                    <a:tableStyleId>{5940675A-B579-460E-94D1-54222C63F5DA}</a:tableStyleId>
                  </a:tblPr>
                  <a:tblGrid>
                    <a:gridCol w="971550">
                      <a:extLst>
                        <a:ext uri="{9D8B030D-6E8A-4147-A177-3AD203B41FA5}">
                          <a16:colId xmlns:a16="http://schemas.microsoft.com/office/drawing/2014/main" val="3403464426"/>
                        </a:ext>
                      </a:extLst>
                    </a:gridCol>
                    <a:gridCol w="971550">
                      <a:extLst>
                        <a:ext uri="{9D8B030D-6E8A-4147-A177-3AD203B41FA5}">
                          <a16:colId xmlns:a16="http://schemas.microsoft.com/office/drawing/2014/main" val="3644820050"/>
                        </a:ext>
                      </a:extLst>
                    </a:gridCol>
                    <a:gridCol w="906780">
                      <a:extLst>
                        <a:ext uri="{9D8B030D-6E8A-4147-A177-3AD203B41FA5}">
                          <a16:colId xmlns:a16="http://schemas.microsoft.com/office/drawing/2014/main" val="1074358729"/>
                        </a:ext>
                      </a:extLst>
                    </a:gridCol>
                    <a:gridCol w="971550">
                      <a:extLst>
                        <a:ext uri="{9D8B030D-6E8A-4147-A177-3AD203B41FA5}">
                          <a16:colId xmlns:a16="http://schemas.microsoft.com/office/drawing/2014/main" val="3688739118"/>
                        </a:ext>
                      </a:extLst>
                    </a:gridCol>
                    <a:gridCol w="1360170">
                      <a:extLst>
                        <a:ext uri="{9D8B030D-6E8A-4147-A177-3AD203B41FA5}">
                          <a16:colId xmlns:a16="http://schemas.microsoft.com/office/drawing/2014/main" val="862022822"/>
                        </a:ext>
                      </a:extLst>
                    </a:gridCol>
                  </a:tblGrid>
                  <a:tr h="370840">
                    <a:tc rowSpan="2">
                      <a:txBody>
                        <a:bodyPr/>
                        <a:lstStyle/>
                        <a:p>
                          <a:pPr algn="ctr"/>
                          <a:endParaRPr lang="en-US">
                            <a:latin typeface="+mn-lt"/>
                          </a:endParaRPr>
                        </a:p>
                      </a:txBody>
                      <a:tcPr/>
                    </a:tc>
                    <a:tc gridSpan="2">
                      <a:txBody>
                        <a:bodyPr/>
                        <a:lstStyle/>
                        <a:p>
                          <a:pPr algn="ctr"/>
                          <a:r>
                            <a:rPr lang="en-US"/>
                            <a:t>toothache</a:t>
                          </a:r>
                          <a:endParaRPr lang="en-US">
                            <a:latin typeface="+mn-lt"/>
                          </a:endParaRPr>
                        </a:p>
                      </a:txBody>
                      <a:tcPr/>
                    </a:tc>
                    <a:tc hMerge="1">
                      <a:txBody>
                        <a:bodyPr/>
                        <a:lstStyle/>
                        <a:p>
                          <a:endParaRPr lang="en-US"/>
                        </a:p>
                      </a:txBody>
                      <a:tcPr/>
                    </a:tc>
                    <a:tc gridSpan="2">
                      <a:txBody>
                        <a:bodyPr/>
                        <a:lstStyle/>
                        <a:p>
                          <a:endParaRPr lang="en-US"/>
                        </a:p>
                      </a:txBody>
                      <a:tcPr>
                        <a:blipFill>
                          <a:blip r:embed="rId4"/>
                          <a:stretch>
                            <a:fillRect l="-122826" t="-6897" r="-543" b="-331034"/>
                          </a:stretch>
                        </a:blipFill>
                      </a:tcPr>
                    </a:tc>
                    <a:tc hMerge="1">
                      <a:txBody>
                        <a:bodyPr/>
                        <a:lstStyle/>
                        <a:p>
                          <a:endParaRPr lang="en-US"/>
                        </a:p>
                      </a:txBody>
                      <a:tcPr/>
                    </a:tc>
                    <a:extLst>
                      <a:ext uri="{0D108BD9-81ED-4DB2-BD59-A6C34878D82A}">
                        <a16:rowId xmlns:a16="http://schemas.microsoft.com/office/drawing/2014/main" val="350246012"/>
                      </a:ext>
                    </a:extLst>
                  </a:tr>
                  <a:tr h="365760">
                    <a:tc vMerge="1">
                      <a:txBody>
                        <a:bodyPr/>
                        <a:lstStyle/>
                        <a:p>
                          <a:pPr algn="ctr"/>
                          <a:endParaRPr lang="en-US" dirty="0">
                            <a:latin typeface="+mn-lt"/>
                          </a:endParaRPr>
                        </a:p>
                      </a:txBody>
                      <a:tcPr/>
                    </a:tc>
                    <a:tc>
                      <a:txBody>
                        <a:bodyPr/>
                        <a:lstStyle/>
                        <a:p>
                          <a:pPr algn="ctr"/>
                          <a:r>
                            <a:rPr lang="en-US"/>
                            <a:t>catch</a:t>
                          </a:r>
                          <a:endParaRPr lang="en-US">
                            <a:latin typeface="+mn-lt"/>
                          </a:endParaRPr>
                        </a:p>
                      </a:txBody>
                      <a:tcPr/>
                    </a:tc>
                    <a:tc>
                      <a:txBody>
                        <a:bodyPr/>
                        <a:lstStyle/>
                        <a:p>
                          <a:endParaRPr lang="en-US"/>
                        </a:p>
                      </a:txBody>
                      <a:tcPr>
                        <a:blipFill>
                          <a:blip r:embed="rId4"/>
                          <a:stretch>
                            <a:fillRect l="-213889" t="-106897" r="-256944" b="-231034"/>
                          </a:stretch>
                        </a:blipFill>
                      </a:tcPr>
                    </a:tc>
                    <a:tc>
                      <a:txBody>
                        <a:bodyPr/>
                        <a:lstStyle/>
                        <a:p>
                          <a:pPr algn="ctr"/>
                          <a:r>
                            <a:rPr lang="en-US"/>
                            <a:t>catch</a:t>
                          </a:r>
                          <a:endParaRPr lang="en-US">
                            <a:latin typeface="+mn-lt"/>
                          </a:endParaRPr>
                        </a:p>
                      </a:txBody>
                      <a:tcPr/>
                    </a:tc>
                    <a:tc>
                      <a:txBody>
                        <a:bodyPr/>
                        <a:lstStyle/>
                        <a:p>
                          <a:endParaRPr lang="en-US"/>
                        </a:p>
                      </a:txBody>
                      <a:tcPr>
                        <a:blipFill>
                          <a:blip r:embed="rId4"/>
                          <a:stretch>
                            <a:fillRect l="-283178" t="-106897" r="-935" b="-231034"/>
                          </a:stretch>
                        </a:blipFill>
                      </a:tcPr>
                    </a:tc>
                    <a:extLst>
                      <a:ext uri="{0D108BD9-81ED-4DB2-BD59-A6C34878D82A}">
                        <a16:rowId xmlns:a16="http://schemas.microsoft.com/office/drawing/2014/main" val="3877248839"/>
                      </a:ext>
                    </a:extLst>
                  </a:tr>
                  <a:tr h="370840">
                    <a:tc>
                      <a:txBody>
                        <a:bodyPr/>
                        <a:lstStyle/>
                        <a:p>
                          <a:pPr algn="ctr"/>
                          <a:r>
                            <a:rPr lang="en-US"/>
                            <a:t>cavity</a:t>
                          </a:r>
                          <a:endParaRPr lang="en-US">
                            <a:latin typeface="+mn-lt"/>
                          </a:endParaRPr>
                        </a:p>
                      </a:txBody>
                      <a:tcPr/>
                    </a:tc>
                    <a:tc>
                      <a:txBody>
                        <a:bodyPr/>
                        <a:lstStyle/>
                        <a:p>
                          <a:endParaRPr lang="en-US"/>
                        </a:p>
                      </a:txBody>
                      <a:tcPr>
                        <a:blipFill>
                          <a:blip r:embed="rId4"/>
                          <a:stretch>
                            <a:fillRect l="-102632" t="-200000" r="-338158" b="-123333"/>
                          </a:stretch>
                        </a:blipFill>
                      </a:tcPr>
                    </a:tc>
                    <a:tc>
                      <a:txBody>
                        <a:bodyPr/>
                        <a:lstStyle/>
                        <a:p>
                          <a:endParaRPr lang="en-US"/>
                        </a:p>
                      </a:txBody>
                      <a:tcPr>
                        <a:blipFill>
                          <a:blip r:embed="rId4"/>
                          <a:stretch>
                            <a:fillRect l="-213889" t="-200000" r="-256944" b="-123333"/>
                          </a:stretch>
                        </a:blipFill>
                      </a:tcPr>
                    </a:tc>
                    <a:tc>
                      <a:txBody>
                        <a:bodyPr/>
                        <a:lstStyle/>
                        <a:p>
                          <a:endParaRPr lang="en-US"/>
                        </a:p>
                      </a:txBody>
                      <a:tcPr>
                        <a:blipFill>
                          <a:blip r:embed="rId4"/>
                          <a:stretch>
                            <a:fillRect l="-293506" t="-200000" r="-140260" b="-123333"/>
                          </a:stretch>
                        </a:blipFill>
                      </a:tcPr>
                    </a:tc>
                    <a:tc>
                      <a:txBody>
                        <a:bodyPr/>
                        <a:lstStyle/>
                        <a:p>
                          <a:endParaRPr lang="en-US"/>
                        </a:p>
                      </a:txBody>
                      <a:tcPr>
                        <a:blipFill>
                          <a:blip r:embed="rId4"/>
                          <a:stretch>
                            <a:fillRect l="-283178" t="-200000" r="-935" b="-123333"/>
                          </a:stretch>
                        </a:blipFill>
                      </a:tcPr>
                    </a:tc>
                    <a:extLst>
                      <a:ext uri="{0D108BD9-81ED-4DB2-BD59-A6C34878D82A}">
                        <a16:rowId xmlns:a16="http://schemas.microsoft.com/office/drawing/2014/main" val="362810054"/>
                      </a:ext>
                    </a:extLst>
                  </a:tr>
                  <a:tr h="370840">
                    <a:tc>
                      <a:txBody>
                        <a:bodyPr/>
                        <a:lstStyle/>
                        <a:p>
                          <a:endParaRPr lang="en-US"/>
                        </a:p>
                      </a:txBody>
                      <a:tcPr>
                        <a:blipFill>
                          <a:blip r:embed="rId4"/>
                          <a:stretch>
                            <a:fillRect l="-1299" t="-310345" r="-432468" b="-27586"/>
                          </a:stretch>
                        </a:blipFill>
                      </a:tcPr>
                    </a:tc>
                    <a:tc>
                      <a:txBody>
                        <a:bodyPr/>
                        <a:lstStyle/>
                        <a:p>
                          <a:endParaRPr lang="en-US"/>
                        </a:p>
                      </a:txBody>
                      <a:tcPr>
                        <a:blipFill>
                          <a:blip r:embed="rId4"/>
                          <a:stretch>
                            <a:fillRect l="-102632" t="-310345" r="-338158" b="-27586"/>
                          </a:stretch>
                        </a:blipFill>
                      </a:tcPr>
                    </a:tc>
                    <a:tc>
                      <a:txBody>
                        <a:bodyPr/>
                        <a:lstStyle/>
                        <a:p>
                          <a:endParaRPr lang="en-US"/>
                        </a:p>
                      </a:txBody>
                      <a:tcPr>
                        <a:blipFill>
                          <a:blip r:embed="rId4"/>
                          <a:stretch>
                            <a:fillRect l="-213889" t="-310345" r="-256944" b="-27586"/>
                          </a:stretch>
                        </a:blipFill>
                      </a:tcPr>
                    </a:tc>
                    <a:tc>
                      <a:txBody>
                        <a:bodyPr/>
                        <a:lstStyle/>
                        <a:p>
                          <a:endParaRPr lang="en-US"/>
                        </a:p>
                      </a:txBody>
                      <a:tcPr>
                        <a:blipFill>
                          <a:blip r:embed="rId4"/>
                          <a:stretch>
                            <a:fillRect l="-293506" t="-310345" r="-140260" b="-27586"/>
                          </a:stretch>
                        </a:blipFill>
                      </a:tcPr>
                    </a:tc>
                    <a:tc>
                      <a:txBody>
                        <a:bodyPr/>
                        <a:lstStyle/>
                        <a:p>
                          <a:endParaRPr lang="en-US"/>
                        </a:p>
                      </a:txBody>
                      <a:tcPr>
                        <a:blipFill>
                          <a:blip r:embed="rId4"/>
                          <a:stretch>
                            <a:fillRect l="-283178" t="-310345" r="-935" b="-27586"/>
                          </a:stretch>
                        </a:blipFill>
                      </a:tcPr>
                    </a:tc>
                    <a:extLst>
                      <a:ext uri="{0D108BD9-81ED-4DB2-BD59-A6C34878D82A}">
                        <a16:rowId xmlns:a16="http://schemas.microsoft.com/office/drawing/2014/main" val="633490853"/>
                      </a:ext>
                    </a:extLst>
                  </a:tr>
                </a:tbl>
              </a:graphicData>
            </a:graphic>
          </p:graphicFrame>
        </mc:Fallback>
      </mc:AlternateContent>
    </p:spTree>
    <p:extLst>
      <p:ext uri="{BB962C8B-B14F-4D97-AF65-F5344CB8AC3E}">
        <p14:creationId xmlns:p14="http://schemas.microsoft.com/office/powerpoint/2010/main" val="25001671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6" name="Rectangle 2"/>
          <p:cNvSpPr>
            <a:spLocks noGrp="1" noChangeArrowheads="1"/>
          </p:cNvSpPr>
          <p:nvPr>
            <p:ph type="title"/>
          </p:nvPr>
        </p:nvSpPr>
        <p:spPr>
          <a:xfrm>
            <a:off x="2506134" y="457202"/>
            <a:ext cx="7704667" cy="990599"/>
          </a:xfrm>
        </p:spPr>
        <p:txBody>
          <a:bodyPr/>
          <a:lstStyle/>
          <a:p>
            <a:r>
              <a:rPr lang="en-US" altLang="zh-TW">
                <a:ea typeface="新細明體" pitchFamily="-106" charset="-120"/>
                <a:cs typeface="新細明體" pitchFamily="-106" charset="-120"/>
              </a:rPr>
              <a:t>Inference by Enumeration</a:t>
            </a:r>
          </a:p>
        </p:txBody>
      </p:sp>
      <mc:AlternateContent xmlns:mc="http://schemas.openxmlformats.org/markup-compatibility/2006" xmlns:a14="http://schemas.microsoft.com/office/drawing/2010/main">
        <mc:Choice Requires="a14">
          <p:sp>
            <p:nvSpPr>
              <p:cNvPr id="579587" name="Rectangle 3"/>
              <p:cNvSpPr>
                <a:spLocks noGrp="1" noChangeArrowheads="1"/>
              </p:cNvSpPr>
              <p:nvPr>
                <p:ph idx="1"/>
              </p:nvPr>
            </p:nvSpPr>
            <p:spPr>
              <a:xfrm>
                <a:off x="2506133" y="1240898"/>
                <a:ext cx="7921752" cy="5257800"/>
              </a:xfrm>
            </p:spPr>
            <p:txBody>
              <a:bodyPr>
                <a:normAutofit/>
              </a:bodyPr>
              <a:lstStyle/>
              <a:p>
                <a:pPr>
                  <a:spcBef>
                    <a:spcPts val="1200"/>
                  </a:spcBef>
                </a:pPr>
                <a:r>
                  <a:rPr lang="en-US" altLang="zh-TW" sz="2400" dirty="0">
                    <a:latin typeface="Corbel" panose="020B0503020204020204" pitchFamily="34" charset="0"/>
                    <a:ea typeface="新細明體" pitchFamily="-106" charset="-120"/>
                    <a:cs typeface="Times"/>
                  </a:rPr>
                  <a:t>Start with the joint probability distribution:</a:t>
                </a:r>
              </a:p>
              <a:p>
                <a:pPr>
                  <a:spcBef>
                    <a:spcPts val="1200"/>
                  </a:spcBef>
                </a:pPr>
                <a:endParaRPr lang="en-US" altLang="zh-TW" sz="2400" dirty="0">
                  <a:latin typeface="Corbel" panose="020B0503020204020204" pitchFamily="34" charset="0"/>
                  <a:ea typeface="新細明體" pitchFamily="-106" charset="-120"/>
                  <a:cs typeface="Times"/>
                </a:endParaRPr>
              </a:p>
              <a:p>
                <a:pPr>
                  <a:spcBef>
                    <a:spcPts val="1200"/>
                  </a:spcBef>
                </a:pPr>
                <a:endParaRPr lang="en-US" altLang="zh-TW" sz="2400" dirty="0">
                  <a:latin typeface="Corbel" panose="020B0503020204020204" pitchFamily="34" charset="0"/>
                  <a:ea typeface="新細明體" pitchFamily="-106" charset="-120"/>
                  <a:cs typeface="Times"/>
                </a:endParaRPr>
              </a:p>
              <a:p>
                <a:pPr>
                  <a:spcBef>
                    <a:spcPts val="1200"/>
                  </a:spcBef>
                  <a:buNone/>
                </a:pPr>
                <a:endParaRPr lang="en-US" altLang="zh-TW" sz="2400" dirty="0">
                  <a:latin typeface="Corbel" panose="020B0503020204020204" pitchFamily="34" charset="0"/>
                  <a:ea typeface="新細明體" pitchFamily="-106" charset="-120"/>
                  <a:cs typeface="Times"/>
                </a:endParaRPr>
              </a:p>
              <a:p>
                <a:pPr>
                  <a:spcBef>
                    <a:spcPts val="1200"/>
                  </a:spcBef>
                </a:pPr>
                <a:endParaRPr lang="en-US" altLang="zh-TW" dirty="0">
                  <a:latin typeface="Corbel" panose="020B0503020204020204" pitchFamily="34" charset="0"/>
                  <a:ea typeface="新細明體" pitchFamily="-106" charset="-120"/>
                  <a:cs typeface="Times"/>
                </a:endParaRPr>
              </a:p>
              <a:p>
                <a:pPr>
                  <a:spcBef>
                    <a:spcPts val="1200"/>
                  </a:spcBef>
                </a:pPr>
                <a:r>
                  <a:rPr lang="en-US" altLang="zh-TW" dirty="0">
                    <a:latin typeface="Corbel" panose="020B0503020204020204" pitchFamily="34" charset="0"/>
                    <a:ea typeface="新細明體" pitchFamily="-106" charset="-120"/>
                    <a:cs typeface="Times"/>
                  </a:rPr>
                  <a:t>For any proposition (event) </a:t>
                </a:r>
                <a14:m>
                  <m:oMath xmlns:m="http://schemas.openxmlformats.org/officeDocument/2006/math">
                    <m:r>
                      <a:rPr lang="en-US" i="1">
                        <a:latin typeface="Cambria Math" panose="02040503050406030204" pitchFamily="18" charset="0"/>
                        <a:cs typeface="Times"/>
                      </a:rPr>
                      <m:t>𝑋</m:t>
                    </m:r>
                  </m:oMath>
                </a14:m>
                <a:r>
                  <a:rPr lang="en-US" altLang="zh-TW" dirty="0">
                    <a:latin typeface="Corbel" panose="020B0503020204020204" pitchFamily="34" charset="0"/>
                    <a:ea typeface="新細明體" pitchFamily="-106" charset="-120"/>
                    <a:cs typeface="Times"/>
                  </a:rPr>
                  <a:t>, sum the atomic events </a:t>
                </a:r>
                <a14:m>
                  <m:oMath xmlns:m="http://schemas.openxmlformats.org/officeDocument/2006/math">
                    <m:r>
                      <a:rPr lang="en-US" i="1">
                        <a:latin typeface="Cambria Math" panose="02040503050406030204" pitchFamily="18" charset="0"/>
                        <a:cs typeface="Times"/>
                      </a:rPr>
                      <m:t>𝑦</m:t>
                    </m:r>
                  </m:oMath>
                </a14:m>
                <a:r>
                  <a:rPr lang="en-US" altLang="zh-TW" dirty="0">
                    <a:latin typeface="Corbel" panose="020B0503020204020204" pitchFamily="34" charset="0"/>
                    <a:ea typeface="新細明體" pitchFamily="-106" charset="-120"/>
                    <a:cs typeface="Times"/>
                  </a:rPr>
                  <a:t> where </a:t>
                </a:r>
                <a14:m>
                  <m:oMath xmlns:m="http://schemas.openxmlformats.org/officeDocument/2006/math">
                    <m:r>
                      <a:rPr lang="en-US" i="1">
                        <a:latin typeface="Cambria Math" panose="02040503050406030204" pitchFamily="18" charset="0"/>
                        <a:cs typeface="Times"/>
                      </a:rPr>
                      <m:t>𝑋</m:t>
                    </m:r>
                    <m:r>
                      <a:rPr lang="en-US" i="1">
                        <a:latin typeface="Cambria Math" panose="02040503050406030204" pitchFamily="18" charset="0"/>
                        <a:cs typeface="Times"/>
                      </a:rPr>
                      <m:t> </m:t>
                    </m:r>
                  </m:oMath>
                </a14:m>
                <a:r>
                  <a:rPr lang="en-US" altLang="zh-TW" dirty="0">
                    <a:latin typeface="Corbel" panose="020B0503020204020204" pitchFamily="34" charset="0"/>
                    <a:ea typeface="新細明體" pitchFamily="-106" charset="-120"/>
                    <a:cs typeface="Times"/>
                  </a:rPr>
                  <a:t>holds: </a:t>
                </a:r>
                <a14:m>
                  <m:oMath xmlns:m="http://schemas.openxmlformats.org/officeDocument/2006/math">
                    <m:r>
                      <m:rPr>
                        <m:sty m:val="p"/>
                      </m:rPr>
                      <a:rPr lang="en-US">
                        <a:latin typeface="Cambria Math" panose="02040503050406030204" pitchFamily="18" charset="0"/>
                        <a:cs typeface="Times"/>
                      </a:rPr>
                      <m:t>Pr</m:t>
                    </m:r>
                    <m:d>
                      <m:dPr>
                        <m:begChr m:val="["/>
                        <m:endChr m:val="]"/>
                        <m:ctrlPr>
                          <a:rPr lang="en-US" i="1">
                            <a:latin typeface="Cambria Math" panose="02040503050406030204" pitchFamily="18" charset="0"/>
                            <a:cs typeface="Times"/>
                          </a:rPr>
                        </m:ctrlPr>
                      </m:dPr>
                      <m:e>
                        <m:r>
                          <a:rPr lang="en-US" i="1">
                            <a:latin typeface="Cambria Math" panose="02040503050406030204" pitchFamily="18" charset="0"/>
                            <a:cs typeface="Times"/>
                          </a:rPr>
                          <m:t>𝑋</m:t>
                        </m:r>
                      </m:e>
                    </m:d>
                    <m:r>
                      <a:rPr lang="en-US" i="1">
                        <a:latin typeface="Cambria Math" panose="02040503050406030204" pitchFamily="18" charset="0"/>
                        <a:cs typeface="Times"/>
                      </a:rPr>
                      <m:t>=</m:t>
                    </m:r>
                    <m:nary>
                      <m:naryPr>
                        <m:chr m:val="∑"/>
                        <m:supHide m:val="on"/>
                        <m:ctrlPr>
                          <a:rPr lang="en-US" i="1">
                            <a:latin typeface="Cambria Math" panose="02040503050406030204" pitchFamily="18" charset="0"/>
                            <a:cs typeface="Times"/>
                          </a:rPr>
                        </m:ctrlPr>
                      </m:naryPr>
                      <m:sub>
                        <m:r>
                          <a:rPr lang="en-US" i="1">
                            <a:latin typeface="Cambria Math" panose="02040503050406030204" pitchFamily="18" charset="0"/>
                            <a:cs typeface="Times"/>
                          </a:rPr>
                          <m:t>𝑦</m:t>
                        </m:r>
                        <m:r>
                          <a:rPr lang="en-US" i="1">
                            <a:latin typeface="Cambria Math" panose="02040503050406030204" pitchFamily="18" charset="0"/>
                            <a:cs typeface="Times"/>
                          </a:rPr>
                          <m:t>∈</m:t>
                        </m:r>
                        <m:r>
                          <a:rPr lang="en-US" i="1">
                            <a:latin typeface="Cambria Math" panose="02040503050406030204" pitchFamily="18" charset="0"/>
                            <a:cs typeface="Times"/>
                          </a:rPr>
                          <m:t>𝑋</m:t>
                        </m:r>
                      </m:sub>
                      <m:sup/>
                      <m:e>
                        <m:func>
                          <m:funcPr>
                            <m:ctrlPr>
                              <a:rPr lang="en-US" i="1">
                                <a:latin typeface="Cambria Math" panose="02040503050406030204" pitchFamily="18" charset="0"/>
                                <a:cs typeface="Times"/>
                              </a:rPr>
                            </m:ctrlPr>
                          </m:funcPr>
                          <m:fName>
                            <m:r>
                              <m:rPr>
                                <m:sty m:val="p"/>
                              </m:rPr>
                              <a:rPr lang="en-US">
                                <a:latin typeface="Cambria Math" panose="02040503050406030204" pitchFamily="18" charset="0"/>
                                <a:cs typeface="Times"/>
                              </a:rPr>
                              <m:t>Pr</m:t>
                            </m:r>
                          </m:fName>
                          <m:e>
                            <m:d>
                              <m:dPr>
                                <m:begChr m:val="["/>
                                <m:endChr m:val="]"/>
                                <m:ctrlPr>
                                  <a:rPr lang="en-US" i="1">
                                    <a:latin typeface="Cambria Math" panose="02040503050406030204" pitchFamily="18" charset="0"/>
                                    <a:cs typeface="Times"/>
                                  </a:rPr>
                                </m:ctrlPr>
                              </m:dPr>
                              <m:e>
                                <m:r>
                                  <a:rPr lang="en-US" i="1">
                                    <a:latin typeface="Cambria Math" panose="02040503050406030204" pitchFamily="18" charset="0"/>
                                    <a:cs typeface="Times"/>
                                  </a:rPr>
                                  <m:t>𝑋</m:t>
                                </m:r>
                                <m:r>
                                  <a:rPr lang="en-US" i="1">
                                    <a:latin typeface="Cambria Math" panose="02040503050406030204" pitchFamily="18" charset="0"/>
                                    <a:cs typeface="Times"/>
                                  </a:rPr>
                                  <m:t>=</m:t>
                                </m:r>
                                <m:r>
                                  <a:rPr lang="en-US" i="1">
                                    <a:latin typeface="Cambria Math" panose="02040503050406030204" pitchFamily="18" charset="0"/>
                                    <a:cs typeface="Times"/>
                                  </a:rPr>
                                  <m:t>𝑦</m:t>
                                </m:r>
                              </m:e>
                            </m:d>
                          </m:e>
                        </m:func>
                      </m:e>
                    </m:nary>
                  </m:oMath>
                </a14:m>
                <a:endParaRPr lang="en-US" altLang="zh-TW" sz="2400" dirty="0">
                  <a:latin typeface="Corbel" panose="020B0503020204020204" pitchFamily="34" charset="0"/>
                  <a:ea typeface="新細明體" pitchFamily="-106" charset="-120"/>
                  <a:cs typeface="Times"/>
                </a:endParaRPr>
              </a:p>
              <a:p>
                <a:pPr>
                  <a:spcBef>
                    <a:spcPts val="1200"/>
                  </a:spcBef>
                </a:pPr>
                <a14:m>
                  <m:oMath xmlns:m="http://schemas.openxmlformats.org/officeDocument/2006/math">
                    <m:func>
                      <m:funcPr>
                        <m:ctrlPr>
                          <a:rPr lang="en-US" altLang="zh-TW" sz="2400" i="1">
                            <a:latin typeface="Cambria Math" panose="02040503050406030204" pitchFamily="18" charset="0"/>
                            <a:ea typeface="新細明體" pitchFamily="-106" charset="-120"/>
                            <a:cs typeface="Times"/>
                          </a:rPr>
                        </m:ctrlPr>
                      </m:funcPr>
                      <m:fName>
                        <m:r>
                          <m:rPr>
                            <m:sty m:val="p"/>
                          </m:rPr>
                          <a:rPr lang="en-US" altLang="zh-TW" sz="2400">
                            <a:latin typeface="Cambria Math" panose="02040503050406030204" pitchFamily="18" charset="0"/>
                            <a:ea typeface="新細明體" pitchFamily="-106" charset="-120"/>
                            <a:cs typeface="Times"/>
                          </a:rPr>
                          <m:t>Pr</m:t>
                        </m:r>
                      </m:fName>
                      <m:e>
                        <m:d>
                          <m:dPr>
                            <m:begChr m:val="["/>
                            <m:endChr m:val="]"/>
                            <m:ctrlPr>
                              <a:rPr lang="en-US" altLang="zh-TW" sz="2400" i="1">
                                <a:latin typeface="Cambria Math" panose="02040503050406030204" pitchFamily="18" charset="0"/>
                                <a:ea typeface="新細明體" pitchFamily="-106" charset="-120"/>
                                <a:cs typeface="Times"/>
                              </a:rPr>
                            </m:ctrlPr>
                          </m:dPr>
                          <m:e>
                            <m:r>
                              <a:rPr lang="en-US" altLang="zh-TW" sz="2400" i="1">
                                <a:latin typeface="Cambria Math" panose="02040503050406030204" pitchFamily="18" charset="0"/>
                                <a:ea typeface="新細明體" pitchFamily="-106" charset="-120"/>
                                <a:cs typeface="Times"/>
                              </a:rPr>
                              <m:t>¬</m:t>
                            </m:r>
                            <m:r>
                              <m:rPr>
                                <m:sty m:val="p"/>
                              </m:rPr>
                              <a:rPr lang="en-US" altLang="zh-TW" sz="2400">
                                <a:latin typeface="Cambria Math" panose="02040503050406030204" pitchFamily="18" charset="0"/>
                                <a:ea typeface="新細明體" pitchFamily="-106" charset="-120"/>
                                <a:cs typeface="Times"/>
                              </a:rPr>
                              <m:t>cavity</m:t>
                            </m:r>
                            <m:r>
                              <a:rPr lang="en-US" altLang="zh-TW" sz="2400" i="1">
                                <a:latin typeface="Cambria Math" panose="02040503050406030204" pitchFamily="18" charset="0"/>
                                <a:ea typeface="新細明體" pitchFamily="-106" charset="-120"/>
                                <a:cs typeface="Times"/>
                              </a:rPr>
                              <m:t>∣</m:t>
                            </m:r>
                            <m:r>
                              <m:rPr>
                                <m:sty m:val="p"/>
                              </m:rPr>
                              <a:rPr lang="en-US" altLang="zh-TW" sz="2400">
                                <a:latin typeface="Cambria Math" panose="02040503050406030204" pitchFamily="18" charset="0"/>
                                <a:ea typeface="新細明體" pitchFamily="-106" charset="-120"/>
                                <a:cs typeface="Times"/>
                              </a:rPr>
                              <m:t>toothache</m:t>
                            </m:r>
                          </m:e>
                        </m:d>
                      </m:e>
                    </m:func>
                    <m:r>
                      <a:rPr lang="en-US" altLang="zh-TW" sz="2400" i="1">
                        <a:latin typeface="Cambria Math" panose="02040503050406030204" pitchFamily="18" charset="0"/>
                        <a:ea typeface="新細明體" pitchFamily="-106" charset="-120"/>
                        <a:cs typeface="Times"/>
                      </a:rPr>
                      <m:t>=</m:t>
                    </m:r>
                  </m:oMath>
                </a14:m>
                <a:endParaRPr lang="en-US" altLang="zh-TW" sz="2400" dirty="0">
                  <a:latin typeface="Corbel" panose="020B0503020204020204" pitchFamily="34" charset="0"/>
                  <a:ea typeface="新細明體" pitchFamily="-106" charset="-120"/>
                  <a:cs typeface="Times"/>
                </a:endParaRPr>
              </a:p>
            </p:txBody>
          </p:sp>
        </mc:Choice>
        <mc:Fallback xmlns="">
          <p:sp>
            <p:nvSpPr>
              <p:cNvPr id="579587" name="Rectangle 3"/>
              <p:cNvSpPr>
                <a:spLocks noGrp="1" noRot="1" noChangeAspect="1" noMove="1" noResize="1" noEditPoints="1" noAdjustHandles="1" noChangeArrowheads="1" noChangeShapeType="1" noTextEdit="1"/>
              </p:cNvSpPr>
              <p:nvPr>
                <p:ph idx="1"/>
              </p:nvPr>
            </p:nvSpPr>
            <p:spPr>
              <a:xfrm>
                <a:off x="2506133" y="1240898"/>
                <a:ext cx="7921752" cy="5257800"/>
              </a:xfrm>
              <a:blipFill>
                <a:blip r:embed="rId3"/>
                <a:stretch>
                  <a:fillRect l="-800" t="-964" b="-2169"/>
                </a:stretch>
              </a:blipFill>
            </p:spPr>
            <p:txBody>
              <a:bodyPr/>
              <a:lstStyle/>
              <a:p>
                <a:r>
                  <a:rPr lang="en-GB">
                    <a:noFill/>
                  </a:rPr>
                  <a:t> </a:t>
                </a:r>
              </a:p>
            </p:txBody>
          </p:sp>
        </mc:Fallback>
      </mc:AlternateContent>
      <p:sp>
        <p:nvSpPr>
          <p:cNvPr id="5" name="Slide Number Placeholder 4"/>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17</a:t>
            </a:fld>
            <a:endParaRPr lang="en-US" altLang="zh-TW"/>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9CAF33C0-F679-3842-AB97-800AC3392EBA}"/>
                  </a:ext>
                </a:extLst>
              </p:cNvPr>
              <p:cNvGraphicFramePr>
                <a:graphicFrameLocks noGrp="1"/>
              </p:cNvGraphicFramePr>
              <p:nvPr>
                <p:extLst>
                  <p:ext uri="{D42A27DB-BD31-4B8C-83A1-F6EECF244321}">
                    <p14:modId xmlns:p14="http://schemas.microsoft.com/office/powerpoint/2010/main" val="3573192307"/>
                  </p:ext>
                </p:extLst>
              </p:nvPr>
            </p:nvGraphicFramePr>
            <p:xfrm>
              <a:off x="3657600" y="1798321"/>
              <a:ext cx="5181600" cy="1478280"/>
            </p:xfrm>
            <a:graphic>
              <a:graphicData uri="http://schemas.openxmlformats.org/drawingml/2006/table">
                <a:tbl>
                  <a:tblPr firstRow="1" bandRow="1">
                    <a:tableStyleId>{5940675A-B579-460E-94D1-54222C63F5DA}</a:tableStyleId>
                  </a:tblPr>
                  <a:tblGrid>
                    <a:gridCol w="971550">
                      <a:extLst>
                        <a:ext uri="{9D8B030D-6E8A-4147-A177-3AD203B41FA5}">
                          <a16:colId xmlns:a16="http://schemas.microsoft.com/office/drawing/2014/main" val="3403464426"/>
                        </a:ext>
                      </a:extLst>
                    </a:gridCol>
                    <a:gridCol w="971550">
                      <a:extLst>
                        <a:ext uri="{9D8B030D-6E8A-4147-A177-3AD203B41FA5}">
                          <a16:colId xmlns:a16="http://schemas.microsoft.com/office/drawing/2014/main" val="3644820050"/>
                        </a:ext>
                      </a:extLst>
                    </a:gridCol>
                    <a:gridCol w="906780">
                      <a:extLst>
                        <a:ext uri="{9D8B030D-6E8A-4147-A177-3AD203B41FA5}">
                          <a16:colId xmlns:a16="http://schemas.microsoft.com/office/drawing/2014/main" val="1074358729"/>
                        </a:ext>
                      </a:extLst>
                    </a:gridCol>
                    <a:gridCol w="971550">
                      <a:extLst>
                        <a:ext uri="{9D8B030D-6E8A-4147-A177-3AD203B41FA5}">
                          <a16:colId xmlns:a16="http://schemas.microsoft.com/office/drawing/2014/main" val="3688739118"/>
                        </a:ext>
                      </a:extLst>
                    </a:gridCol>
                    <a:gridCol w="1360170">
                      <a:extLst>
                        <a:ext uri="{9D8B030D-6E8A-4147-A177-3AD203B41FA5}">
                          <a16:colId xmlns:a16="http://schemas.microsoft.com/office/drawing/2014/main" val="862022822"/>
                        </a:ext>
                      </a:extLst>
                    </a:gridCol>
                  </a:tblGrid>
                  <a:tr h="370840">
                    <a:tc rowSpan="2">
                      <a:txBody>
                        <a:bodyPr/>
                        <a:lstStyle/>
                        <a:p>
                          <a:pPr algn="ctr"/>
                          <a:endParaRPr lang="en-US">
                            <a:latin typeface="+mn-lt"/>
                          </a:endParaRPr>
                        </a:p>
                      </a:txBody>
                      <a:tcPr/>
                    </a:tc>
                    <a:tc gridSpan="2">
                      <a:txBody>
                        <a:bodyPr/>
                        <a:lstStyle/>
                        <a:p>
                          <a:pPr algn="ctr"/>
                          <a:r>
                            <a:rPr lang="en-US"/>
                            <a:t>toothache</a:t>
                          </a:r>
                          <a:endParaRPr lang="en-US">
                            <a:latin typeface="+mn-lt"/>
                          </a:endParaRPr>
                        </a:p>
                      </a:txBody>
                      <a:tcPr/>
                    </a:tc>
                    <a:tc hMerge="1">
                      <a:txBody>
                        <a:bodyPr/>
                        <a:lstStyle/>
                        <a:p>
                          <a:endParaRPr lang="en-US"/>
                        </a:p>
                      </a:txBody>
                      <a:tcPr/>
                    </a:tc>
                    <a:tc gridSpan="2">
                      <a:txBody>
                        <a:bodyPr/>
                        <a:lstStyle/>
                        <a:p>
                          <a:pPr algn="ctr"/>
                          <a14:m>
                            <m:oMath xmlns:m="http://schemas.openxmlformats.org/officeDocument/2006/math">
                              <m:r>
                                <a:rPr lang="en-US" smtClean="0">
                                  <a:latin typeface="Cambria Math" panose="02040503050406030204" pitchFamily="18" charset="0"/>
                                </a:rPr>
                                <m:t>¬</m:t>
                              </m:r>
                            </m:oMath>
                          </a14:m>
                          <a:r>
                            <a:rPr lang="en-US"/>
                            <a:t>toothache</a:t>
                          </a:r>
                          <a:endParaRPr lang="en-US">
                            <a:latin typeface="+mn-lt"/>
                          </a:endParaRPr>
                        </a:p>
                      </a:txBody>
                      <a:tcPr/>
                    </a:tc>
                    <a:tc hMerge="1">
                      <a:txBody>
                        <a:bodyPr/>
                        <a:lstStyle/>
                        <a:p>
                          <a:endParaRPr lang="en-US"/>
                        </a:p>
                      </a:txBody>
                      <a:tcPr/>
                    </a:tc>
                    <a:extLst>
                      <a:ext uri="{0D108BD9-81ED-4DB2-BD59-A6C34878D82A}">
                        <a16:rowId xmlns:a16="http://schemas.microsoft.com/office/drawing/2014/main" val="350246012"/>
                      </a:ext>
                    </a:extLst>
                  </a:tr>
                  <a:tr h="174254">
                    <a:tc vMerge="1">
                      <a:txBody>
                        <a:bodyPr/>
                        <a:lstStyle/>
                        <a:p>
                          <a:pPr algn="ctr"/>
                          <a:endParaRPr lang="en-US" dirty="0">
                            <a:latin typeface="+mn-lt"/>
                          </a:endParaRPr>
                        </a:p>
                      </a:txBody>
                      <a:tcPr/>
                    </a:tc>
                    <a:tc>
                      <a:txBody>
                        <a:bodyPr/>
                        <a:lstStyle/>
                        <a:p>
                          <a:pPr algn="ctr"/>
                          <a:r>
                            <a:rPr lang="en-US"/>
                            <a:t>catch</a:t>
                          </a:r>
                          <a:endParaRPr lang="en-US">
                            <a:latin typeface="+mn-lt"/>
                          </a:endParaRPr>
                        </a:p>
                      </a:txBody>
                      <a:tcPr/>
                    </a:tc>
                    <a:tc>
                      <a:txBody>
                        <a:bodyPr/>
                        <a:lstStyle/>
                        <a:p>
                          <a:pPr algn="ctr"/>
                          <a14:m>
                            <m:oMath xmlns:m="http://schemas.openxmlformats.org/officeDocument/2006/math">
                              <m:r>
                                <a:rPr lang="en-US" smtClean="0">
                                  <a:latin typeface="Cambria Math" panose="02040503050406030204" pitchFamily="18" charset="0"/>
                                </a:rPr>
                                <m:t>¬</m:t>
                              </m:r>
                            </m:oMath>
                          </a14:m>
                          <a:r>
                            <a:rPr lang="en-US"/>
                            <a:t>catch</a:t>
                          </a:r>
                          <a:endParaRPr lang="en-US">
                            <a:latin typeface="+mn-lt"/>
                          </a:endParaRPr>
                        </a:p>
                      </a:txBody>
                      <a:tcPr/>
                    </a:tc>
                    <a:tc>
                      <a:txBody>
                        <a:bodyPr/>
                        <a:lstStyle/>
                        <a:p>
                          <a:pPr algn="ctr"/>
                          <a:r>
                            <a:rPr lang="en-US"/>
                            <a:t>catch</a:t>
                          </a:r>
                          <a:endParaRPr lang="en-US">
                            <a:latin typeface="+mn-lt"/>
                          </a:endParaRPr>
                        </a:p>
                      </a:txBody>
                      <a:tcPr/>
                    </a:tc>
                    <a:tc>
                      <a:txBody>
                        <a:bodyPr/>
                        <a:lstStyle/>
                        <a:p>
                          <a:pPr algn="ctr"/>
                          <a14:m>
                            <m:oMath xmlns:m="http://schemas.openxmlformats.org/officeDocument/2006/math">
                              <m:r>
                                <a:rPr lang="en-US" smtClean="0">
                                  <a:latin typeface="Cambria Math" panose="02040503050406030204" pitchFamily="18" charset="0"/>
                                </a:rPr>
                                <m:t>¬</m:t>
                              </m:r>
                            </m:oMath>
                          </a14:m>
                          <a:r>
                            <a:rPr lang="en-US"/>
                            <a:t>catch</a:t>
                          </a:r>
                          <a:endParaRPr lang="en-US">
                            <a:latin typeface="+mn-lt"/>
                          </a:endParaRPr>
                        </a:p>
                      </a:txBody>
                      <a:tcPr/>
                    </a:tc>
                    <a:extLst>
                      <a:ext uri="{0D108BD9-81ED-4DB2-BD59-A6C34878D82A}">
                        <a16:rowId xmlns:a16="http://schemas.microsoft.com/office/drawing/2014/main" val="3877248839"/>
                      </a:ext>
                    </a:extLst>
                  </a:tr>
                  <a:tr h="370840">
                    <a:tc>
                      <a:txBody>
                        <a:bodyPr/>
                        <a:lstStyle/>
                        <a:p>
                          <a:pPr algn="ctr"/>
                          <a:r>
                            <a:rPr lang="en-US"/>
                            <a:t>cavity</a:t>
                          </a:r>
                          <a:endParaRPr lang="en-US">
                            <a:latin typeface="+mn-lt"/>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0.108</m:t>
                                </m:r>
                              </m:oMath>
                            </m:oMathPara>
                          </a14:m>
                          <a:endParaRPr lang="en-US">
                            <a:latin typeface="+mn-lt"/>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0.012</m:t>
                                </m:r>
                              </m:oMath>
                            </m:oMathPara>
                          </a14:m>
                          <a:endParaRPr lang="en-US">
                            <a:latin typeface="+mn-lt"/>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0.072</m:t>
                                </m:r>
                              </m:oMath>
                            </m:oMathPara>
                          </a14:m>
                          <a:endParaRPr lang="en-US">
                            <a:latin typeface="+mn-lt"/>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0.008</m:t>
                                </m:r>
                              </m:oMath>
                            </m:oMathPara>
                          </a14:m>
                          <a:endParaRPr lang="en-US">
                            <a:latin typeface="+mn-lt"/>
                          </a:endParaRPr>
                        </a:p>
                      </a:txBody>
                      <a:tcPr/>
                    </a:tc>
                    <a:extLst>
                      <a:ext uri="{0D108BD9-81ED-4DB2-BD59-A6C34878D82A}">
                        <a16:rowId xmlns:a16="http://schemas.microsoft.com/office/drawing/2014/main" val="362810054"/>
                      </a:ext>
                    </a:extLst>
                  </a:tr>
                  <a:tr h="370840">
                    <a:tc>
                      <a:txBody>
                        <a:bodyPr/>
                        <a:lstStyle/>
                        <a:p>
                          <a:pPr algn="ctr"/>
                          <a14:m>
                            <m:oMath xmlns:m="http://schemas.openxmlformats.org/officeDocument/2006/math">
                              <m:r>
                                <a:rPr lang="en-US" smtClean="0">
                                  <a:latin typeface="Cambria Math" panose="02040503050406030204" pitchFamily="18" charset="0"/>
                                </a:rPr>
                                <m:t>¬</m:t>
                              </m:r>
                            </m:oMath>
                          </a14:m>
                          <a:r>
                            <a:rPr lang="en-US"/>
                            <a:t>cavity</a:t>
                          </a:r>
                          <a:endParaRPr lang="en-US">
                            <a:latin typeface="+mn-lt"/>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0.016</m:t>
                                </m:r>
                              </m:oMath>
                            </m:oMathPara>
                          </a14:m>
                          <a:endParaRPr lang="en-US">
                            <a:latin typeface="+mn-lt"/>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0.064</m:t>
                                </m:r>
                              </m:oMath>
                            </m:oMathPara>
                          </a14:m>
                          <a:endParaRPr lang="en-US">
                            <a:latin typeface="+mn-lt"/>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0.144</m:t>
                                </m:r>
                              </m:oMath>
                            </m:oMathPara>
                          </a14:m>
                          <a:endParaRPr lang="en-US">
                            <a:latin typeface="+mn-lt"/>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0.576</m:t>
                                </m:r>
                              </m:oMath>
                            </m:oMathPara>
                          </a14:m>
                          <a:endParaRPr lang="en-US" dirty="0">
                            <a:latin typeface="+mn-lt"/>
                          </a:endParaRPr>
                        </a:p>
                      </a:txBody>
                      <a:tcPr/>
                    </a:tc>
                    <a:extLst>
                      <a:ext uri="{0D108BD9-81ED-4DB2-BD59-A6C34878D82A}">
                        <a16:rowId xmlns:a16="http://schemas.microsoft.com/office/drawing/2014/main" val="633490853"/>
                      </a:ext>
                    </a:extLst>
                  </a:tr>
                </a:tbl>
              </a:graphicData>
            </a:graphic>
          </p:graphicFrame>
        </mc:Choice>
        <mc:Fallback xmlns="">
          <p:graphicFrame>
            <p:nvGraphicFramePr>
              <p:cNvPr id="2" name="Table 1">
                <a:extLst>
                  <a:ext uri="{FF2B5EF4-FFF2-40B4-BE49-F238E27FC236}">
                    <a16:creationId xmlns:a16="http://schemas.microsoft.com/office/drawing/2014/main" id="{9CAF33C0-F679-3842-AB97-800AC3392EBA}"/>
                  </a:ext>
                </a:extLst>
              </p:cNvPr>
              <p:cNvGraphicFramePr>
                <a:graphicFrameLocks noGrp="1"/>
              </p:cNvGraphicFramePr>
              <p:nvPr>
                <p:extLst>
                  <p:ext uri="{D42A27DB-BD31-4B8C-83A1-F6EECF244321}">
                    <p14:modId xmlns:p14="http://schemas.microsoft.com/office/powerpoint/2010/main" val="3573192307"/>
                  </p:ext>
                </p:extLst>
              </p:nvPr>
            </p:nvGraphicFramePr>
            <p:xfrm>
              <a:off x="3657600" y="1798321"/>
              <a:ext cx="5181600" cy="1478280"/>
            </p:xfrm>
            <a:graphic>
              <a:graphicData uri="http://schemas.openxmlformats.org/drawingml/2006/table">
                <a:tbl>
                  <a:tblPr firstRow="1" bandRow="1">
                    <a:tableStyleId>{5940675A-B579-460E-94D1-54222C63F5DA}</a:tableStyleId>
                  </a:tblPr>
                  <a:tblGrid>
                    <a:gridCol w="971550">
                      <a:extLst>
                        <a:ext uri="{9D8B030D-6E8A-4147-A177-3AD203B41FA5}">
                          <a16:colId xmlns:a16="http://schemas.microsoft.com/office/drawing/2014/main" val="3403464426"/>
                        </a:ext>
                      </a:extLst>
                    </a:gridCol>
                    <a:gridCol w="971550">
                      <a:extLst>
                        <a:ext uri="{9D8B030D-6E8A-4147-A177-3AD203B41FA5}">
                          <a16:colId xmlns:a16="http://schemas.microsoft.com/office/drawing/2014/main" val="3644820050"/>
                        </a:ext>
                      </a:extLst>
                    </a:gridCol>
                    <a:gridCol w="906780">
                      <a:extLst>
                        <a:ext uri="{9D8B030D-6E8A-4147-A177-3AD203B41FA5}">
                          <a16:colId xmlns:a16="http://schemas.microsoft.com/office/drawing/2014/main" val="1074358729"/>
                        </a:ext>
                      </a:extLst>
                    </a:gridCol>
                    <a:gridCol w="971550">
                      <a:extLst>
                        <a:ext uri="{9D8B030D-6E8A-4147-A177-3AD203B41FA5}">
                          <a16:colId xmlns:a16="http://schemas.microsoft.com/office/drawing/2014/main" val="3688739118"/>
                        </a:ext>
                      </a:extLst>
                    </a:gridCol>
                    <a:gridCol w="1360170">
                      <a:extLst>
                        <a:ext uri="{9D8B030D-6E8A-4147-A177-3AD203B41FA5}">
                          <a16:colId xmlns:a16="http://schemas.microsoft.com/office/drawing/2014/main" val="862022822"/>
                        </a:ext>
                      </a:extLst>
                    </a:gridCol>
                  </a:tblGrid>
                  <a:tr h="370840">
                    <a:tc rowSpan="2">
                      <a:txBody>
                        <a:bodyPr/>
                        <a:lstStyle/>
                        <a:p>
                          <a:pPr algn="ctr"/>
                          <a:endParaRPr lang="en-US">
                            <a:latin typeface="+mn-lt"/>
                          </a:endParaRPr>
                        </a:p>
                      </a:txBody>
                      <a:tcPr/>
                    </a:tc>
                    <a:tc gridSpan="2">
                      <a:txBody>
                        <a:bodyPr/>
                        <a:lstStyle/>
                        <a:p>
                          <a:pPr algn="ctr"/>
                          <a:r>
                            <a:rPr lang="en-US"/>
                            <a:t>toothache</a:t>
                          </a:r>
                          <a:endParaRPr lang="en-US">
                            <a:latin typeface="+mn-lt"/>
                          </a:endParaRPr>
                        </a:p>
                      </a:txBody>
                      <a:tcPr/>
                    </a:tc>
                    <a:tc hMerge="1">
                      <a:txBody>
                        <a:bodyPr/>
                        <a:lstStyle/>
                        <a:p>
                          <a:endParaRPr lang="en-US"/>
                        </a:p>
                      </a:txBody>
                      <a:tcPr/>
                    </a:tc>
                    <a:tc gridSpan="2">
                      <a:txBody>
                        <a:bodyPr/>
                        <a:lstStyle/>
                        <a:p>
                          <a:endParaRPr lang="en-US"/>
                        </a:p>
                      </a:txBody>
                      <a:tcPr>
                        <a:blipFill>
                          <a:blip r:embed="rId4"/>
                          <a:stretch>
                            <a:fillRect l="-122283" t="-6667" r="-1087" b="-316667"/>
                          </a:stretch>
                        </a:blipFill>
                      </a:tcPr>
                    </a:tc>
                    <a:tc hMerge="1">
                      <a:txBody>
                        <a:bodyPr/>
                        <a:lstStyle/>
                        <a:p>
                          <a:endParaRPr lang="en-US"/>
                        </a:p>
                      </a:txBody>
                      <a:tcPr/>
                    </a:tc>
                    <a:extLst>
                      <a:ext uri="{0D108BD9-81ED-4DB2-BD59-A6C34878D82A}">
                        <a16:rowId xmlns:a16="http://schemas.microsoft.com/office/drawing/2014/main" val="350246012"/>
                      </a:ext>
                    </a:extLst>
                  </a:tr>
                  <a:tr h="365760">
                    <a:tc vMerge="1">
                      <a:txBody>
                        <a:bodyPr/>
                        <a:lstStyle/>
                        <a:p>
                          <a:pPr algn="ctr"/>
                          <a:endParaRPr lang="en-US" dirty="0">
                            <a:latin typeface="+mn-lt"/>
                          </a:endParaRPr>
                        </a:p>
                      </a:txBody>
                      <a:tcPr/>
                    </a:tc>
                    <a:tc>
                      <a:txBody>
                        <a:bodyPr/>
                        <a:lstStyle/>
                        <a:p>
                          <a:pPr algn="ctr"/>
                          <a:r>
                            <a:rPr lang="en-US"/>
                            <a:t>catch</a:t>
                          </a:r>
                          <a:endParaRPr lang="en-US">
                            <a:latin typeface="+mn-lt"/>
                          </a:endParaRPr>
                        </a:p>
                      </a:txBody>
                      <a:tcPr/>
                    </a:tc>
                    <a:tc>
                      <a:txBody>
                        <a:bodyPr/>
                        <a:lstStyle/>
                        <a:p>
                          <a:endParaRPr lang="en-US"/>
                        </a:p>
                      </a:txBody>
                      <a:tcPr>
                        <a:blipFill>
                          <a:blip r:embed="rId4"/>
                          <a:stretch>
                            <a:fillRect l="-216901" t="-110345" r="-261972" b="-227586"/>
                          </a:stretch>
                        </a:blipFill>
                      </a:tcPr>
                    </a:tc>
                    <a:tc>
                      <a:txBody>
                        <a:bodyPr/>
                        <a:lstStyle/>
                        <a:p>
                          <a:pPr algn="ctr"/>
                          <a:r>
                            <a:rPr lang="en-US"/>
                            <a:t>catch</a:t>
                          </a:r>
                          <a:endParaRPr lang="en-US">
                            <a:latin typeface="+mn-lt"/>
                          </a:endParaRPr>
                        </a:p>
                      </a:txBody>
                      <a:tcPr/>
                    </a:tc>
                    <a:tc>
                      <a:txBody>
                        <a:bodyPr/>
                        <a:lstStyle/>
                        <a:p>
                          <a:endParaRPr lang="en-US"/>
                        </a:p>
                      </a:txBody>
                      <a:tcPr>
                        <a:blipFill>
                          <a:blip r:embed="rId4"/>
                          <a:stretch>
                            <a:fillRect l="-282243" t="-110345" r="-1869" b="-227586"/>
                          </a:stretch>
                        </a:blipFill>
                      </a:tcPr>
                    </a:tc>
                    <a:extLst>
                      <a:ext uri="{0D108BD9-81ED-4DB2-BD59-A6C34878D82A}">
                        <a16:rowId xmlns:a16="http://schemas.microsoft.com/office/drawing/2014/main" val="3877248839"/>
                      </a:ext>
                    </a:extLst>
                  </a:tr>
                  <a:tr h="370840">
                    <a:tc>
                      <a:txBody>
                        <a:bodyPr/>
                        <a:lstStyle/>
                        <a:p>
                          <a:pPr algn="ctr"/>
                          <a:r>
                            <a:rPr lang="en-US"/>
                            <a:t>cavity</a:t>
                          </a:r>
                          <a:endParaRPr lang="en-US">
                            <a:latin typeface="+mn-lt"/>
                          </a:endParaRPr>
                        </a:p>
                      </a:txBody>
                      <a:tcPr/>
                    </a:tc>
                    <a:tc>
                      <a:txBody>
                        <a:bodyPr/>
                        <a:lstStyle/>
                        <a:p>
                          <a:endParaRPr lang="en-US"/>
                        </a:p>
                      </a:txBody>
                      <a:tcPr>
                        <a:blipFill>
                          <a:blip r:embed="rId4"/>
                          <a:stretch>
                            <a:fillRect l="-102632" t="-210345" r="-338158" b="-127586"/>
                          </a:stretch>
                        </a:blipFill>
                      </a:tcPr>
                    </a:tc>
                    <a:tc>
                      <a:txBody>
                        <a:bodyPr/>
                        <a:lstStyle/>
                        <a:p>
                          <a:endParaRPr lang="en-US"/>
                        </a:p>
                      </a:txBody>
                      <a:tcPr>
                        <a:blipFill>
                          <a:blip r:embed="rId4"/>
                          <a:stretch>
                            <a:fillRect l="-216901" t="-210345" r="-261972" b="-127586"/>
                          </a:stretch>
                        </a:blipFill>
                      </a:tcPr>
                    </a:tc>
                    <a:tc>
                      <a:txBody>
                        <a:bodyPr/>
                        <a:lstStyle/>
                        <a:p>
                          <a:endParaRPr lang="en-US"/>
                        </a:p>
                      </a:txBody>
                      <a:tcPr>
                        <a:blipFill>
                          <a:blip r:embed="rId4"/>
                          <a:stretch>
                            <a:fillRect l="-292208" t="-210345" r="-141558" b="-127586"/>
                          </a:stretch>
                        </a:blipFill>
                      </a:tcPr>
                    </a:tc>
                    <a:tc>
                      <a:txBody>
                        <a:bodyPr/>
                        <a:lstStyle/>
                        <a:p>
                          <a:endParaRPr lang="en-US"/>
                        </a:p>
                      </a:txBody>
                      <a:tcPr>
                        <a:blipFill>
                          <a:blip r:embed="rId4"/>
                          <a:stretch>
                            <a:fillRect l="-282243" t="-210345" r="-1869" b="-127586"/>
                          </a:stretch>
                        </a:blipFill>
                      </a:tcPr>
                    </a:tc>
                    <a:extLst>
                      <a:ext uri="{0D108BD9-81ED-4DB2-BD59-A6C34878D82A}">
                        <a16:rowId xmlns:a16="http://schemas.microsoft.com/office/drawing/2014/main" val="362810054"/>
                      </a:ext>
                    </a:extLst>
                  </a:tr>
                  <a:tr h="370840">
                    <a:tc>
                      <a:txBody>
                        <a:bodyPr/>
                        <a:lstStyle/>
                        <a:p>
                          <a:endParaRPr lang="en-US"/>
                        </a:p>
                      </a:txBody>
                      <a:tcPr>
                        <a:blipFill>
                          <a:blip r:embed="rId4"/>
                          <a:stretch>
                            <a:fillRect l="-1299" t="-300000" r="-432468" b="-23333"/>
                          </a:stretch>
                        </a:blipFill>
                      </a:tcPr>
                    </a:tc>
                    <a:tc>
                      <a:txBody>
                        <a:bodyPr/>
                        <a:lstStyle/>
                        <a:p>
                          <a:endParaRPr lang="en-US"/>
                        </a:p>
                      </a:txBody>
                      <a:tcPr>
                        <a:blipFill>
                          <a:blip r:embed="rId4"/>
                          <a:stretch>
                            <a:fillRect l="-102632" t="-300000" r="-338158" b="-23333"/>
                          </a:stretch>
                        </a:blipFill>
                      </a:tcPr>
                    </a:tc>
                    <a:tc>
                      <a:txBody>
                        <a:bodyPr/>
                        <a:lstStyle/>
                        <a:p>
                          <a:endParaRPr lang="en-US"/>
                        </a:p>
                      </a:txBody>
                      <a:tcPr>
                        <a:blipFill>
                          <a:blip r:embed="rId4"/>
                          <a:stretch>
                            <a:fillRect l="-216901" t="-300000" r="-261972" b="-23333"/>
                          </a:stretch>
                        </a:blipFill>
                      </a:tcPr>
                    </a:tc>
                    <a:tc>
                      <a:txBody>
                        <a:bodyPr/>
                        <a:lstStyle/>
                        <a:p>
                          <a:endParaRPr lang="en-US"/>
                        </a:p>
                      </a:txBody>
                      <a:tcPr>
                        <a:blipFill>
                          <a:blip r:embed="rId4"/>
                          <a:stretch>
                            <a:fillRect l="-292208" t="-300000" r="-141558" b="-23333"/>
                          </a:stretch>
                        </a:blipFill>
                      </a:tcPr>
                    </a:tc>
                    <a:tc>
                      <a:txBody>
                        <a:bodyPr/>
                        <a:lstStyle/>
                        <a:p>
                          <a:endParaRPr lang="en-US"/>
                        </a:p>
                      </a:txBody>
                      <a:tcPr>
                        <a:blipFill>
                          <a:blip r:embed="rId4"/>
                          <a:stretch>
                            <a:fillRect l="-282243" t="-300000" r="-1869" b="-23333"/>
                          </a:stretch>
                        </a:blipFill>
                      </a:tcPr>
                    </a:tc>
                    <a:extLst>
                      <a:ext uri="{0D108BD9-81ED-4DB2-BD59-A6C34878D82A}">
                        <a16:rowId xmlns:a16="http://schemas.microsoft.com/office/drawing/2014/main" val="633490853"/>
                      </a:ext>
                    </a:extLst>
                  </a:tr>
                </a:tbl>
              </a:graphicData>
            </a:graphic>
          </p:graphicFrame>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526E1B9-906E-B141-B913-BB658CD16133}"/>
                  </a:ext>
                </a:extLst>
              </p:cNvPr>
              <p:cNvSpPr txBox="1"/>
              <p:nvPr/>
            </p:nvSpPr>
            <p:spPr>
              <a:xfrm>
                <a:off x="5795684" y="5437990"/>
                <a:ext cx="4220367" cy="67018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r>
                                    <m:rPr>
                                      <m:sty m:val="p"/>
                                    </m:rPr>
                                    <a:rPr lang="en-US" b="0" i="0" smtClean="0">
                                      <a:latin typeface="Cambria Math" panose="02040503050406030204" pitchFamily="18" charset="0"/>
                                    </a:rPr>
                                    <m:t>cavity</m:t>
                                  </m:r>
                                  <m:r>
                                    <a:rPr lang="en-US" b="0" i="1" smtClean="0">
                                      <a:latin typeface="Cambria Math" panose="02040503050406030204" pitchFamily="18" charset="0"/>
                                    </a:rPr>
                                    <m:t>∧</m:t>
                                  </m:r>
                                  <m:r>
                                    <m:rPr>
                                      <m:sty m:val="p"/>
                                    </m:rPr>
                                    <a:rPr lang="en-US" b="0" i="0" smtClean="0">
                                      <a:latin typeface="Cambria Math" panose="02040503050406030204" pitchFamily="18" charset="0"/>
                                    </a:rPr>
                                    <m:t>toothache</m:t>
                                  </m:r>
                                </m:e>
                              </m:d>
                            </m:e>
                          </m:func>
                        </m:num>
                        <m:den>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begChr m:val="["/>
                                  <m:endChr m:val="]"/>
                                  <m:ctrlPr>
                                    <a:rPr lang="en-US" b="0" i="1" smtClean="0">
                                      <a:latin typeface="Cambria Math" panose="02040503050406030204" pitchFamily="18" charset="0"/>
                                    </a:rPr>
                                  </m:ctrlPr>
                                </m:dPr>
                                <m:e>
                                  <m:r>
                                    <m:rPr>
                                      <m:sty m:val="p"/>
                                    </m:rPr>
                                    <a:rPr lang="en-US" b="0" i="0" smtClean="0">
                                      <a:latin typeface="Cambria Math" panose="02040503050406030204" pitchFamily="18" charset="0"/>
                                    </a:rPr>
                                    <m:t>toothache</m:t>
                                  </m:r>
                                </m:e>
                              </m:d>
                            </m:e>
                          </m:func>
                        </m:den>
                      </m:f>
                    </m:oMath>
                  </m:oMathPara>
                </a14:m>
                <a:endParaRPr lang="en-US" b="0" dirty="0"/>
              </a:p>
            </p:txBody>
          </p:sp>
        </mc:Choice>
        <mc:Fallback xmlns="">
          <p:sp>
            <p:nvSpPr>
              <p:cNvPr id="6" name="TextBox 5">
                <a:extLst>
                  <a:ext uri="{FF2B5EF4-FFF2-40B4-BE49-F238E27FC236}">
                    <a16:creationId xmlns:a16="http://schemas.microsoft.com/office/drawing/2014/main" id="{F526E1B9-906E-B141-B913-BB658CD16133}"/>
                  </a:ext>
                </a:extLst>
              </p:cNvPr>
              <p:cNvSpPr txBox="1">
                <a:spLocks noRot="1" noChangeAspect="1" noMove="1" noResize="1" noEditPoints="1" noAdjustHandles="1" noChangeArrowheads="1" noChangeShapeType="1" noTextEdit="1"/>
              </p:cNvSpPr>
              <p:nvPr/>
            </p:nvSpPr>
            <p:spPr>
              <a:xfrm>
                <a:off x="5795684" y="5437990"/>
                <a:ext cx="4220367" cy="670183"/>
              </a:xfrm>
              <a:prstGeom prst="rect">
                <a:avLst/>
              </a:prstGeom>
              <a:blipFill>
                <a:blip r:embed="rId5"/>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478099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p:cNvSpPr>
            <a:spLocks noGrp="1" noChangeArrowheads="1"/>
          </p:cNvSpPr>
          <p:nvPr>
            <p:ph type="title"/>
          </p:nvPr>
        </p:nvSpPr>
        <p:spPr>
          <a:xfrm>
            <a:off x="2506134" y="457202"/>
            <a:ext cx="7704667" cy="838199"/>
          </a:xfrm>
        </p:spPr>
        <p:txBody>
          <a:bodyPr/>
          <a:lstStyle/>
          <a:p>
            <a:r>
              <a:rPr lang="en-US" altLang="zh-TW">
                <a:ea typeface="新細明體" pitchFamily="-106" charset="-120"/>
                <a:cs typeface="新細明體" pitchFamily="-106" charset="-120"/>
              </a:rPr>
              <a:t>The Power of Independence</a:t>
            </a:r>
          </a:p>
        </p:txBody>
      </p:sp>
      <mc:AlternateContent xmlns:mc="http://schemas.openxmlformats.org/markup-compatibility/2006" xmlns:a14="http://schemas.microsoft.com/office/drawing/2010/main">
        <mc:Choice Requires="a14">
          <p:sp>
            <p:nvSpPr>
              <p:cNvPr id="584707" name="Rectangle 3"/>
              <p:cNvSpPr>
                <a:spLocks noGrp="1" noChangeArrowheads="1"/>
              </p:cNvSpPr>
              <p:nvPr>
                <p:ph idx="1"/>
              </p:nvPr>
            </p:nvSpPr>
            <p:spPr>
              <a:xfrm>
                <a:off x="2136648" y="1600200"/>
                <a:ext cx="8153400" cy="4648200"/>
              </a:xfrm>
            </p:spPr>
            <p:txBody>
              <a:bodyPr>
                <a:noAutofit/>
              </a:bodyPr>
              <a:lstStyle/>
              <a:p>
                <a:pPr marL="349250" indent="-349250">
                  <a:spcBef>
                    <a:spcPts val="1200"/>
                  </a:spcBef>
                </a:pPr>
                <a:r>
                  <a:rPr lang="en-US" altLang="zh-TW" sz="2800" dirty="0">
                    <a:latin typeface="Corbel" panose="020B0503020204020204" pitchFamily="34" charset="0"/>
                    <a:ea typeface="新細明體" pitchFamily="-106" charset="-120"/>
                    <a:cs typeface="Times"/>
                  </a:rPr>
                  <a:t>We have </a:t>
                </a:r>
                <a14:m>
                  <m:oMath xmlns:m="http://schemas.openxmlformats.org/officeDocument/2006/math">
                    <m:r>
                      <a:rPr lang="en-US" altLang="zh-TW" sz="2800" i="1">
                        <a:latin typeface="Cambria Math" panose="02040503050406030204" pitchFamily="18" charset="0"/>
                        <a:ea typeface="新細明體" pitchFamily="-106" charset="-120"/>
                        <a:cs typeface="Times"/>
                      </a:rPr>
                      <m:t>𝑛</m:t>
                    </m:r>
                  </m:oMath>
                </a14:m>
                <a:r>
                  <a:rPr lang="en-US" altLang="zh-TW" sz="2800" dirty="0">
                    <a:latin typeface="Corbel" panose="020B0503020204020204" pitchFamily="34" charset="0"/>
                    <a:ea typeface="新細明體" pitchFamily="-106" charset="-120"/>
                    <a:cs typeface="Times"/>
                  </a:rPr>
                  <a:t> random variables </a:t>
                </a:r>
                <a14:m>
                  <m:oMath xmlns:m="http://schemas.openxmlformats.org/officeDocument/2006/math">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𝑋</m:t>
                        </m:r>
                      </m:e>
                      <m:sub>
                        <m:r>
                          <a:rPr lang="en-US" altLang="zh-TW" sz="2800" i="1">
                            <a:latin typeface="Cambria Math" panose="02040503050406030204" pitchFamily="18" charset="0"/>
                            <a:ea typeface="新細明體" pitchFamily="-106" charset="-120"/>
                            <a:cs typeface="Times"/>
                          </a:rPr>
                          <m:t>1</m:t>
                        </m:r>
                      </m:sub>
                    </m:sSub>
                    <m:r>
                      <a:rPr lang="en-US" altLang="zh-TW" sz="2800" i="1">
                        <a:latin typeface="Cambria Math" panose="02040503050406030204" pitchFamily="18" charset="0"/>
                        <a:ea typeface="新細明體" pitchFamily="-106" charset="-120"/>
                        <a:cs typeface="Times"/>
                      </a:rPr>
                      <m:t>,…,</m:t>
                    </m:r>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𝑋</m:t>
                        </m:r>
                      </m:e>
                      <m:sub>
                        <m:r>
                          <a:rPr lang="en-US" altLang="zh-TW" sz="2800" i="1">
                            <a:latin typeface="Cambria Math" panose="02040503050406030204" pitchFamily="18" charset="0"/>
                            <a:ea typeface="新細明體" pitchFamily="-106" charset="-120"/>
                            <a:cs typeface="Times"/>
                          </a:rPr>
                          <m:t>𝑛</m:t>
                        </m:r>
                      </m:sub>
                    </m:sSub>
                  </m:oMath>
                </a14:m>
                <a:r>
                  <a:rPr lang="en-US" altLang="zh-TW" sz="2800" dirty="0">
                    <a:latin typeface="Corbel" panose="020B0503020204020204" pitchFamily="34" charset="0"/>
                    <a:ea typeface="新細明體" pitchFamily="-106" charset="-120"/>
                    <a:cs typeface="Times"/>
                  </a:rPr>
                  <a:t>; domains of size </a:t>
                </a:r>
                <a14:m>
                  <m:oMath xmlns:m="http://schemas.openxmlformats.org/officeDocument/2006/math">
                    <m:r>
                      <a:rPr lang="en-US" altLang="zh-TW" sz="2800" i="1">
                        <a:latin typeface="Cambria Math" panose="02040503050406030204" pitchFamily="18" charset="0"/>
                        <a:ea typeface="新細明體" pitchFamily="-106" charset="-120"/>
                        <a:cs typeface="Times"/>
                      </a:rPr>
                      <m:t>𝑑</m:t>
                    </m:r>
                  </m:oMath>
                </a14:m>
                <a:r>
                  <a:rPr lang="en-US" altLang="zh-TW" sz="2800" dirty="0">
                    <a:latin typeface="Corbel" panose="020B0503020204020204" pitchFamily="34" charset="0"/>
                    <a:ea typeface="新細明體" pitchFamily="-106" charset="-120"/>
                    <a:cs typeface="Times"/>
                  </a:rPr>
                  <a:t>. How big is their joint distribution table? </a:t>
                </a:r>
              </a:p>
              <a:p>
                <a:pPr marL="349250" indent="-349250">
                  <a:spcBef>
                    <a:spcPts val="1200"/>
                  </a:spcBef>
                </a:pPr>
                <a:r>
                  <a:rPr lang="en-US" altLang="zh-TW" sz="2800" dirty="0">
                    <a:latin typeface="Corbel" panose="020B0503020204020204" pitchFamily="34" charset="0"/>
                    <a:ea typeface="新細明體" pitchFamily="-106" charset="-120"/>
                    <a:cs typeface="Times"/>
                  </a:rPr>
                  <a:t>Suppose that </a:t>
                </a:r>
                <a14:m>
                  <m:oMath xmlns:m="http://schemas.openxmlformats.org/officeDocument/2006/math">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𝑋</m:t>
                        </m:r>
                      </m:e>
                      <m:sub>
                        <m:r>
                          <a:rPr lang="en-US" altLang="zh-TW" sz="2800" i="1">
                            <a:latin typeface="Cambria Math" panose="02040503050406030204" pitchFamily="18" charset="0"/>
                            <a:ea typeface="新細明體" pitchFamily="-106" charset="-120"/>
                            <a:cs typeface="Times"/>
                          </a:rPr>
                          <m:t>1</m:t>
                        </m:r>
                      </m:sub>
                    </m:sSub>
                    <m:r>
                      <a:rPr lang="en-US" altLang="zh-TW" sz="2800" i="1">
                        <a:latin typeface="Cambria Math" panose="02040503050406030204" pitchFamily="18" charset="0"/>
                        <a:ea typeface="新細明體" pitchFamily="-106" charset="-120"/>
                        <a:cs typeface="Times"/>
                      </a:rPr>
                      <m:t>,…,</m:t>
                    </m:r>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𝑋</m:t>
                        </m:r>
                      </m:e>
                      <m:sub>
                        <m:r>
                          <a:rPr lang="en-US" altLang="zh-TW" sz="2800" i="1">
                            <a:latin typeface="Cambria Math" panose="02040503050406030204" pitchFamily="18" charset="0"/>
                            <a:ea typeface="新細明體" pitchFamily="-106" charset="-120"/>
                            <a:cs typeface="Times"/>
                          </a:rPr>
                          <m:t>𝑛</m:t>
                        </m:r>
                      </m:sub>
                    </m:sSub>
                  </m:oMath>
                </a14:m>
                <a:r>
                  <a:rPr lang="en-US" altLang="zh-TW" sz="2800" dirty="0">
                    <a:latin typeface="Corbel" panose="020B0503020204020204" pitchFamily="34" charset="0"/>
                    <a:ea typeface="新細明體" pitchFamily="-106" charset="-120"/>
                    <a:cs typeface="Times"/>
                  </a:rPr>
                  <a:t> are independent: maintain only </a:t>
                </a:r>
                <a14:m>
                  <m:oMath xmlns:m="http://schemas.openxmlformats.org/officeDocument/2006/math">
                    <m:r>
                      <a:rPr lang="en-US" altLang="zh-TW" sz="2800" i="1">
                        <a:latin typeface="Cambria Math" panose="02040503050406030204" pitchFamily="18" charset="0"/>
                        <a:ea typeface="新細明體" pitchFamily="-106" charset="-120"/>
                        <a:cs typeface="Times"/>
                      </a:rPr>
                      <m:t>𝑑𝑛</m:t>
                    </m:r>
                  </m:oMath>
                </a14:m>
                <a:r>
                  <a:rPr lang="en-US" altLang="zh-TW" sz="2800" dirty="0">
                    <a:latin typeface="Corbel" panose="020B0503020204020204" pitchFamily="34" charset="0"/>
                    <a:ea typeface="新細明體" pitchFamily="-106" charset="-120"/>
                    <a:cs typeface="Times"/>
                  </a:rPr>
                  <a:t> values! </a:t>
                </a:r>
              </a:p>
              <a:p>
                <a:pPr marL="349250" indent="-349250">
                  <a:spcBef>
                    <a:spcPts val="1200"/>
                  </a:spcBef>
                </a:pPr>
                <a:r>
                  <a:rPr lang="en-US" altLang="zh-TW" sz="2800" dirty="0">
                    <a:latin typeface="Corbel" panose="020B0503020204020204" pitchFamily="34" charset="0"/>
                    <a:ea typeface="新細明體" pitchFamily="-106" charset="-120"/>
                    <a:cs typeface="Times"/>
                  </a:rPr>
                  <a:t>Independence is good (if you can find it)</a:t>
                </a:r>
              </a:p>
            </p:txBody>
          </p:sp>
        </mc:Choice>
        <mc:Fallback xmlns="">
          <p:sp>
            <p:nvSpPr>
              <p:cNvPr id="584707" name="Rectangle 3"/>
              <p:cNvSpPr>
                <a:spLocks noGrp="1" noRot="1" noChangeAspect="1" noMove="1" noResize="1" noEditPoints="1" noAdjustHandles="1" noChangeArrowheads="1" noChangeShapeType="1" noTextEdit="1"/>
              </p:cNvSpPr>
              <p:nvPr>
                <p:ph idx="1"/>
              </p:nvPr>
            </p:nvSpPr>
            <p:spPr>
              <a:xfrm>
                <a:off x="2136648" y="1600200"/>
                <a:ext cx="8153400" cy="4648200"/>
              </a:xfrm>
              <a:blipFill>
                <a:blip r:embed="rId3"/>
                <a:stretch>
                  <a:fillRect l="-467" t="-1635"/>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18</a:t>
            </a:fld>
            <a:endParaRPr lang="en-US" altLang="zh-TW"/>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754" name="Rectangle 2"/>
          <p:cNvSpPr>
            <a:spLocks noGrp="1" noChangeArrowheads="1"/>
          </p:cNvSpPr>
          <p:nvPr>
            <p:ph type="title"/>
          </p:nvPr>
        </p:nvSpPr>
        <p:spPr>
          <a:xfrm>
            <a:off x="2536614" y="189651"/>
            <a:ext cx="7704667" cy="758297"/>
          </a:xfrm>
        </p:spPr>
        <p:txBody>
          <a:bodyPr/>
          <a:lstStyle/>
          <a:p>
            <a:r>
              <a:rPr lang="en-US" altLang="zh-TW">
                <a:ea typeface="新細明體" pitchFamily="-106" charset="-120"/>
                <a:cs typeface="新細明體" pitchFamily="-106" charset="-120"/>
              </a:rPr>
              <a:t>Conditional Independence</a:t>
            </a:r>
          </a:p>
        </p:txBody>
      </p:sp>
      <mc:AlternateContent xmlns:mc="http://schemas.openxmlformats.org/markup-compatibility/2006" xmlns:a14="http://schemas.microsoft.com/office/drawing/2010/main">
        <mc:Choice Requires="a14">
          <p:sp>
            <p:nvSpPr>
              <p:cNvPr id="586755" name="Rectangle 3"/>
              <p:cNvSpPr>
                <a:spLocks noGrp="1" noChangeArrowheads="1"/>
              </p:cNvSpPr>
              <p:nvPr>
                <p:ph idx="1"/>
              </p:nvPr>
            </p:nvSpPr>
            <p:spPr>
              <a:xfrm>
                <a:off x="2362201" y="1356360"/>
                <a:ext cx="8099213" cy="3901441"/>
              </a:xfrm>
            </p:spPr>
            <p:txBody>
              <a:bodyPr>
                <a:normAutofit/>
              </a:bodyPr>
              <a:lstStyle/>
              <a:p>
                <a:pPr marL="0" indent="0">
                  <a:spcBef>
                    <a:spcPts val="600"/>
                  </a:spcBef>
                  <a:buNone/>
                </a:pPr>
                <a:r>
                  <a:rPr lang="en-US" altLang="zh-TW" sz="2800" dirty="0">
                    <a:latin typeface="Corbel" panose="020B0503020204020204" pitchFamily="34" charset="0"/>
                    <a:ea typeface="新細明體" pitchFamily="-106" charset="-120"/>
                    <a:cs typeface="Times"/>
                  </a:rPr>
                  <a:t>Suppose that we test for pneumonia using two tests</a:t>
                </a:r>
              </a:p>
              <a:p>
                <a:pPr marL="806450" lvl="1" indent="-349250">
                  <a:spcBef>
                    <a:spcPts val="600"/>
                  </a:spcBef>
                </a:pPr>
                <a:r>
                  <a:rPr lang="en-US" altLang="zh-TW" dirty="0">
                    <a:latin typeface="Corbel" panose="020B0503020204020204" pitchFamily="34" charset="0"/>
                    <a:ea typeface="新細明體" pitchFamily="-106" charset="-120"/>
                    <a:cs typeface="Times"/>
                  </a:rPr>
                  <a:t>Blood Test: </a:t>
                </a:r>
                <a14:m>
                  <m:oMath xmlns:m="http://schemas.openxmlformats.org/officeDocument/2006/math">
                    <m:r>
                      <a:rPr lang="en-US" altLang="zh-TW" i="1">
                        <a:latin typeface="Cambria Math" panose="02040503050406030204" pitchFamily="18" charset="0"/>
                        <a:ea typeface="新細明體" pitchFamily="-106" charset="-120"/>
                        <a:cs typeface="Times"/>
                      </a:rPr>
                      <m:t>𝐵</m:t>
                    </m:r>
                  </m:oMath>
                </a14:m>
                <a:endParaRPr lang="en-US" altLang="zh-TW" dirty="0">
                  <a:latin typeface="Corbel" panose="020B0503020204020204" pitchFamily="34" charset="0"/>
                  <a:ea typeface="新細明體" pitchFamily="-106" charset="-120"/>
                  <a:cs typeface="Times"/>
                </a:endParaRPr>
              </a:p>
              <a:p>
                <a:pPr marL="806450" lvl="1" indent="-349250">
                  <a:spcBef>
                    <a:spcPts val="600"/>
                  </a:spcBef>
                </a:pPr>
                <a:r>
                  <a:rPr lang="en-US" altLang="zh-TW" dirty="0">
                    <a:latin typeface="Corbel" panose="020B0503020204020204" pitchFamily="34" charset="0"/>
                    <a:ea typeface="新細明體" pitchFamily="-106" charset="-120"/>
                    <a:cs typeface="Times"/>
                  </a:rPr>
                  <a:t>Throat Swab: </a:t>
                </a:r>
                <a14:m>
                  <m:oMath xmlns:m="http://schemas.openxmlformats.org/officeDocument/2006/math">
                    <m:r>
                      <a:rPr lang="en-US" altLang="zh-TW" i="1">
                        <a:latin typeface="Cambria Math" panose="02040503050406030204" pitchFamily="18" charset="0"/>
                        <a:ea typeface="新細明體" pitchFamily="-106" charset="-120"/>
                        <a:cs typeface="Times"/>
                      </a:rPr>
                      <m:t>𝑇</m:t>
                    </m:r>
                  </m:oMath>
                </a14:m>
                <a:endParaRPr lang="en-US" altLang="zh-TW" sz="1800" dirty="0">
                  <a:latin typeface="Corbel" panose="020B0503020204020204" pitchFamily="34" charset="0"/>
                  <a:ea typeface="新細明體" pitchFamily="-106" charset="-120"/>
                  <a:cs typeface="Times"/>
                </a:endParaRPr>
              </a:p>
              <a:p>
                <a:pPr marL="349250" indent="-349250">
                  <a:spcBef>
                    <a:spcPts val="600"/>
                  </a:spcBef>
                </a:pPr>
                <a:r>
                  <a:rPr lang="en-US" altLang="zh-TW" sz="2800" dirty="0">
                    <a:latin typeface="Corbel" panose="020B0503020204020204" pitchFamily="34" charset="0"/>
                    <a:ea typeface="新細明體" pitchFamily="-106" charset="-120"/>
                    <a:cs typeface="Times"/>
                  </a:rPr>
                  <a:t>Are they fully independent? </a:t>
                </a:r>
              </a:p>
              <a:p>
                <a:pPr marL="349250" indent="-349250">
                  <a:spcBef>
                    <a:spcPts val="600"/>
                  </a:spcBef>
                </a:pPr>
                <a:r>
                  <a:rPr lang="en-US" altLang="zh-TW" sz="2800" dirty="0">
                    <a:latin typeface="Corbel" panose="020B0503020204020204" pitchFamily="34" charset="0"/>
                    <a:ea typeface="新細明體" pitchFamily="-106" charset="-120"/>
                    <a:cs typeface="Times"/>
                  </a:rPr>
                  <a:t>BUT: </a:t>
                </a:r>
                <a14:m>
                  <m:oMath xmlns:m="http://schemas.openxmlformats.org/officeDocument/2006/math">
                    <m:r>
                      <a:rPr lang="en-US" altLang="zh-TW" sz="2800" i="1">
                        <a:latin typeface="Cambria Math" panose="02040503050406030204" pitchFamily="18" charset="0"/>
                        <a:ea typeface="新細明體" pitchFamily="-106" charset="-120"/>
                        <a:cs typeface="Times"/>
                      </a:rPr>
                      <m:t>𝐵</m:t>
                    </m:r>
                    <m:r>
                      <a:rPr lang="en-US" altLang="zh-TW" sz="2800" i="1">
                        <a:latin typeface="Cambria Math" panose="02040503050406030204" pitchFamily="18" charset="0"/>
                        <a:ea typeface="新細明體" pitchFamily="-106" charset="-120"/>
                        <a:cs typeface="Times"/>
                      </a:rPr>
                      <m:t>,</m:t>
                    </m:r>
                    <m:r>
                      <a:rPr lang="en-US" altLang="zh-TW" sz="2800" i="1">
                        <a:latin typeface="Cambria Math" panose="02040503050406030204" pitchFamily="18" charset="0"/>
                        <a:ea typeface="新細明體" pitchFamily="-106" charset="-120"/>
                        <a:cs typeface="Times"/>
                      </a:rPr>
                      <m:t>𝑇</m:t>
                    </m:r>
                  </m:oMath>
                </a14:m>
                <a:r>
                  <a:rPr lang="en-US" altLang="zh-TW" sz="2800" dirty="0">
                    <a:latin typeface="Corbel" panose="020B0503020204020204" pitchFamily="34" charset="0"/>
                    <a:ea typeface="新細明體" pitchFamily="-106" charset="-120"/>
                    <a:cs typeface="Times"/>
                  </a:rPr>
                  <a:t> independent given knowledge of </a:t>
                </a:r>
                <a:r>
                  <a:rPr lang="en-US" altLang="zh-TW" sz="2800" b="1" dirty="0">
                    <a:latin typeface="Corbel" panose="020B0503020204020204" pitchFamily="34" charset="0"/>
                    <a:ea typeface="新細明體" pitchFamily="-106" charset="-120"/>
                    <a:cs typeface="Times"/>
                  </a:rPr>
                  <a:t>underlying cause</a:t>
                </a:r>
                <a:r>
                  <a:rPr lang="en-US" altLang="zh-TW" sz="2800" dirty="0">
                    <a:latin typeface="Corbel" panose="020B0503020204020204" pitchFamily="34" charset="0"/>
                    <a:ea typeface="新細明體" pitchFamily="-106" charset="-120"/>
                    <a:cs typeface="Times"/>
                  </a:rPr>
                  <a:t> </a:t>
                </a:r>
                <a14:m>
                  <m:oMath xmlns:m="http://schemas.openxmlformats.org/officeDocument/2006/math">
                    <m:r>
                      <a:rPr lang="en-US" altLang="zh-TW" sz="2800" i="1">
                        <a:latin typeface="Cambria Math" panose="02040503050406030204" pitchFamily="18" charset="0"/>
                        <a:ea typeface="新細明體" pitchFamily="-106" charset="-120"/>
                        <a:cs typeface="Times"/>
                      </a:rPr>
                      <m:t>𝑆</m:t>
                    </m:r>
                    <m:r>
                      <a:rPr lang="en-US" altLang="zh-TW" sz="2800" i="1">
                        <a:latin typeface="Cambria Math" panose="02040503050406030204" pitchFamily="18" charset="0"/>
                        <a:ea typeface="新細明體" pitchFamily="-106" charset="-120"/>
                        <a:cs typeface="Times"/>
                      </a:rPr>
                      <m:t>=</m:t>
                    </m:r>
                    <m:r>
                      <m:rPr>
                        <m:sty m:val="p"/>
                      </m:rPr>
                      <a:rPr lang="en-US" altLang="zh-TW" sz="2800">
                        <a:latin typeface="Cambria Math" panose="02040503050406030204" pitchFamily="18" charset="0"/>
                        <a:ea typeface="新細明體" pitchFamily="-106" charset="-120"/>
                        <a:cs typeface="Times"/>
                      </a:rPr>
                      <m:t>sick</m:t>
                    </m:r>
                  </m:oMath>
                </a14:m>
                <a:r>
                  <a:rPr lang="en-US" altLang="zh-TW" sz="2800" dirty="0">
                    <a:latin typeface="Corbel" panose="020B0503020204020204" pitchFamily="34" charset="0"/>
                    <a:ea typeface="新細明體" pitchFamily="-106" charset="-120"/>
                    <a:cs typeface="Times"/>
                  </a:rPr>
                  <a:t>! </a:t>
                </a:r>
              </a:p>
              <a:p>
                <a:pPr marL="0" indent="0">
                  <a:spcBef>
                    <a:spcPts val="600"/>
                  </a:spcBef>
                  <a:buNone/>
                </a:pPr>
                <a14:m>
                  <m:oMathPara xmlns:m="http://schemas.openxmlformats.org/officeDocument/2006/math">
                    <m:oMathParaPr>
                      <m:jc m:val="centerGroup"/>
                    </m:oMathParaPr>
                    <m:oMath xmlns:m="http://schemas.openxmlformats.org/officeDocument/2006/math">
                      <m:func>
                        <m:funcPr>
                          <m:ctrlPr>
                            <a:rPr lang="en-US" altLang="zh-TW" sz="2800" i="1">
                              <a:latin typeface="Cambria Math" panose="02040503050406030204" pitchFamily="18" charset="0"/>
                              <a:ea typeface="新細明體" pitchFamily="-106" charset="-120"/>
                              <a:cs typeface="Times"/>
                            </a:rPr>
                          </m:ctrlPr>
                        </m:funcPr>
                        <m:fName>
                          <m:r>
                            <m:rPr>
                              <m:sty m:val="p"/>
                            </m:rPr>
                            <a:rPr lang="en-US" altLang="zh-TW" sz="2800">
                              <a:latin typeface="Cambria Math" panose="02040503050406030204" pitchFamily="18" charset="0"/>
                              <a:ea typeface="新細明體" pitchFamily="-106" charset="-120"/>
                              <a:cs typeface="Times"/>
                            </a:rPr>
                            <m:t>Pr</m:t>
                          </m:r>
                        </m:fName>
                        <m:e>
                          <m:d>
                            <m:dPr>
                              <m:begChr m:val="["/>
                              <m:endChr m:val="]"/>
                              <m:sepChr m:val="∣"/>
                              <m:ctrlPr>
                                <a:rPr lang="en-US" altLang="zh-TW" sz="2800" i="1">
                                  <a:latin typeface="Cambria Math" panose="02040503050406030204" pitchFamily="18" charset="0"/>
                                  <a:ea typeface="新細明體" pitchFamily="-106" charset="-120"/>
                                  <a:cs typeface="Times"/>
                                </a:rPr>
                              </m:ctrlPr>
                            </m:dPr>
                            <m:e>
                              <m:r>
                                <a:rPr lang="en-US" altLang="zh-TW" sz="2800" i="1">
                                  <a:latin typeface="Cambria Math" panose="02040503050406030204" pitchFamily="18" charset="0"/>
                                  <a:ea typeface="新細明體" pitchFamily="-106" charset="-120"/>
                                  <a:cs typeface="Times"/>
                                </a:rPr>
                                <m:t>𝐵</m:t>
                              </m:r>
                              <m:r>
                                <a:rPr lang="en-US" altLang="zh-TW" sz="2800" i="1">
                                  <a:latin typeface="Cambria Math" panose="02040503050406030204" pitchFamily="18" charset="0"/>
                                  <a:ea typeface="新細明體" pitchFamily="-106" charset="-120"/>
                                  <a:cs typeface="Times"/>
                                </a:rPr>
                                <m:t>∧</m:t>
                              </m:r>
                              <m:r>
                                <a:rPr lang="en-US" altLang="zh-TW" sz="2800" i="1">
                                  <a:latin typeface="Cambria Math" panose="02040503050406030204" pitchFamily="18" charset="0"/>
                                  <a:ea typeface="新細明體" pitchFamily="-106" charset="-120"/>
                                  <a:cs typeface="Times"/>
                                </a:rPr>
                                <m:t>𝑇</m:t>
                              </m:r>
                            </m:e>
                            <m:e>
                              <m:r>
                                <a:rPr lang="en-US" altLang="zh-TW" sz="2800" i="1">
                                  <a:latin typeface="Cambria Math" panose="02040503050406030204" pitchFamily="18" charset="0"/>
                                  <a:ea typeface="新細明體" pitchFamily="-106" charset="-120"/>
                                  <a:cs typeface="Times"/>
                                </a:rPr>
                                <m:t>𝑆</m:t>
                              </m:r>
                            </m:e>
                          </m:d>
                        </m:e>
                      </m:func>
                      <m:r>
                        <a:rPr lang="en-US" altLang="zh-TW" sz="2800" i="1">
                          <a:latin typeface="Cambria Math" panose="02040503050406030204" pitchFamily="18" charset="0"/>
                          <a:ea typeface="新細明體" pitchFamily="-106" charset="-120"/>
                          <a:cs typeface="Times"/>
                        </a:rPr>
                        <m:t>=</m:t>
                      </m:r>
                      <m:func>
                        <m:funcPr>
                          <m:ctrlPr>
                            <a:rPr lang="en-US" altLang="zh-TW" sz="2800" i="1">
                              <a:latin typeface="Cambria Math" panose="02040503050406030204" pitchFamily="18" charset="0"/>
                              <a:ea typeface="新細明體" pitchFamily="-106" charset="-120"/>
                              <a:cs typeface="Times"/>
                            </a:rPr>
                          </m:ctrlPr>
                        </m:funcPr>
                        <m:fName>
                          <m:r>
                            <m:rPr>
                              <m:sty m:val="p"/>
                            </m:rPr>
                            <a:rPr lang="en-US" altLang="zh-TW" sz="2800">
                              <a:latin typeface="Cambria Math" panose="02040503050406030204" pitchFamily="18" charset="0"/>
                              <a:ea typeface="新細明體" pitchFamily="-106" charset="-120"/>
                              <a:cs typeface="Times"/>
                            </a:rPr>
                            <m:t>Pr</m:t>
                          </m:r>
                        </m:fName>
                        <m:e>
                          <m:d>
                            <m:dPr>
                              <m:begChr m:val="["/>
                              <m:endChr m:val="]"/>
                              <m:sepChr m:val="∣"/>
                              <m:ctrlPr>
                                <a:rPr lang="en-US" altLang="zh-TW" sz="2800" i="1">
                                  <a:latin typeface="Cambria Math" panose="02040503050406030204" pitchFamily="18" charset="0"/>
                                  <a:ea typeface="新細明體" pitchFamily="-106" charset="-120"/>
                                  <a:cs typeface="Times"/>
                                </a:rPr>
                              </m:ctrlPr>
                            </m:dPr>
                            <m:e>
                              <m:r>
                                <a:rPr lang="en-US" altLang="zh-TW" sz="2800" i="1">
                                  <a:latin typeface="Cambria Math" panose="02040503050406030204" pitchFamily="18" charset="0"/>
                                  <a:ea typeface="新細明體" pitchFamily="-106" charset="-120"/>
                                  <a:cs typeface="Times"/>
                                </a:rPr>
                                <m:t>𝐵</m:t>
                              </m:r>
                            </m:e>
                            <m:e>
                              <m:r>
                                <a:rPr lang="en-US" altLang="zh-TW" sz="2800" i="1">
                                  <a:latin typeface="Cambria Math" panose="02040503050406030204" pitchFamily="18" charset="0"/>
                                  <a:ea typeface="新細明體" pitchFamily="-106" charset="-120"/>
                                  <a:cs typeface="Times"/>
                                </a:rPr>
                                <m:t>𝑆</m:t>
                              </m:r>
                            </m:e>
                          </m:d>
                        </m:e>
                      </m:func>
                      <m:func>
                        <m:funcPr>
                          <m:ctrlPr>
                            <a:rPr lang="en-US" altLang="zh-TW" sz="2800" i="1">
                              <a:latin typeface="Cambria Math" panose="02040503050406030204" pitchFamily="18" charset="0"/>
                              <a:ea typeface="新細明體" pitchFamily="-106" charset="-120"/>
                              <a:cs typeface="Times"/>
                            </a:rPr>
                          </m:ctrlPr>
                        </m:funcPr>
                        <m:fName>
                          <m:r>
                            <m:rPr>
                              <m:sty m:val="p"/>
                            </m:rPr>
                            <a:rPr lang="en-US" altLang="zh-TW" sz="2800">
                              <a:latin typeface="Cambria Math" panose="02040503050406030204" pitchFamily="18" charset="0"/>
                              <a:ea typeface="新細明體" pitchFamily="-106" charset="-120"/>
                              <a:cs typeface="Times"/>
                            </a:rPr>
                            <m:t>Pr</m:t>
                          </m:r>
                        </m:fName>
                        <m:e>
                          <m:d>
                            <m:dPr>
                              <m:begChr m:val="["/>
                              <m:endChr m:val="]"/>
                              <m:sepChr m:val="∣"/>
                              <m:ctrlPr>
                                <a:rPr lang="en-US" altLang="zh-TW" sz="2800" i="1">
                                  <a:latin typeface="Cambria Math" panose="02040503050406030204" pitchFamily="18" charset="0"/>
                                  <a:ea typeface="新細明體" pitchFamily="-106" charset="-120"/>
                                  <a:cs typeface="Times"/>
                                </a:rPr>
                              </m:ctrlPr>
                            </m:dPr>
                            <m:e>
                              <m:r>
                                <a:rPr lang="en-US" altLang="zh-TW" sz="2800" i="1">
                                  <a:latin typeface="Cambria Math" panose="02040503050406030204" pitchFamily="18" charset="0"/>
                                  <a:ea typeface="新細明體" pitchFamily="-106" charset="-120"/>
                                  <a:cs typeface="Times"/>
                                </a:rPr>
                                <m:t>𝑇</m:t>
                              </m:r>
                            </m:e>
                            <m:e>
                              <m:r>
                                <a:rPr lang="en-US" altLang="zh-TW" sz="2800" i="1">
                                  <a:latin typeface="Cambria Math" panose="02040503050406030204" pitchFamily="18" charset="0"/>
                                  <a:ea typeface="新細明體" pitchFamily="-106" charset="-120"/>
                                  <a:cs typeface="Times"/>
                                </a:rPr>
                                <m:t>𝑆</m:t>
                              </m:r>
                            </m:e>
                          </m:d>
                        </m:e>
                      </m:func>
                    </m:oMath>
                  </m:oMathPara>
                </a14:m>
                <a:endParaRPr lang="en-US" altLang="zh-TW" sz="2800" dirty="0">
                  <a:latin typeface="Corbel" panose="020B0503020204020204" pitchFamily="34" charset="0"/>
                  <a:ea typeface="新細明體" pitchFamily="-106" charset="-120"/>
                  <a:cs typeface="Times"/>
                </a:endParaRPr>
              </a:p>
            </p:txBody>
          </p:sp>
        </mc:Choice>
        <mc:Fallback xmlns="">
          <p:sp>
            <p:nvSpPr>
              <p:cNvPr id="586755" name="Rectangle 3"/>
              <p:cNvSpPr>
                <a:spLocks noGrp="1" noRot="1" noChangeAspect="1" noMove="1" noResize="1" noEditPoints="1" noAdjustHandles="1" noChangeArrowheads="1" noChangeShapeType="1" noTextEdit="1"/>
              </p:cNvSpPr>
              <p:nvPr>
                <p:ph idx="1"/>
              </p:nvPr>
            </p:nvSpPr>
            <p:spPr>
              <a:xfrm>
                <a:off x="2362201" y="1356360"/>
                <a:ext cx="8099213" cy="3901441"/>
              </a:xfrm>
              <a:blipFill>
                <a:blip r:embed="rId3"/>
                <a:stretch>
                  <a:fillRect l="-1567" t="-1948"/>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19</a:t>
            </a:fld>
            <a:endParaRPr lang="en-US" altLang="zh-TW"/>
          </a:p>
        </p:txBody>
      </p:sp>
      <p:sp>
        <p:nvSpPr>
          <p:cNvPr id="2" name="Rectangle 1">
            <a:extLst>
              <a:ext uri="{FF2B5EF4-FFF2-40B4-BE49-F238E27FC236}">
                <a16:creationId xmlns:a16="http://schemas.microsoft.com/office/drawing/2014/main" id="{2588C694-60DB-3C4F-8C9D-7E16EE4291A6}"/>
              </a:ext>
            </a:extLst>
          </p:cNvPr>
          <p:cNvSpPr/>
          <p:nvPr/>
        </p:nvSpPr>
        <p:spPr>
          <a:xfrm>
            <a:off x="2565642" y="5519192"/>
            <a:ext cx="7193280" cy="954107"/>
          </a:xfrm>
          <a:prstGeom prst="rect">
            <a:avLst/>
          </a:prstGeom>
        </p:spPr>
        <p:txBody>
          <a:bodyPr wrap="square">
            <a:spAutoFit/>
          </a:bodyPr>
          <a:lstStyle/>
          <a:p>
            <a:pPr algn="r">
              <a:spcBef>
                <a:spcPts val="600"/>
              </a:spcBef>
            </a:pPr>
            <a:r>
              <a:rPr lang="en-US" altLang="zh-TW" sz="2800" dirty="0">
                <a:latin typeface="Corbel" panose="020B0503020204020204" pitchFamily="34" charset="0"/>
                <a:ea typeface="新細明體" pitchFamily="-106" charset="-120"/>
                <a:cs typeface="Times"/>
              </a:rPr>
              <a:t>“Tests were conducted independently, only related by the underlying sickness”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8" name="Rectangle 2"/>
          <p:cNvSpPr>
            <a:spLocks noGrp="1" noChangeArrowheads="1"/>
          </p:cNvSpPr>
          <p:nvPr>
            <p:ph type="title"/>
          </p:nvPr>
        </p:nvSpPr>
        <p:spPr>
          <a:xfrm>
            <a:off x="2506134" y="457202"/>
            <a:ext cx="7704667" cy="1066799"/>
          </a:xfrm>
        </p:spPr>
        <p:txBody>
          <a:bodyPr/>
          <a:lstStyle/>
          <a:p>
            <a:r>
              <a:rPr lang="en-US" altLang="zh-TW" dirty="0">
                <a:ea typeface="新細明體" pitchFamily="-106" charset="-120"/>
                <a:cs typeface="新細明體" pitchFamily="-106" charset="-120"/>
              </a:rPr>
              <a:t>Conditional Independence</a:t>
            </a:r>
          </a:p>
        </p:txBody>
      </p:sp>
      <mc:AlternateContent xmlns:mc="http://schemas.openxmlformats.org/markup-compatibility/2006" xmlns:a14="http://schemas.microsoft.com/office/drawing/2010/main">
        <mc:Choice Requires="a14">
          <p:sp>
            <p:nvSpPr>
              <p:cNvPr id="587779" name="Rectangle 3"/>
              <p:cNvSpPr>
                <a:spLocks noGrp="1" noChangeArrowheads="1"/>
              </p:cNvSpPr>
              <p:nvPr>
                <p:ph idx="1"/>
              </p:nvPr>
            </p:nvSpPr>
            <p:spPr>
              <a:xfrm>
                <a:off x="1981200" y="1371600"/>
                <a:ext cx="8377766" cy="4644498"/>
              </a:xfrm>
            </p:spPr>
            <p:txBody>
              <a:bodyPr>
                <a:noAutofit/>
              </a:bodyPr>
              <a:lstStyle/>
              <a:p>
                <a:pPr marL="349250" indent="-349250">
                  <a:spcBef>
                    <a:spcPts val="1200"/>
                  </a:spcBef>
                </a:pPr>
                <a:r>
                  <a:rPr lang="en-US" altLang="zh-TW" sz="2800" dirty="0">
                    <a:latin typeface="Corbel" panose="020B0503020204020204" pitchFamily="34" charset="0"/>
                    <a:ea typeface="新細明體" pitchFamily="-106" charset="-120"/>
                    <a:cs typeface="Times"/>
                  </a:rPr>
                  <a:t>Write out full joint distribution using chain rule:</a:t>
                </a:r>
              </a:p>
              <a:p>
                <a:pPr marL="0" indent="0">
                  <a:spcBef>
                    <a:spcPts val="1200"/>
                  </a:spcBef>
                  <a:buNone/>
                </a:pPr>
                <a14:m>
                  <m:oMathPara xmlns:m="http://schemas.openxmlformats.org/officeDocument/2006/math">
                    <m:oMathParaPr>
                      <m:jc m:val="centerGroup"/>
                    </m:oMathParaPr>
                    <m:oMath xmlns:m="http://schemas.openxmlformats.org/officeDocument/2006/math">
                      <m:func>
                        <m:funcPr>
                          <m:ctrlPr>
                            <a:rPr lang="en-US" altLang="zh-TW" sz="2800" i="1">
                              <a:latin typeface="Cambria Math" panose="02040503050406030204" pitchFamily="18" charset="0"/>
                              <a:ea typeface="新細明體" pitchFamily="-106" charset="-120"/>
                              <a:cs typeface="Times"/>
                            </a:rPr>
                          </m:ctrlPr>
                        </m:funcPr>
                        <m:fName>
                          <m:r>
                            <m:rPr>
                              <m:sty m:val="p"/>
                            </m:rPr>
                            <a:rPr lang="en-US" altLang="zh-TW" sz="2800">
                              <a:latin typeface="Cambria Math" panose="02040503050406030204" pitchFamily="18" charset="0"/>
                              <a:ea typeface="新細明體" pitchFamily="-106" charset="-120"/>
                              <a:cs typeface="Times"/>
                            </a:rPr>
                            <m:t>Pr</m:t>
                          </m:r>
                        </m:fName>
                        <m:e>
                          <m:d>
                            <m:dPr>
                              <m:begChr m:val="["/>
                              <m:endChr m:val="]"/>
                              <m:ctrlPr>
                                <a:rPr lang="en-US" altLang="zh-TW" sz="2800" i="1">
                                  <a:latin typeface="Cambria Math" panose="02040503050406030204" pitchFamily="18" charset="0"/>
                                  <a:ea typeface="新細明體" pitchFamily="-106" charset="-120"/>
                                  <a:cs typeface="Times"/>
                                </a:rPr>
                              </m:ctrlPr>
                            </m:dPr>
                            <m:e>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𝑇</m:t>
                                  </m:r>
                                </m:e>
                                <m:sub>
                                  <m:r>
                                    <a:rPr lang="en-US" altLang="zh-TW" sz="2800" i="1">
                                      <a:latin typeface="Cambria Math" panose="02040503050406030204" pitchFamily="18" charset="0"/>
                                      <a:ea typeface="新細明體" pitchFamily="-106" charset="-120"/>
                                      <a:cs typeface="Times"/>
                                    </a:rPr>
                                    <m:t>1</m:t>
                                  </m:r>
                                </m:sub>
                              </m:sSub>
                              <m:r>
                                <a:rPr lang="en-US" altLang="zh-TW" sz="2800" i="1">
                                  <a:latin typeface="Cambria Math" panose="02040503050406030204" pitchFamily="18" charset="0"/>
                                  <a:ea typeface="新細明體" pitchFamily="-106" charset="-120"/>
                                  <a:cs typeface="Times"/>
                                </a:rPr>
                                <m:t>∧</m:t>
                              </m:r>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𝑇</m:t>
                                  </m:r>
                                </m:e>
                                <m:sub>
                                  <m:r>
                                    <a:rPr lang="en-US" altLang="zh-TW" sz="2800" i="1">
                                      <a:latin typeface="Cambria Math" panose="02040503050406030204" pitchFamily="18" charset="0"/>
                                      <a:ea typeface="新細明體" pitchFamily="-106" charset="-120"/>
                                      <a:cs typeface="Times"/>
                                    </a:rPr>
                                    <m:t>2</m:t>
                                  </m:r>
                                </m:sub>
                              </m:sSub>
                              <m:r>
                                <a:rPr lang="en-US" altLang="zh-TW" sz="2800" i="1">
                                  <a:latin typeface="Cambria Math" panose="02040503050406030204" pitchFamily="18" charset="0"/>
                                  <a:ea typeface="新細明體" pitchFamily="-106" charset="-120"/>
                                  <a:cs typeface="Times"/>
                                </a:rPr>
                                <m:t>∧…∧</m:t>
                              </m:r>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𝑇</m:t>
                                  </m:r>
                                </m:e>
                                <m:sub>
                                  <m:r>
                                    <a:rPr lang="en-US" altLang="zh-TW" sz="2800" i="1">
                                      <a:latin typeface="Cambria Math" panose="02040503050406030204" pitchFamily="18" charset="0"/>
                                      <a:ea typeface="新細明體" pitchFamily="-106" charset="-120"/>
                                      <a:cs typeface="Times"/>
                                    </a:rPr>
                                    <m:t>𝑘</m:t>
                                  </m:r>
                                </m:sub>
                              </m:sSub>
                              <m:r>
                                <a:rPr lang="en-US" altLang="zh-TW" sz="2800" i="1" smtClean="0">
                                  <a:latin typeface="Cambria Math" panose="02040503050406030204" pitchFamily="18" charset="0"/>
                                  <a:ea typeface="新細明體" pitchFamily="-106" charset="-120"/>
                                  <a:cs typeface="Times"/>
                                </a:rPr>
                                <m:t>∧</m:t>
                              </m:r>
                              <m:r>
                                <a:rPr lang="en-US" altLang="zh-TW" sz="2800" i="1">
                                  <a:latin typeface="Cambria Math" panose="02040503050406030204" pitchFamily="18" charset="0"/>
                                  <a:ea typeface="新細明體" pitchFamily="-106" charset="-120"/>
                                  <a:cs typeface="Times"/>
                                </a:rPr>
                                <m:t>𝑆</m:t>
                              </m:r>
                            </m:e>
                          </m:d>
                        </m:e>
                      </m:func>
                      <m:r>
                        <a:rPr lang="en-US" altLang="zh-TW" sz="2800" i="1">
                          <a:latin typeface="Cambria Math" panose="02040503050406030204" pitchFamily="18" charset="0"/>
                          <a:ea typeface="新細明體" pitchFamily="-106" charset="-120"/>
                          <a:cs typeface="Times"/>
                        </a:rPr>
                        <m:t>=</m:t>
                      </m:r>
                      <m:func>
                        <m:funcPr>
                          <m:ctrlPr>
                            <a:rPr lang="en-US" altLang="zh-TW" sz="2800" i="1">
                              <a:latin typeface="Cambria Math" panose="02040503050406030204" pitchFamily="18" charset="0"/>
                              <a:ea typeface="新細明體" pitchFamily="-106" charset="-120"/>
                              <a:cs typeface="Times"/>
                            </a:rPr>
                          </m:ctrlPr>
                        </m:funcPr>
                        <m:fName>
                          <m:r>
                            <m:rPr>
                              <m:sty m:val="p"/>
                            </m:rPr>
                            <a:rPr lang="en-US" altLang="zh-TW" sz="2800">
                              <a:latin typeface="Cambria Math" panose="02040503050406030204" pitchFamily="18" charset="0"/>
                              <a:ea typeface="新細明體" pitchFamily="-106" charset="-120"/>
                              <a:cs typeface="Times"/>
                            </a:rPr>
                            <m:t>Pr</m:t>
                          </m:r>
                        </m:fName>
                        <m:e>
                          <m:d>
                            <m:dPr>
                              <m:begChr m:val="["/>
                              <m:endChr m:val="]"/>
                              <m:sepChr m:val="∣"/>
                              <m:ctrlPr>
                                <a:rPr lang="en-US" altLang="zh-TW" sz="2800" i="1">
                                  <a:latin typeface="Cambria Math" panose="02040503050406030204" pitchFamily="18" charset="0"/>
                                  <a:ea typeface="新細明體" pitchFamily="-106" charset="-120"/>
                                  <a:cs typeface="Times"/>
                                </a:rPr>
                              </m:ctrlPr>
                            </m:dPr>
                            <m:e>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𝑇</m:t>
                                  </m:r>
                                </m:e>
                                <m:sub>
                                  <m:r>
                                    <a:rPr lang="en-US" altLang="zh-TW" sz="2800" i="1">
                                      <a:latin typeface="Cambria Math" panose="02040503050406030204" pitchFamily="18" charset="0"/>
                                      <a:ea typeface="新細明體" pitchFamily="-106" charset="-120"/>
                                      <a:cs typeface="Times"/>
                                    </a:rPr>
                                    <m:t>1</m:t>
                                  </m:r>
                                </m:sub>
                              </m:sSub>
                            </m:e>
                            <m:e>
                              <m:r>
                                <a:rPr lang="en-US" altLang="zh-TW" sz="2800" i="1">
                                  <a:latin typeface="Cambria Math" panose="02040503050406030204" pitchFamily="18" charset="0"/>
                                  <a:ea typeface="新細明體" pitchFamily="-106" charset="-120"/>
                                  <a:cs typeface="Times"/>
                                </a:rPr>
                                <m:t>𝑆</m:t>
                              </m:r>
                            </m:e>
                          </m:d>
                        </m:e>
                      </m:func>
                      <m:func>
                        <m:funcPr>
                          <m:ctrlPr>
                            <a:rPr lang="en-US" altLang="zh-TW" sz="2800" i="1">
                              <a:latin typeface="Cambria Math" panose="02040503050406030204" pitchFamily="18" charset="0"/>
                              <a:ea typeface="新細明體" pitchFamily="-106" charset="-120"/>
                              <a:cs typeface="Times"/>
                            </a:rPr>
                          </m:ctrlPr>
                        </m:funcPr>
                        <m:fName>
                          <m:r>
                            <m:rPr>
                              <m:sty m:val="p"/>
                            </m:rPr>
                            <a:rPr lang="en-US" altLang="zh-TW" sz="2800">
                              <a:latin typeface="Cambria Math" panose="02040503050406030204" pitchFamily="18" charset="0"/>
                              <a:ea typeface="新細明體" pitchFamily="-106" charset="-120"/>
                              <a:cs typeface="Times"/>
                            </a:rPr>
                            <m:t>Pr</m:t>
                          </m:r>
                        </m:fName>
                        <m:e>
                          <m:d>
                            <m:dPr>
                              <m:begChr m:val="["/>
                              <m:endChr m:val="]"/>
                              <m:sepChr m:val="∣"/>
                              <m:ctrlPr>
                                <a:rPr lang="en-US" altLang="zh-TW" sz="2800" i="1">
                                  <a:latin typeface="Cambria Math" panose="02040503050406030204" pitchFamily="18" charset="0"/>
                                  <a:ea typeface="新細明體" pitchFamily="-106" charset="-120"/>
                                  <a:cs typeface="Times"/>
                                </a:rPr>
                              </m:ctrlPr>
                            </m:dPr>
                            <m:e>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𝑇</m:t>
                                  </m:r>
                                </m:e>
                                <m:sub>
                                  <m:r>
                                    <a:rPr lang="en-US" altLang="zh-TW" sz="2800" i="1">
                                      <a:latin typeface="Cambria Math" panose="02040503050406030204" pitchFamily="18" charset="0"/>
                                      <a:ea typeface="新細明體" pitchFamily="-106" charset="-120"/>
                                      <a:cs typeface="Times"/>
                                    </a:rPr>
                                    <m:t>2</m:t>
                                  </m:r>
                                </m:sub>
                              </m:sSub>
                            </m:e>
                            <m:e>
                              <m:r>
                                <a:rPr lang="en-US" altLang="zh-TW" sz="2800" i="1">
                                  <a:latin typeface="Cambria Math" panose="02040503050406030204" pitchFamily="18" charset="0"/>
                                  <a:ea typeface="新細明體" pitchFamily="-106" charset="-120"/>
                                  <a:cs typeface="Times"/>
                                </a:rPr>
                                <m:t>𝑆</m:t>
                              </m:r>
                            </m:e>
                          </m:d>
                        </m:e>
                      </m:func>
                      <m:r>
                        <a:rPr lang="en-US" altLang="zh-TW" sz="2800" i="1">
                          <a:latin typeface="Cambria Math" panose="02040503050406030204" pitchFamily="18" charset="0"/>
                          <a:ea typeface="新細明體" pitchFamily="-106" charset="-120"/>
                          <a:cs typeface="Times"/>
                        </a:rPr>
                        <m:t>⋯</m:t>
                      </m:r>
                      <m:func>
                        <m:funcPr>
                          <m:ctrlPr>
                            <a:rPr lang="en-US" altLang="zh-TW" sz="2800" i="1">
                              <a:latin typeface="Cambria Math" panose="02040503050406030204" pitchFamily="18" charset="0"/>
                              <a:ea typeface="新細明體" pitchFamily="-106" charset="-120"/>
                              <a:cs typeface="Times"/>
                            </a:rPr>
                          </m:ctrlPr>
                        </m:funcPr>
                        <m:fName>
                          <m:r>
                            <m:rPr>
                              <m:sty m:val="p"/>
                            </m:rPr>
                            <a:rPr lang="en-US" altLang="zh-TW" sz="2800">
                              <a:latin typeface="Cambria Math" panose="02040503050406030204" pitchFamily="18" charset="0"/>
                              <a:ea typeface="新細明體" pitchFamily="-106" charset="-120"/>
                              <a:cs typeface="Times"/>
                            </a:rPr>
                            <m:t>Pr</m:t>
                          </m:r>
                        </m:fName>
                        <m:e>
                          <m:d>
                            <m:dPr>
                              <m:begChr m:val="["/>
                              <m:endChr m:val="]"/>
                              <m:sepChr m:val="∣"/>
                              <m:ctrlPr>
                                <a:rPr lang="en-US" altLang="zh-TW" sz="2800" i="1">
                                  <a:latin typeface="Cambria Math" panose="02040503050406030204" pitchFamily="18" charset="0"/>
                                  <a:ea typeface="新細明體" pitchFamily="-106" charset="-120"/>
                                  <a:cs typeface="Times"/>
                                </a:rPr>
                              </m:ctrlPr>
                            </m:dPr>
                            <m:e>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𝑇</m:t>
                                  </m:r>
                                </m:e>
                                <m:sub>
                                  <m:r>
                                    <a:rPr lang="en-US" altLang="zh-TW" sz="2800" i="1">
                                      <a:latin typeface="Cambria Math" panose="02040503050406030204" pitchFamily="18" charset="0"/>
                                      <a:ea typeface="新細明體" pitchFamily="-106" charset="-120"/>
                                      <a:cs typeface="Times"/>
                                    </a:rPr>
                                    <m:t>𝑘</m:t>
                                  </m:r>
                                </m:sub>
                              </m:sSub>
                            </m:e>
                            <m:e>
                              <m:r>
                                <a:rPr lang="en-US" altLang="zh-TW" sz="2800" i="1">
                                  <a:latin typeface="Cambria Math" panose="02040503050406030204" pitchFamily="18" charset="0"/>
                                  <a:ea typeface="新細明體" pitchFamily="-106" charset="-120"/>
                                  <a:cs typeface="Times"/>
                                </a:rPr>
                                <m:t>𝑆</m:t>
                              </m:r>
                            </m:e>
                          </m:d>
                        </m:e>
                      </m:func>
                      <m:func>
                        <m:funcPr>
                          <m:ctrlPr>
                            <a:rPr lang="en-US" altLang="zh-TW" sz="2800" i="1">
                              <a:latin typeface="Cambria Math" panose="02040503050406030204" pitchFamily="18" charset="0"/>
                              <a:ea typeface="新細明體" pitchFamily="-106" charset="-120"/>
                              <a:cs typeface="Times"/>
                            </a:rPr>
                          </m:ctrlPr>
                        </m:funcPr>
                        <m:fName>
                          <m:r>
                            <m:rPr>
                              <m:sty m:val="p"/>
                            </m:rPr>
                            <a:rPr lang="en-US" altLang="zh-TW" sz="2800">
                              <a:latin typeface="Cambria Math" panose="02040503050406030204" pitchFamily="18" charset="0"/>
                              <a:ea typeface="新細明體" pitchFamily="-106" charset="-120"/>
                              <a:cs typeface="Times"/>
                            </a:rPr>
                            <m:t>Pr</m:t>
                          </m:r>
                        </m:fName>
                        <m:e>
                          <m:d>
                            <m:dPr>
                              <m:begChr m:val="["/>
                              <m:endChr m:val="]"/>
                              <m:ctrlPr>
                                <a:rPr lang="en-US" altLang="zh-TW" sz="2800" i="1">
                                  <a:latin typeface="Cambria Math" panose="02040503050406030204" pitchFamily="18" charset="0"/>
                                  <a:ea typeface="新細明體" pitchFamily="-106" charset="-120"/>
                                  <a:cs typeface="Times"/>
                                </a:rPr>
                              </m:ctrlPr>
                            </m:dPr>
                            <m:e>
                              <m:r>
                                <a:rPr lang="en-US" altLang="zh-TW" sz="2800" i="1">
                                  <a:latin typeface="Cambria Math" panose="02040503050406030204" pitchFamily="18" charset="0"/>
                                  <a:ea typeface="新細明體" pitchFamily="-106" charset="-120"/>
                                  <a:cs typeface="Times"/>
                                </a:rPr>
                                <m:t>𝑆</m:t>
                              </m:r>
                            </m:e>
                          </m:d>
                        </m:e>
                      </m:func>
                    </m:oMath>
                  </m:oMathPara>
                </a14:m>
                <a:endParaRPr lang="en-US" altLang="zh-TW" b="0" dirty="0">
                  <a:solidFill>
                    <a:schemeClr val="tx1"/>
                  </a:solidFill>
                  <a:latin typeface="Corbel" panose="020B0503020204020204" pitchFamily="34" charset="0"/>
                  <a:ea typeface="新細明體" pitchFamily="-106" charset="-120"/>
                  <a:cs typeface="Times"/>
                </a:endParaRPr>
              </a:p>
              <a:p>
                <a:pPr>
                  <a:spcBef>
                    <a:spcPts val="1200"/>
                  </a:spcBef>
                </a:pPr>
                <a:r>
                  <a:rPr lang="en-US" altLang="zh-TW" sz="2800" dirty="0">
                    <a:latin typeface="Corbel" panose="020B0503020204020204" pitchFamily="34" charset="0"/>
                    <a:ea typeface="新細明體" pitchFamily="-106" charset="-120"/>
                    <a:cs typeface="Times"/>
                  </a:rPr>
                  <a:t>Joint distribution of </a:t>
                </a:r>
                <a14:m>
                  <m:oMath xmlns:m="http://schemas.openxmlformats.org/officeDocument/2006/math">
                    <m:r>
                      <a:rPr lang="en-US" altLang="zh-TW" sz="2800" i="1">
                        <a:latin typeface="Cambria Math" panose="02040503050406030204" pitchFamily="18" charset="0"/>
                        <a:ea typeface="新細明體" pitchFamily="-106" charset="-120"/>
                        <a:cs typeface="Times"/>
                      </a:rPr>
                      <m:t>𝑛</m:t>
                    </m:r>
                  </m:oMath>
                </a14:m>
                <a:r>
                  <a:rPr lang="en-US" altLang="zh-TW" sz="2800" dirty="0">
                    <a:latin typeface="Corbel" panose="020B0503020204020204" pitchFamily="34" charset="0"/>
                    <a:ea typeface="新細明體" pitchFamily="-106" charset="-120"/>
                    <a:cs typeface="Times"/>
                  </a:rPr>
                  <a:t> Boolean RVs: </a:t>
                </a:r>
                <a14:m>
                  <m:oMath xmlns:m="http://schemas.openxmlformats.org/officeDocument/2006/math">
                    <m:sSup>
                      <m:sSupPr>
                        <m:ctrlPr>
                          <a:rPr lang="en-US" altLang="zh-TW" sz="2800" i="1">
                            <a:latin typeface="Cambria Math" panose="02040503050406030204" pitchFamily="18" charset="0"/>
                            <a:ea typeface="新細明體" pitchFamily="-106" charset="-120"/>
                            <a:cs typeface="Times"/>
                          </a:rPr>
                        </m:ctrlPr>
                      </m:sSupPr>
                      <m:e>
                        <m:r>
                          <a:rPr lang="en-US" altLang="zh-TW" sz="2800" i="1">
                            <a:latin typeface="Cambria Math" panose="02040503050406030204" pitchFamily="18" charset="0"/>
                            <a:ea typeface="新細明體" pitchFamily="-106" charset="-120"/>
                            <a:cs typeface="Times"/>
                          </a:rPr>
                          <m:t>2</m:t>
                        </m:r>
                      </m:e>
                      <m:sup>
                        <m:r>
                          <a:rPr lang="en-US" altLang="zh-TW" sz="2800" i="1">
                            <a:latin typeface="Cambria Math" panose="02040503050406030204" pitchFamily="18" charset="0"/>
                            <a:ea typeface="新細明體" pitchFamily="-106" charset="-120"/>
                            <a:cs typeface="Times"/>
                          </a:rPr>
                          <m:t>𝑛</m:t>
                        </m:r>
                      </m:sup>
                    </m:sSup>
                    <m:r>
                      <a:rPr lang="en-US" altLang="zh-TW" sz="2800" i="1">
                        <a:latin typeface="Cambria Math" panose="02040503050406030204" pitchFamily="18" charset="0"/>
                        <a:ea typeface="新細明體" pitchFamily="-106" charset="-120"/>
                        <a:cs typeface="Times"/>
                      </a:rPr>
                      <m:t>−1</m:t>
                    </m:r>
                  </m:oMath>
                </a14:m>
                <a:r>
                  <a:rPr lang="en-US" altLang="zh-TW" sz="2800" dirty="0">
                    <a:latin typeface="Corbel" panose="020B0503020204020204" pitchFamily="34" charset="0"/>
                    <a:ea typeface="新細明體" pitchFamily="-106" charset="-120"/>
                    <a:cs typeface="Times"/>
                  </a:rPr>
                  <a:t> entries.</a:t>
                </a:r>
              </a:p>
              <a:p>
                <a:pPr marL="349250" indent="-349250">
                  <a:spcBef>
                    <a:spcPts val="1200"/>
                  </a:spcBef>
                </a:pPr>
                <a:r>
                  <a:rPr lang="en-US" altLang="zh-TW" sz="2800" dirty="0">
                    <a:latin typeface="Corbel" panose="020B0503020204020204" pitchFamily="34" charset="0"/>
                    <a:ea typeface="新細明體" pitchFamily="-106" charset="-120"/>
                    <a:cs typeface="Times"/>
                  </a:rPr>
                  <a:t>Conditional independence: linear!</a:t>
                </a:r>
              </a:p>
              <a:p>
                <a:pPr marL="349250" indent="-349250">
                  <a:spcBef>
                    <a:spcPts val="1200"/>
                  </a:spcBef>
                </a:pPr>
                <a:r>
                  <a:rPr lang="en-US" altLang="zh-TW" sz="2800" dirty="0">
                    <a:latin typeface="Corbel" panose="020B0503020204020204" pitchFamily="34" charset="0"/>
                    <a:ea typeface="新細明體" pitchFamily="-106" charset="-120"/>
                    <a:cs typeface="Times"/>
                  </a:rPr>
                  <a:t>Conditional independence is more robust and common than absolute independence</a:t>
                </a:r>
              </a:p>
            </p:txBody>
          </p:sp>
        </mc:Choice>
        <mc:Fallback xmlns="">
          <p:sp>
            <p:nvSpPr>
              <p:cNvPr id="587779" name="Rectangle 3"/>
              <p:cNvSpPr>
                <a:spLocks noGrp="1" noRot="1" noChangeAspect="1" noMove="1" noResize="1" noEditPoints="1" noAdjustHandles="1" noChangeArrowheads="1" noChangeShapeType="1" noTextEdit="1"/>
              </p:cNvSpPr>
              <p:nvPr>
                <p:ph idx="1"/>
              </p:nvPr>
            </p:nvSpPr>
            <p:spPr>
              <a:xfrm>
                <a:off x="1981200" y="1371600"/>
                <a:ext cx="8377766" cy="4644498"/>
              </a:xfrm>
              <a:blipFill>
                <a:blip r:embed="rId3"/>
                <a:stretch>
                  <a:fillRect l="-455" t="-1639"/>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20</a:t>
            </a:fld>
            <a:endParaRPr lang="en-US" altLang="zh-TW"/>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6" name="Rectangle 2"/>
          <p:cNvSpPr>
            <a:spLocks noGrp="1" noChangeArrowheads="1"/>
          </p:cNvSpPr>
          <p:nvPr>
            <p:ph type="title"/>
          </p:nvPr>
        </p:nvSpPr>
        <p:spPr>
          <a:xfrm>
            <a:off x="1358154" y="457202"/>
            <a:ext cx="8852648" cy="990599"/>
          </a:xfrm>
        </p:spPr>
        <p:txBody>
          <a:bodyPr>
            <a:noAutofit/>
          </a:bodyPr>
          <a:lstStyle/>
          <a:p>
            <a:r>
              <a:rPr lang="en-US" altLang="zh-TW" sz="3600" dirty="0">
                <a:ea typeface="新細明體" pitchFamily="-106" charset="-120"/>
                <a:cs typeface="新細明體" pitchFamily="-106" charset="-120"/>
              </a:rPr>
              <a:t>Bayes’ Rule and Conditional Independence</a:t>
            </a:r>
          </a:p>
        </p:txBody>
      </p:sp>
      <mc:AlternateContent xmlns:mc="http://schemas.openxmlformats.org/markup-compatibility/2006">
        <mc:Choice xmlns:a14="http://schemas.microsoft.com/office/drawing/2010/main" Requires="a14">
          <p:sp>
            <p:nvSpPr>
              <p:cNvPr id="589827" name="Rectangle 3"/>
              <p:cNvSpPr>
                <a:spLocks noGrp="1" noChangeArrowheads="1"/>
              </p:cNvSpPr>
              <p:nvPr>
                <p:ph idx="1"/>
              </p:nvPr>
            </p:nvSpPr>
            <p:spPr>
              <a:xfrm>
                <a:off x="1035424" y="1632483"/>
                <a:ext cx="10515600" cy="3472917"/>
              </a:xfrm>
            </p:spPr>
            <p:txBody>
              <a:bodyPr>
                <a:noAutofit/>
              </a:bodyPr>
              <a:lstStyle/>
              <a:p>
                <a:pPr marL="349250" indent="-349250">
                  <a:spcBef>
                    <a:spcPts val="1000"/>
                  </a:spcBef>
                  <a:buNone/>
                </a:pPr>
                <a:r>
                  <a:rPr lang="en-US" altLang="zh-TW" dirty="0">
                    <a:latin typeface="Corbel" panose="020B0503020204020204" pitchFamily="34" charset="0"/>
                    <a:ea typeface="新細明體" pitchFamily="-106" charset="-120"/>
                    <a:cs typeface="Times"/>
                  </a:rPr>
                  <a:t>A cause (heavy rain) can have several conditionally independent effects (Alice takes umbrella, Bob takes umbrella, Claire takes umbrella…)</a:t>
                </a:r>
              </a:p>
              <a:p>
                <a:pPr marL="0" indent="0">
                  <a:spcBef>
                    <a:spcPts val="1000"/>
                  </a:spcBef>
                  <a:buNone/>
                </a:pPr>
                <a14:m>
                  <m:oMathPara xmlns:m="http://schemas.openxmlformats.org/officeDocument/2006/math">
                    <m:oMathParaPr>
                      <m:jc m:val="centerGroup"/>
                    </m:oMathParaPr>
                    <m:oMath xmlns:m="http://schemas.openxmlformats.org/officeDocument/2006/math">
                      <m:func>
                        <m:funcPr>
                          <m:ctrlPr>
                            <a:rPr lang="en-US" altLang="zh-TW" b="0" i="1" smtClean="0">
                              <a:latin typeface="Cambria Math" panose="02040503050406030204" pitchFamily="18" charset="0"/>
                              <a:ea typeface="新細明體" pitchFamily="-106" charset="-120"/>
                              <a:cs typeface="Times"/>
                            </a:rPr>
                          </m:ctrlPr>
                        </m:funcPr>
                        <m:fName>
                          <m:r>
                            <m:rPr>
                              <m:sty m:val="p"/>
                            </m:rPr>
                            <a:rPr lang="en-US" altLang="zh-TW" b="0" i="0" smtClean="0">
                              <a:latin typeface="Cambria Math" panose="02040503050406030204" pitchFamily="18" charset="0"/>
                              <a:ea typeface="新細明體" pitchFamily="-106" charset="-120"/>
                              <a:cs typeface="Times"/>
                            </a:rPr>
                            <m:t>Pr</m:t>
                          </m:r>
                        </m:fName>
                        <m:e>
                          <m:d>
                            <m:dPr>
                              <m:begChr m:val="["/>
                              <m:endChr m:val="]"/>
                              <m:sepChr m:val="∣"/>
                              <m:ctrlPr>
                                <a:rPr lang="en-US" altLang="zh-TW" b="0" i="1" smtClean="0">
                                  <a:latin typeface="Cambria Math" panose="02040503050406030204" pitchFamily="18" charset="0"/>
                                  <a:ea typeface="新細明體" pitchFamily="-106" charset="-120"/>
                                  <a:cs typeface="Times"/>
                                </a:rPr>
                              </m:ctrlPr>
                            </m:dPr>
                            <m:e>
                              <m:r>
                                <a:rPr lang="en-US" altLang="zh-TW" b="0" i="1" smtClean="0">
                                  <a:latin typeface="Cambria Math" panose="02040503050406030204" pitchFamily="18" charset="0"/>
                                  <a:ea typeface="新細明體" pitchFamily="-106" charset="-120"/>
                                  <a:cs typeface="Times"/>
                                </a:rPr>
                                <m:t>𝐶𝑎𝑢𝑠𝑒</m:t>
                              </m:r>
                            </m:e>
                            <m:e>
                              <m:sSub>
                                <m:sSubPr>
                                  <m:ctrlPr>
                                    <a:rPr lang="en-US" altLang="zh-TW" b="0" i="1" smtClean="0">
                                      <a:latin typeface="Cambria Math" panose="02040503050406030204" pitchFamily="18" charset="0"/>
                                      <a:ea typeface="新細明體" pitchFamily="-106" charset="-120"/>
                                      <a:cs typeface="Times"/>
                                    </a:rPr>
                                  </m:ctrlPr>
                                </m:sSubPr>
                                <m:e>
                                  <m:r>
                                    <a:rPr lang="en-US" altLang="zh-TW" b="0" i="1" smtClean="0">
                                      <a:latin typeface="Cambria Math" panose="02040503050406030204" pitchFamily="18" charset="0"/>
                                      <a:ea typeface="新細明體" pitchFamily="-106" charset="-120"/>
                                      <a:cs typeface="Times"/>
                                    </a:rPr>
                                    <m:t>𝐸</m:t>
                                  </m:r>
                                </m:e>
                                <m:sub>
                                  <m:r>
                                    <a:rPr lang="en-US" altLang="zh-TW" b="0" i="1" smtClean="0">
                                      <a:latin typeface="Cambria Math" panose="02040503050406030204" pitchFamily="18" charset="0"/>
                                      <a:ea typeface="新細明體" pitchFamily="-106" charset="-120"/>
                                      <a:cs typeface="Times"/>
                                    </a:rPr>
                                    <m:t>1</m:t>
                                  </m:r>
                                </m:sub>
                              </m:sSub>
                              <m:r>
                                <a:rPr lang="en-US" altLang="zh-TW" b="0" i="1" smtClean="0">
                                  <a:latin typeface="Cambria Math" panose="02040503050406030204" pitchFamily="18" charset="0"/>
                                  <a:ea typeface="新細明體" pitchFamily="-106" charset="-120"/>
                                  <a:cs typeface="Times"/>
                                </a:rPr>
                                <m:t>…</m:t>
                              </m:r>
                              <m:sSub>
                                <m:sSubPr>
                                  <m:ctrlPr>
                                    <a:rPr lang="en-US" altLang="zh-TW" b="0" i="1" smtClean="0">
                                      <a:latin typeface="Cambria Math" panose="02040503050406030204" pitchFamily="18" charset="0"/>
                                      <a:ea typeface="新細明體" pitchFamily="-106" charset="-120"/>
                                      <a:cs typeface="Times"/>
                                    </a:rPr>
                                  </m:ctrlPr>
                                </m:sSubPr>
                                <m:e>
                                  <m:r>
                                    <a:rPr lang="en-US" altLang="zh-TW" b="0" i="1" smtClean="0">
                                      <a:latin typeface="Cambria Math" panose="02040503050406030204" pitchFamily="18" charset="0"/>
                                      <a:ea typeface="新細明體" pitchFamily="-106" charset="-120"/>
                                      <a:cs typeface="Times"/>
                                    </a:rPr>
                                    <m:t>𝐸</m:t>
                                  </m:r>
                                </m:e>
                                <m:sub>
                                  <m:r>
                                    <a:rPr lang="en-US" altLang="zh-TW" b="0" i="1" smtClean="0">
                                      <a:latin typeface="Cambria Math" panose="02040503050406030204" pitchFamily="18" charset="0"/>
                                      <a:ea typeface="新細明體" pitchFamily="-106" charset="-120"/>
                                      <a:cs typeface="Times"/>
                                    </a:rPr>
                                    <m:t>𝑛</m:t>
                                  </m:r>
                                </m:sub>
                              </m:sSub>
                            </m:e>
                          </m:d>
                        </m:e>
                      </m:func>
                      <m:r>
                        <a:rPr lang="en-US" altLang="zh-TW" b="0" i="1" smtClean="0">
                          <a:latin typeface="Cambria Math" panose="02040503050406030204" pitchFamily="18" charset="0"/>
                          <a:ea typeface="新細明體" pitchFamily="-106" charset="-120"/>
                          <a:cs typeface="Times"/>
                        </a:rPr>
                        <m:t>=</m:t>
                      </m:r>
                      <m:f>
                        <m:fPr>
                          <m:ctrlPr>
                            <a:rPr lang="en-US" altLang="zh-TW" b="0" i="1" smtClean="0">
                              <a:latin typeface="Cambria Math" panose="02040503050406030204" pitchFamily="18" charset="0"/>
                              <a:ea typeface="新細明體" pitchFamily="-106" charset="-120"/>
                              <a:cs typeface="Times"/>
                            </a:rPr>
                          </m:ctrlPr>
                        </m:fPr>
                        <m:num>
                          <m:func>
                            <m:funcPr>
                              <m:ctrlPr>
                                <a:rPr lang="en-US" altLang="zh-TW" b="0" i="1" smtClean="0">
                                  <a:latin typeface="Cambria Math" panose="02040503050406030204" pitchFamily="18" charset="0"/>
                                  <a:ea typeface="新細明體" pitchFamily="-106" charset="-120"/>
                                  <a:cs typeface="Times"/>
                                </a:rPr>
                              </m:ctrlPr>
                            </m:funcPr>
                            <m:fName>
                              <m:r>
                                <m:rPr>
                                  <m:sty m:val="p"/>
                                </m:rPr>
                                <a:rPr lang="en-US" altLang="zh-TW" b="0" i="0" smtClean="0">
                                  <a:latin typeface="Cambria Math" panose="02040503050406030204" pitchFamily="18" charset="0"/>
                                  <a:ea typeface="新細明體" pitchFamily="-106" charset="-120"/>
                                  <a:cs typeface="Times"/>
                                </a:rPr>
                                <m:t>Pr</m:t>
                              </m:r>
                            </m:fName>
                            <m:e>
                              <m:d>
                                <m:dPr>
                                  <m:begChr m:val="["/>
                                  <m:endChr m:val="]"/>
                                  <m:ctrlPr>
                                    <a:rPr lang="en-US" altLang="zh-TW" b="0" i="1" smtClean="0">
                                      <a:latin typeface="Cambria Math" panose="02040503050406030204" pitchFamily="18" charset="0"/>
                                      <a:ea typeface="新細明體" pitchFamily="-106" charset="-120"/>
                                      <a:cs typeface="Times"/>
                                    </a:rPr>
                                  </m:ctrlPr>
                                </m:dPr>
                                <m:e>
                                  <m:r>
                                    <a:rPr lang="en-US" altLang="zh-TW" b="0" i="1" smtClean="0">
                                      <a:latin typeface="Cambria Math" panose="02040503050406030204" pitchFamily="18" charset="0"/>
                                      <a:ea typeface="新細明體" pitchFamily="-106" charset="-120"/>
                                      <a:cs typeface="Times"/>
                                    </a:rPr>
                                    <m:t>𝐶𝑎𝑢𝑠𝑒</m:t>
                                  </m:r>
                                </m:e>
                              </m:d>
                            </m:e>
                          </m:func>
                          <m:func>
                            <m:funcPr>
                              <m:ctrlPr>
                                <a:rPr lang="en-US" altLang="zh-TW" b="0" i="1" smtClean="0">
                                  <a:latin typeface="Cambria Math" panose="02040503050406030204" pitchFamily="18" charset="0"/>
                                  <a:ea typeface="新細明體" pitchFamily="-106" charset="-120"/>
                                  <a:cs typeface="Times"/>
                                </a:rPr>
                              </m:ctrlPr>
                            </m:funcPr>
                            <m:fName>
                              <m:r>
                                <m:rPr>
                                  <m:sty m:val="p"/>
                                </m:rPr>
                                <a:rPr lang="en-US" altLang="zh-TW" b="0" i="0" smtClean="0">
                                  <a:latin typeface="Cambria Math" panose="02040503050406030204" pitchFamily="18" charset="0"/>
                                  <a:ea typeface="新細明體" pitchFamily="-106" charset="-120"/>
                                  <a:cs typeface="Times"/>
                                </a:rPr>
                                <m:t>Pr</m:t>
                              </m:r>
                            </m:fName>
                            <m:e>
                              <m:d>
                                <m:dPr>
                                  <m:begChr m:val="["/>
                                  <m:endChr m:val="]"/>
                                  <m:sepChr m:val="∣"/>
                                  <m:ctrlPr>
                                    <a:rPr lang="en-US" altLang="zh-TW" b="0" i="1" smtClean="0">
                                      <a:latin typeface="Cambria Math" panose="02040503050406030204" pitchFamily="18" charset="0"/>
                                      <a:ea typeface="新細明體" pitchFamily="-106" charset="-120"/>
                                      <a:cs typeface="Times"/>
                                    </a:rPr>
                                  </m:ctrlPr>
                                </m:dPr>
                                <m:e>
                                  <m:sSub>
                                    <m:sSubPr>
                                      <m:ctrlPr>
                                        <a:rPr lang="en-US" altLang="zh-TW" b="0" i="1" smtClean="0">
                                          <a:latin typeface="Cambria Math" panose="02040503050406030204" pitchFamily="18" charset="0"/>
                                          <a:ea typeface="新細明體" pitchFamily="-106" charset="-120"/>
                                          <a:cs typeface="Times"/>
                                        </a:rPr>
                                      </m:ctrlPr>
                                    </m:sSubPr>
                                    <m:e>
                                      <m:r>
                                        <a:rPr lang="en-US" altLang="zh-TW" b="0" i="1" smtClean="0">
                                          <a:latin typeface="Cambria Math" panose="02040503050406030204" pitchFamily="18" charset="0"/>
                                          <a:ea typeface="新細明體" pitchFamily="-106" charset="-120"/>
                                          <a:cs typeface="Times"/>
                                        </a:rPr>
                                        <m:t>𝐸</m:t>
                                      </m:r>
                                    </m:e>
                                    <m:sub>
                                      <m:r>
                                        <a:rPr lang="en-US" altLang="zh-TW" b="0" i="1" smtClean="0">
                                          <a:latin typeface="Cambria Math" panose="02040503050406030204" pitchFamily="18" charset="0"/>
                                          <a:ea typeface="新細明體" pitchFamily="-106" charset="-120"/>
                                          <a:cs typeface="Times"/>
                                        </a:rPr>
                                        <m:t>1</m:t>
                                      </m:r>
                                    </m:sub>
                                  </m:sSub>
                                  <m:r>
                                    <a:rPr lang="en-US" altLang="zh-TW" b="0" i="1" smtClean="0">
                                      <a:latin typeface="Cambria Math" panose="02040503050406030204" pitchFamily="18" charset="0"/>
                                      <a:ea typeface="新細明體" pitchFamily="-106" charset="-120"/>
                                      <a:cs typeface="Times"/>
                                    </a:rPr>
                                    <m:t>,…,</m:t>
                                  </m:r>
                                  <m:sSub>
                                    <m:sSubPr>
                                      <m:ctrlPr>
                                        <a:rPr lang="en-US" altLang="zh-TW" b="0" i="1" smtClean="0">
                                          <a:latin typeface="Cambria Math" panose="02040503050406030204" pitchFamily="18" charset="0"/>
                                          <a:ea typeface="新細明體" pitchFamily="-106" charset="-120"/>
                                          <a:cs typeface="Times"/>
                                        </a:rPr>
                                      </m:ctrlPr>
                                    </m:sSubPr>
                                    <m:e>
                                      <m:r>
                                        <a:rPr lang="en-US" altLang="zh-TW" b="0" i="1" smtClean="0">
                                          <a:latin typeface="Cambria Math" panose="02040503050406030204" pitchFamily="18" charset="0"/>
                                          <a:ea typeface="新細明體" pitchFamily="-106" charset="-120"/>
                                          <a:cs typeface="Times"/>
                                        </a:rPr>
                                        <m:t>𝐸</m:t>
                                      </m:r>
                                    </m:e>
                                    <m:sub>
                                      <m:r>
                                        <a:rPr lang="en-US" altLang="zh-TW" b="0" i="1" smtClean="0">
                                          <a:latin typeface="Cambria Math" panose="02040503050406030204" pitchFamily="18" charset="0"/>
                                          <a:ea typeface="新細明體" pitchFamily="-106" charset="-120"/>
                                          <a:cs typeface="Times"/>
                                        </a:rPr>
                                        <m:t>𝑛</m:t>
                                      </m:r>
                                    </m:sub>
                                  </m:sSub>
                                </m:e>
                                <m:e>
                                  <m:r>
                                    <a:rPr lang="en-US" altLang="zh-TW" b="0" i="1" smtClean="0">
                                      <a:latin typeface="Cambria Math" panose="02040503050406030204" pitchFamily="18" charset="0"/>
                                      <a:ea typeface="新細明體" pitchFamily="-106" charset="-120"/>
                                      <a:cs typeface="Times"/>
                                    </a:rPr>
                                    <m:t>𝐶𝑎𝑢𝑠𝑒</m:t>
                                  </m:r>
                                </m:e>
                              </m:d>
                            </m:e>
                          </m:func>
                        </m:num>
                        <m:den>
                          <m:func>
                            <m:funcPr>
                              <m:ctrlPr>
                                <a:rPr lang="en-US" altLang="zh-TW" b="0" i="1" smtClean="0">
                                  <a:latin typeface="Cambria Math" panose="02040503050406030204" pitchFamily="18" charset="0"/>
                                  <a:ea typeface="新細明體" pitchFamily="-106" charset="-120"/>
                                  <a:cs typeface="Times"/>
                                </a:rPr>
                              </m:ctrlPr>
                            </m:funcPr>
                            <m:fName>
                              <m:r>
                                <m:rPr>
                                  <m:sty m:val="p"/>
                                </m:rPr>
                                <a:rPr lang="en-US" altLang="zh-TW" b="0" i="0" smtClean="0">
                                  <a:latin typeface="Cambria Math" panose="02040503050406030204" pitchFamily="18" charset="0"/>
                                  <a:ea typeface="新細明體" pitchFamily="-106" charset="-120"/>
                                  <a:cs typeface="Times"/>
                                </a:rPr>
                                <m:t>Pr</m:t>
                              </m:r>
                            </m:fName>
                            <m:e>
                              <m:d>
                                <m:dPr>
                                  <m:begChr m:val="["/>
                                  <m:endChr m:val="]"/>
                                  <m:ctrlPr>
                                    <a:rPr lang="en-US" altLang="zh-TW" b="0" i="1" smtClean="0">
                                      <a:latin typeface="Cambria Math" panose="02040503050406030204" pitchFamily="18" charset="0"/>
                                      <a:ea typeface="新細明體" pitchFamily="-106" charset="-120"/>
                                      <a:cs typeface="Times"/>
                                    </a:rPr>
                                  </m:ctrlPr>
                                </m:dPr>
                                <m:e>
                                  <m:sSub>
                                    <m:sSubPr>
                                      <m:ctrlPr>
                                        <a:rPr lang="en-US" altLang="zh-TW" b="0" i="1" smtClean="0">
                                          <a:latin typeface="Cambria Math" panose="02040503050406030204" pitchFamily="18" charset="0"/>
                                          <a:ea typeface="新細明體" pitchFamily="-106" charset="-120"/>
                                          <a:cs typeface="Times"/>
                                        </a:rPr>
                                      </m:ctrlPr>
                                    </m:sSubPr>
                                    <m:e>
                                      <m:r>
                                        <a:rPr lang="en-US" altLang="zh-TW" b="0" i="1" smtClean="0">
                                          <a:latin typeface="Cambria Math" panose="02040503050406030204" pitchFamily="18" charset="0"/>
                                          <a:ea typeface="新細明體" pitchFamily="-106" charset="-120"/>
                                          <a:cs typeface="Times"/>
                                        </a:rPr>
                                        <m:t>𝐸</m:t>
                                      </m:r>
                                    </m:e>
                                    <m:sub>
                                      <m:r>
                                        <a:rPr lang="en-US" altLang="zh-TW" b="0" i="1" smtClean="0">
                                          <a:latin typeface="Cambria Math" panose="02040503050406030204" pitchFamily="18" charset="0"/>
                                          <a:ea typeface="新細明體" pitchFamily="-106" charset="-120"/>
                                          <a:cs typeface="Times"/>
                                        </a:rPr>
                                        <m:t>1</m:t>
                                      </m:r>
                                    </m:sub>
                                  </m:sSub>
                                  <m:r>
                                    <a:rPr lang="en-US" altLang="zh-TW" b="0" i="1" smtClean="0">
                                      <a:latin typeface="Cambria Math" panose="02040503050406030204" pitchFamily="18" charset="0"/>
                                      <a:ea typeface="新細明體" pitchFamily="-106" charset="-120"/>
                                      <a:cs typeface="Times"/>
                                    </a:rPr>
                                    <m:t>,…,</m:t>
                                  </m:r>
                                  <m:sSub>
                                    <m:sSubPr>
                                      <m:ctrlPr>
                                        <a:rPr lang="en-US" altLang="zh-TW" b="0" i="1" smtClean="0">
                                          <a:latin typeface="Cambria Math" panose="02040503050406030204" pitchFamily="18" charset="0"/>
                                          <a:ea typeface="新細明體" pitchFamily="-106" charset="-120"/>
                                          <a:cs typeface="Times"/>
                                        </a:rPr>
                                      </m:ctrlPr>
                                    </m:sSubPr>
                                    <m:e>
                                      <m:r>
                                        <a:rPr lang="en-US" altLang="zh-TW" b="0" i="1" smtClean="0">
                                          <a:latin typeface="Cambria Math" panose="02040503050406030204" pitchFamily="18" charset="0"/>
                                          <a:ea typeface="新細明體" pitchFamily="-106" charset="-120"/>
                                          <a:cs typeface="Times"/>
                                        </a:rPr>
                                        <m:t>𝐸</m:t>
                                      </m:r>
                                    </m:e>
                                    <m:sub>
                                      <m:r>
                                        <a:rPr lang="en-US" altLang="zh-TW" b="0" i="1" smtClean="0">
                                          <a:latin typeface="Cambria Math" panose="02040503050406030204" pitchFamily="18" charset="0"/>
                                          <a:ea typeface="新細明體" pitchFamily="-106" charset="-120"/>
                                          <a:cs typeface="Times"/>
                                        </a:rPr>
                                        <m:t>𝑛</m:t>
                                      </m:r>
                                    </m:sub>
                                  </m:sSub>
                                </m:e>
                              </m:d>
                            </m:e>
                          </m:func>
                        </m:den>
                      </m:f>
                      <m:r>
                        <a:rPr lang="en-US" altLang="zh-TW" b="0" i="1" smtClean="0">
                          <a:latin typeface="Cambria Math" panose="02040503050406030204" pitchFamily="18" charset="0"/>
                          <a:ea typeface="新細明體" pitchFamily="-106" charset="-120"/>
                          <a:cs typeface="Times"/>
                        </a:rPr>
                        <m:t>=</m:t>
                      </m:r>
                      <m:r>
                        <a:rPr lang="en-US" altLang="zh-TW" b="0" i="1" smtClean="0">
                          <a:latin typeface="Cambria Math" panose="02040503050406030204" pitchFamily="18" charset="0"/>
                          <a:ea typeface="新細明體" pitchFamily="-106" charset="-120"/>
                          <a:cs typeface="Times"/>
                        </a:rPr>
                        <m:t>𝛼</m:t>
                      </m:r>
                      <m:r>
                        <a:rPr lang="en-US" altLang="zh-TW" b="0" i="1" smtClean="0">
                          <a:latin typeface="Cambria Math" panose="02040503050406030204" pitchFamily="18" charset="0"/>
                          <a:ea typeface="新細明體" pitchFamily="-106" charset="-120"/>
                          <a:cs typeface="Times"/>
                        </a:rPr>
                        <m:t> </m:t>
                      </m:r>
                      <m:r>
                        <a:rPr lang="en-US" altLang="zh-TW" b="0" i="1" smtClean="0">
                          <a:latin typeface="Cambria Math" panose="02040503050406030204" pitchFamily="18" charset="0"/>
                          <a:ea typeface="新細明體" pitchFamily="-106" charset="-120"/>
                          <a:cs typeface="Times"/>
                        </a:rPr>
                        <m:t>𝑃</m:t>
                      </m:r>
                      <m:d>
                        <m:dPr>
                          <m:begChr m:val="["/>
                          <m:endChr m:val="]"/>
                          <m:ctrlPr>
                            <a:rPr lang="en-US" altLang="zh-TW" b="0" i="1" smtClean="0">
                              <a:latin typeface="Cambria Math" panose="02040503050406030204" pitchFamily="18" charset="0"/>
                              <a:ea typeface="新細明體" pitchFamily="-106" charset="-120"/>
                              <a:cs typeface="Times"/>
                            </a:rPr>
                          </m:ctrlPr>
                        </m:dPr>
                        <m:e>
                          <m:r>
                            <a:rPr lang="en-US" altLang="zh-TW" b="0" i="1" smtClean="0">
                              <a:latin typeface="Cambria Math" panose="02040503050406030204" pitchFamily="18" charset="0"/>
                              <a:ea typeface="新細明體" pitchFamily="-106" charset="-120"/>
                              <a:cs typeface="Times"/>
                            </a:rPr>
                            <m:t>𝐶𝑎𝑢𝑠𝑒</m:t>
                          </m:r>
                        </m:e>
                      </m:d>
                      <m:nary>
                        <m:naryPr>
                          <m:chr m:val="∏"/>
                          <m:supHide m:val="on"/>
                          <m:ctrlPr>
                            <a:rPr lang="en-US" altLang="zh-TW" b="0" i="1" smtClean="0">
                              <a:latin typeface="Cambria Math" panose="02040503050406030204" pitchFamily="18" charset="0"/>
                              <a:ea typeface="新細明體" pitchFamily="-106" charset="-120"/>
                              <a:cs typeface="Times"/>
                            </a:rPr>
                          </m:ctrlPr>
                        </m:naryPr>
                        <m:sub>
                          <m:r>
                            <a:rPr lang="en-US" altLang="zh-TW" b="0" i="1" smtClean="0">
                              <a:latin typeface="Cambria Math" panose="02040503050406030204" pitchFamily="18" charset="0"/>
                              <a:ea typeface="新細明體" pitchFamily="-106" charset="-120"/>
                              <a:cs typeface="Times"/>
                            </a:rPr>
                            <m:t>𝑖</m:t>
                          </m:r>
                        </m:sub>
                        <m:sup/>
                        <m:e>
                          <m:func>
                            <m:funcPr>
                              <m:ctrlPr>
                                <a:rPr lang="en-US" altLang="zh-TW" b="0" i="1" smtClean="0">
                                  <a:latin typeface="Cambria Math" panose="02040503050406030204" pitchFamily="18" charset="0"/>
                                  <a:ea typeface="新細明體" pitchFamily="-106" charset="-120"/>
                                  <a:cs typeface="Times"/>
                                </a:rPr>
                              </m:ctrlPr>
                            </m:funcPr>
                            <m:fName>
                              <m:r>
                                <m:rPr>
                                  <m:sty m:val="p"/>
                                </m:rPr>
                                <a:rPr lang="en-US" altLang="zh-TW" b="0" i="0" smtClean="0">
                                  <a:latin typeface="Cambria Math" panose="02040503050406030204" pitchFamily="18" charset="0"/>
                                  <a:ea typeface="新細明體" pitchFamily="-106" charset="-120"/>
                                  <a:cs typeface="Times"/>
                                </a:rPr>
                                <m:t>Pr</m:t>
                              </m:r>
                            </m:fName>
                            <m:e>
                              <m:d>
                                <m:dPr>
                                  <m:begChr m:val="["/>
                                  <m:endChr m:val="]"/>
                                  <m:sepChr m:val="∣"/>
                                  <m:ctrlPr>
                                    <a:rPr lang="en-US" altLang="zh-TW" b="0" i="1" smtClean="0">
                                      <a:latin typeface="Cambria Math" panose="02040503050406030204" pitchFamily="18" charset="0"/>
                                      <a:ea typeface="新細明體" pitchFamily="-106" charset="-120"/>
                                      <a:cs typeface="Times"/>
                                    </a:rPr>
                                  </m:ctrlPr>
                                </m:dPr>
                                <m:e>
                                  <m:sSub>
                                    <m:sSubPr>
                                      <m:ctrlPr>
                                        <a:rPr lang="en-US" altLang="zh-TW" b="0" i="1" smtClean="0">
                                          <a:latin typeface="Cambria Math" panose="02040503050406030204" pitchFamily="18" charset="0"/>
                                          <a:ea typeface="新細明體" pitchFamily="-106" charset="-120"/>
                                          <a:cs typeface="Times"/>
                                        </a:rPr>
                                      </m:ctrlPr>
                                    </m:sSubPr>
                                    <m:e>
                                      <m:r>
                                        <a:rPr lang="en-US" altLang="zh-TW" b="0" i="1" smtClean="0">
                                          <a:latin typeface="Cambria Math" panose="02040503050406030204" pitchFamily="18" charset="0"/>
                                          <a:ea typeface="新細明體" pitchFamily="-106" charset="-120"/>
                                          <a:cs typeface="Times"/>
                                        </a:rPr>
                                        <m:t>𝐸</m:t>
                                      </m:r>
                                    </m:e>
                                    <m:sub>
                                      <m:r>
                                        <a:rPr lang="en-US" altLang="zh-TW" b="0" i="1" smtClean="0">
                                          <a:latin typeface="Cambria Math" panose="02040503050406030204" pitchFamily="18" charset="0"/>
                                          <a:ea typeface="新細明體" pitchFamily="-106" charset="-120"/>
                                          <a:cs typeface="Times"/>
                                        </a:rPr>
                                        <m:t>𝑖</m:t>
                                      </m:r>
                                    </m:sub>
                                  </m:sSub>
                                </m:e>
                                <m:e>
                                  <m:r>
                                    <a:rPr lang="en-US" altLang="zh-TW" b="0" i="1" smtClean="0">
                                      <a:latin typeface="Cambria Math" panose="02040503050406030204" pitchFamily="18" charset="0"/>
                                      <a:ea typeface="新細明體" pitchFamily="-106" charset="-120"/>
                                      <a:cs typeface="Times"/>
                                    </a:rPr>
                                    <m:t>𝐶𝑎𝑢𝑠𝑒</m:t>
                                  </m:r>
                                </m:e>
                              </m:d>
                            </m:e>
                          </m:func>
                        </m:e>
                      </m:nary>
                    </m:oMath>
                  </m:oMathPara>
                </a14:m>
                <a:endParaRPr lang="en-US" altLang="zh-TW" dirty="0">
                  <a:latin typeface="Corbel" panose="020B0503020204020204" pitchFamily="34" charset="0"/>
                  <a:ea typeface="新細明體" pitchFamily="-106" charset="-120"/>
                  <a:cs typeface="Times"/>
                </a:endParaRPr>
              </a:p>
              <a:p>
                <a:pPr marL="349250" indent="-349250">
                  <a:spcBef>
                    <a:spcPts val="1000"/>
                  </a:spcBef>
                </a:pPr>
                <a:r>
                  <a:rPr lang="en-US" altLang="zh-TW" dirty="0">
                    <a:latin typeface="Corbel" panose="020B0503020204020204" pitchFamily="34" charset="0"/>
                    <a:ea typeface="新細明體" pitchFamily="-106" charset="-120"/>
                    <a:cs typeface="Times"/>
                  </a:rPr>
                  <a:t>This is an example of a </a:t>
                </a:r>
                <a:r>
                  <a:rPr lang="en-US" altLang="zh-TW" dirty="0">
                    <a:solidFill>
                      <a:srgbClr val="0000CC"/>
                    </a:solidFill>
                    <a:latin typeface="Corbel" panose="020B0503020204020204" pitchFamily="34" charset="0"/>
                    <a:ea typeface="新細明體" pitchFamily="-106" charset="-120"/>
                    <a:cs typeface="Times"/>
                  </a:rPr>
                  <a:t>naive Bayes</a:t>
                </a:r>
                <a:r>
                  <a:rPr lang="en-US" altLang="zh-TW" dirty="0">
                    <a:latin typeface="Corbel" panose="020B0503020204020204" pitchFamily="34" charset="0"/>
                    <a:ea typeface="新細明體" pitchFamily="-106" charset="-120"/>
                    <a:cs typeface="Times"/>
                  </a:rPr>
                  <a:t> model:</a:t>
                </a:r>
              </a:p>
            </p:txBody>
          </p:sp>
        </mc:Choice>
        <mc:Fallback>
          <p:sp>
            <p:nvSpPr>
              <p:cNvPr id="589827" name="Rectangle 3"/>
              <p:cNvSpPr>
                <a:spLocks noGrp="1" noRot="1" noChangeAspect="1" noMove="1" noResize="1" noEditPoints="1" noAdjustHandles="1" noChangeArrowheads="1" noChangeShapeType="1" noTextEdit="1"/>
              </p:cNvSpPr>
              <p:nvPr>
                <p:ph idx="1"/>
              </p:nvPr>
            </p:nvSpPr>
            <p:spPr>
              <a:xfrm>
                <a:off x="1035424" y="1632483"/>
                <a:ext cx="10515600" cy="3472917"/>
              </a:xfrm>
              <a:blipFill>
                <a:blip r:embed="rId3"/>
                <a:stretch>
                  <a:fillRect l="-1327" t="-2182" b="-66545"/>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21</a:t>
            </a:fld>
            <a:endParaRPr lang="en-US" altLang="zh-TW"/>
          </a:p>
        </p:txBody>
      </p:sp>
      <mc:AlternateContent xmlns:mc="http://schemas.openxmlformats.org/markup-compatibility/2006" xmlns:a14="http://schemas.microsoft.com/office/drawing/2010/main">
        <mc:Choice Requires="a14">
          <p:sp>
            <p:nvSpPr>
              <p:cNvPr id="2" name="Oval 1">
                <a:extLst>
                  <a:ext uri="{FF2B5EF4-FFF2-40B4-BE49-F238E27FC236}">
                    <a16:creationId xmlns:a16="http://schemas.microsoft.com/office/drawing/2014/main" id="{B367C517-C32A-EF4E-9426-D6DE42616DDB}"/>
                  </a:ext>
                </a:extLst>
              </p:cNvPr>
              <p:cNvSpPr/>
              <p:nvPr/>
            </p:nvSpPr>
            <p:spPr>
              <a:xfrm>
                <a:off x="8189614" y="4873097"/>
                <a:ext cx="1557866" cy="6096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𝐶𝑎𝑢𝑠𝑒</m:t>
                      </m:r>
                    </m:oMath>
                  </m:oMathPara>
                </a14:m>
                <a:endParaRPr lang="en-US" b="0" dirty="0">
                  <a:solidFill>
                    <a:schemeClr val="tx1"/>
                  </a:solidFill>
                </a:endParaRPr>
              </a:p>
            </p:txBody>
          </p:sp>
        </mc:Choice>
        <mc:Fallback xmlns="">
          <p:sp>
            <p:nvSpPr>
              <p:cNvPr id="2" name="Oval 1">
                <a:extLst>
                  <a:ext uri="{FF2B5EF4-FFF2-40B4-BE49-F238E27FC236}">
                    <a16:creationId xmlns:a16="http://schemas.microsoft.com/office/drawing/2014/main" id="{B367C517-C32A-EF4E-9426-D6DE42616DDB}"/>
                  </a:ext>
                </a:extLst>
              </p:cNvPr>
              <p:cNvSpPr>
                <a:spLocks noRot="1" noChangeAspect="1" noMove="1" noResize="1" noEditPoints="1" noAdjustHandles="1" noChangeArrowheads="1" noChangeShapeType="1" noTextEdit="1"/>
              </p:cNvSpPr>
              <p:nvPr/>
            </p:nvSpPr>
            <p:spPr>
              <a:xfrm>
                <a:off x="8189614" y="4873097"/>
                <a:ext cx="1557866" cy="609600"/>
              </a:xfrm>
              <a:prstGeom prst="ellipse">
                <a:avLst/>
              </a:prstGeom>
              <a:blipFill>
                <a:blip r:embed="rId4"/>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38271186-E1B7-8845-843D-91991909ACB5}"/>
                  </a:ext>
                </a:extLst>
              </p:cNvPr>
              <p:cNvSpPr/>
              <p:nvPr/>
            </p:nvSpPr>
            <p:spPr>
              <a:xfrm>
                <a:off x="5141614" y="5863698"/>
                <a:ext cx="1557866" cy="6096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𝐸</m:t>
                          </m:r>
                        </m:e>
                        <m:sub>
                          <m:r>
                            <a:rPr lang="en-US" b="0" i="1" smtClean="0">
                              <a:solidFill>
                                <a:schemeClr val="tx1"/>
                              </a:solidFill>
                              <a:latin typeface="Cambria Math" panose="02040503050406030204" pitchFamily="18" charset="0"/>
                            </a:rPr>
                            <m:t>1</m:t>
                          </m:r>
                        </m:sub>
                      </m:sSub>
                    </m:oMath>
                  </m:oMathPara>
                </a14:m>
                <a:endParaRPr lang="en-US" b="0">
                  <a:solidFill>
                    <a:schemeClr val="tx1"/>
                  </a:solidFill>
                </a:endParaRPr>
              </a:p>
            </p:txBody>
          </p:sp>
        </mc:Choice>
        <mc:Fallback xmlns="">
          <p:sp>
            <p:nvSpPr>
              <p:cNvPr id="7" name="Oval 6">
                <a:extLst>
                  <a:ext uri="{FF2B5EF4-FFF2-40B4-BE49-F238E27FC236}">
                    <a16:creationId xmlns:a16="http://schemas.microsoft.com/office/drawing/2014/main" id="{38271186-E1B7-8845-843D-91991909ACB5}"/>
                  </a:ext>
                </a:extLst>
              </p:cNvPr>
              <p:cNvSpPr>
                <a:spLocks noRot="1" noChangeAspect="1" noMove="1" noResize="1" noEditPoints="1" noAdjustHandles="1" noChangeArrowheads="1" noChangeShapeType="1" noTextEdit="1"/>
              </p:cNvSpPr>
              <p:nvPr/>
            </p:nvSpPr>
            <p:spPr>
              <a:xfrm>
                <a:off x="5141614" y="5863698"/>
                <a:ext cx="1557866" cy="609600"/>
              </a:xfrm>
              <a:prstGeom prst="ellipse">
                <a:avLst/>
              </a:prstGeom>
              <a:blipFill>
                <a:blip r:embed="rId5"/>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9AA44293-9F5F-6E40-8192-C0D9A94ADF2B}"/>
                  </a:ext>
                </a:extLst>
              </p:cNvPr>
              <p:cNvSpPr/>
              <p:nvPr/>
            </p:nvSpPr>
            <p:spPr>
              <a:xfrm>
                <a:off x="6886957" y="5863698"/>
                <a:ext cx="1557866" cy="6096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𝐸</m:t>
                          </m:r>
                        </m:e>
                        <m:sub>
                          <m:r>
                            <a:rPr lang="en-US" b="0" i="1" smtClean="0">
                              <a:solidFill>
                                <a:schemeClr val="tx1"/>
                              </a:solidFill>
                              <a:latin typeface="Cambria Math" panose="02040503050406030204" pitchFamily="18" charset="0"/>
                            </a:rPr>
                            <m:t>2</m:t>
                          </m:r>
                        </m:sub>
                      </m:sSub>
                    </m:oMath>
                  </m:oMathPara>
                </a14:m>
                <a:endParaRPr lang="en-US" b="0">
                  <a:solidFill>
                    <a:schemeClr val="tx1"/>
                  </a:solidFill>
                </a:endParaRPr>
              </a:p>
            </p:txBody>
          </p:sp>
        </mc:Choice>
        <mc:Fallback xmlns="">
          <p:sp>
            <p:nvSpPr>
              <p:cNvPr id="8" name="Oval 7">
                <a:extLst>
                  <a:ext uri="{FF2B5EF4-FFF2-40B4-BE49-F238E27FC236}">
                    <a16:creationId xmlns:a16="http://schemas.microsoft.com/office/drawing/2014/main" id="{9AA44293-9F5F-6E40-8192-C0D9A94ADF2B}"/>
                  </a:ext>
                </a:extLst>
              </p:cNvPr>
              <p:cNvSpPr>
                <a:spLocks noRot="1" noChangeAspect="1" noMove="1" noResize="1" noEditPoints="1" noAdjustHandles="1" noChangeArrowheads="1" noChangeShapeType="1" noTextEdit="1"/>
              </p:cNvSpPr>
              <p:nvPr/>
            </p:nvSpPr>
            <p:spPr>
              <a:xfrm>
                <a:off x="6886957" y="5863698"/>
                <a:ext cx="1557866" cy="609600"/>
              </a:xfrm>
              <a:prstGeom prst="ellipse">
                <a:avLst/>
              </a:prstGeom>
              <a:blipFill>
                <a:blip r:embed="rId6"/>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F7556874-3C4D-224F-ADF8-A0318C212CF3}"/>
                  </a:ext>
                </a:extLst>
              </p:cNvPr>
              <p:cNvSpPr/>
              <p:nvPr/>
            </p:nvSpPr>
            <p:spPr>
              <a:xfrm>
                <a:off x="8632300" y="5863698"/>
                <a:ext cx="1557866" cy="6096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m:t>
                      </m:r>
                    </m:oMath>
                  </m:oMathPara>
                </a14:m>
                <a:endParaRPr lang="en-US" b="0">
                  <a:solidFill>
                    <a:schemeClr val="tx1"/>
                  </a:solidFill>
                </a:endParaRPr>
              </a:p>
            </p:txBody>
          </p:sp>
        </mc:Choice>
        <mc:Fallback xmlns="">
          <p:sp>
            <p:nvSpPr>
              <p:cNvPr id="9" name="Oval 8">
                <a:extLst>
                  <a:ext uri="{FF2B5EF4-FFF2-40B4-BE49-F238E27FC236}">
                    <a16:creationId xmlns:a16="http://schemas.microsoft.com/office/drawing/2014/main" id="{F7556874-3C4D-224F-ADF8-A0318C212CF3}"/>
                  </a:ext>
                </a:extLst>
              </p:cNvPr>
              <p:cNvSpPr>
                <a:spLocks noRot="1" noChangeAspect="1" noMove="1" noResize="1" noEditPoints="1" noAdjustHandles="1" noChangeArrowheads="1" noChangeShapeType="1" noTextEdit="1"/>
              </p:cNvSpPr>
              <p:nvPr/>
            </p:nvSpPr>
            <p:spPr>
              <a:xfrm>
                <a:off x="8632300" y="5863698"/>
                <a:ext cx="1557866" cy="609600"/>
              </a:xfrm>
              <a:prstGeom prst="ellipse">
                <a:avLst/>
              </a:prstGeom>
              <a:blipFill>
                <a:blip r:embed="rId7"/>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E566FE51-73C3-E841-8EBD-98C9B94E65A6}"/>
                  </a:ext>
                </a:extLst>
              </p:cNvPr>
              <p:cNvSpPr/>
              <p:nvPr/>
            </p:nvSpPr>
            <p:spPr>
              <a:xfrm>
                <a:off x="10377643" y="5863698"/>
                <a:ext cx="1557866" cy="6096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𝐸</m:t>
                          </m:r>
                        </m:e>
                        <m:sub>
                          <m:r>
                            <a:rPr lang="en-US" b="0" i="1" smtClean="0">
                              <a:solidFill>
                                <a:schemeClr val="tx1"/>
                              </a:solidFill>
                              <a:latin typeface="Cambria Math" panose="02040503050406030204" pitchFamily="18" charset="0"/>
                            </a:rPr>
                            <m:t>𝑛</m:t>
                          </m:r>
                        </m:sub>
                      </m:sSub>
                    </m:oMath>
                  </m:oMathPara>
                </a14:m>
                <a:endParaRPr lang="en-US" b="0">
                  <a:solidFill>
                    <a:schemeClr val="tx1"/>
                  </a:solidFill>
                </a:endParaRPr>
              </a:p>
            </p:txBody>
          </p:sp>
        </mc:Choice>
        <mc:Fallback xmlns="">
          <p:sp>
            <p:nvSpPr>
              <p:cNvPr id="10" name="Oval 9">
                <a:extLst>
                  <a:ext uri="{FF2B5EF4-FFF2-40B4-BE49-F238E27FC236}">
                    <a16:creationId xmlns:a16="http://schemas.microsoft.com/office/drawing/2014/main" id="{E566FE51-73C3-E841-8EBD-98C9B94E65A6}"/>
                  </a:ext>
                </a:extLst>
              </p:cNvPr>
              <p:cNvSpPr>
                <a:spLocks noRot="1" noChangeAspect="1" noMove="1" noResize="1" noEditPoints="1" noAdjustHandles="1" noChangeArrowheads="1" noChangeShapeType="1" noTextEdit="1"/>
              </p:cNvSpPr>
              <p:nvPr/>
            </p:nvSpPr>
            <p:spPr>
              <a:xfrm>
                <a:off x="10377643" y="5863698"/>
                <a:ext cx="1557866" cy="609600"/>
              </a:xfrm>
              <a:prstGeom prst="ellipse">
                <a:avLst/>
              </a:prstGeom>
              <a:blipFill>
                <a:blip r:embed="rId8"/>
                <a:stretch>
                  <a:fillRect/>
                </a:stretch>
              </a:blipFill>
              <a:ln>
                <a:solidFill>
                  <a:schemeClr val="tx1"/>
                </a:solidFill>
              </a:ln>
            </p:spPr>
            <p:txBody>
              <a:bodyPr/>
              <a:lstStyle/>
              <a:p>
                <a:r>
                  <a:rPr lang="en-GB">
                    <a:noFill/>
                  </a:rPr>
                  <a:t> </a:t>
                </a:r>
              </a:p>
            </p:txBody>
          </p:sp>
        </mc:Fallback>
      </mc:AlternateContent>
      <p:cxnSp>
        <p:nvCxnSpPr>
          <p:cNvPr id="4" name="Straight Arrow Connector 3">
            <a:extLst>
              <a:ext uri="{FF2B5EF4-FFF2-40B4-BE49-F238E27FC236}">
                <a16:creationId xmlns:a16="http://schemas.microsoft.com/office/drawing/2014/main" id="{98227476-C3A8-7240-91A6-0B4606DE2ED2}"/>
              </a:ext>
            </a:extLst>
          </p:cNvPr>
          <p:cNvCxnSpPr>
            <a:cxnSpLocks/>
            <a:stCxn id="2" idx="3"/>
            <a:endCxn id="7" idx="0"/>
          </p:cNvCxnSpPr>
          <p:nvPr/>
        </p:nvCxnSpPr>
        <p:spPr>
          <a:xfrm flipH="1">
            <a:off x="5920548" y="5393424"/>
            <a:ext cx="2497211" cy="4702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CA6E0EA-BD57-5749-9657-58C804423358}"/>
              </a:ext>
            </a:extLst>
          </p:cNvPr>
          <p:cNvCxnSpPr>
            <a:cxnSpLocks/>
            <a:stCxn id="2" idx="4"/>
            <a:endCxn id="8" idx="0"/>
          </p:cNvCxnSpPr>
          <p:nvPr/>
        </p:nvCxnSpPr>
        <p:spPr>
          <a:xfrm flipH="1">
            <a:off x="7665891" y="5482698"/>
            <a:ext cx="1302657" cy="3810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38B8906-8D42-9F44-9BEB-4F11739802AB}"/>
              </a:ext>
            </a:extLst>
          </p:cNvPr>
          <p:cNvCxnSpPr>
            <a:cxnSpLocks/>
            <a:stCxn id="2" idx="5"/>
            <a:endCxn id="10" idx="0"/>
          </p:cNvCxnSpPr>
          <p:nvPr/>
        </p:nvCxnSpPr>
        <p:spPr>
          <a:xfrm>
            <a:off x="9519336" y="5393424"/>
            <a:ext cx="1637240" cy="4702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3" name="Rectangle 3"/>
          <p:cNvSpPr>
            <a:spLocks noGrp="1" noChangeArrowheads="1"/>
          </p:cNvSpPr>
          <p:nvPr>
            <p:ph type="title"/>
          </p:nvPr>
        </p:nvSpPr>
        <p:spPr>
          <a:xfrm>
            <a:off x="2743201" y="228601"/>
            <a:ext cx="7704667" cy="758297"/>
          </a:xfrm>
        </p:spPr>
        <p:txBody>
          <a:bodyPr/>
          <a:lstStyle/>
          <a:p>
            <a:r>
              <a:rPr lang="en-US" altLang="zh-TW">
                <a:ea typeface="新細明體" pitchFamily="-106" charset="-120"/>
                <a:cs typeface="新細明體" pitchFamily="-106" charset="-120"/>
              </a:rPr>
              <a:t>Normalization</a:t>
            </a:r>
          </a:p>
        </p:txBody>
      </p:sp>
      <mc:AlternateContent xmlns:mc="http://schemas.openxmlformats.org/markup-compatibility/2006" xmlns:a14="http://schemas.microsoft.com/office/drawing/2010/main">
        <mc:Choice Requires="a14">
          <p:sp>
            <p:nvSpPr>
              <p:cNvPr id="583684" name="Rectangle 4"/>
              <p:cNvSpPr>
                <a:spLocks noGrp="1" noChangeArrowheads="1"/>
              </p:cNvSpPr>
              <p:nvPr>
                <p:ph idx="1"/>
              </p:nvPr>
            </p:nvSpPr>
            <p:spPr>
              <a:xfrm>
                <a:off x="2328334" y="1066800"/>
                <a:ext cx="8034867" cy="4724400"/>
              </a:xfrm>
            </p:spPr>
            <p:txBody>
              <a:bodyPr>
                <a:normAutofit/>
              </a:bodyPr>
              <a:lstStyle/>
              <a:p>
                <a:pPr>
                  <a:spcBef>
                    <a:spcPts val="1200"/>
                  </a:spcBef>
                </a:pPr>
                <a:r>
                  <a:rPr lang="en-US" altLang="zh-TW" sz="2400" dirty="0">
                    <a:latin typeface="Corbel" panose="020B0503020204020204" pitchFamily="34" charset="0"/>
                    <a:ea typeface="新細明體" pitchFamily="-106" charset="-120"/>
                    <a:cs typeface="Times"/>
                  </a:rPr>
                  <a:t>We are trying to diagnose the diseas</a:t>
                </a:r>
                <a:r>
                  <a:rPr lang="en-US" altLang="zh-TW" dirty="0">
                    <a:latin typeface="Corbel" panose="020B0503020204020204" pitchFamily="34" charset="0"/>
                    <a:ea typeface="新細明體" pitchFamily="-106" charset="-120"/>
                    <a:cs typeface="Times"/>
                  </a:rPr>
                  <a:t>e </a:t>
                </a:r>
                <a14:m>
                  <m:oMath xmlns:m="http://schemas.openxmlformats.org/officeDocument/2006/math">
                    <m:r>
                      <a:rPr lang="en-US" altLang="zh-TW" b="0" i="1" smtClean="0">
                        <a:latin typeface="Cambria Math" panose="02040503050406030204" pitchFamily="18" charset="0"/>
                        <a:ea typeface="新細明體" pitchFamily="-106" charset="-120"/>
                        <a:cs typeface="Times"/>
                      </a:rPr>
                      <m:t>𝑋</m:t>
                    </m:r>
                  </m:oMath>
                </a14:m>
                <a:r>
                  <a:rPr lang="en-US" altLang="zh-TW" sz="2400" dirty="0">
                    <a:latin typeface="Corbel" panose="020B0503020204020204" pitchFamily="34" charset="0"/>
                    <a:ea typeface="新細明體" pitchFamily="-106" charset="-120"/>
                    <a:cs typeface="Times"/>
                  </a:rPr>
                  <a:t>. </a:t>
                </a:r>
                <a14:m>
                  <m:oMath xmlns:m="http://schemas.openxmlformats.org/officeDocument/2006/math">
                    <m:r>
                      <a:rPr lang="en-US" altLang="zh-TW" sz="2400" i="1">
                        <a:latin typeface="Cambria Math" panose="02040503050406030204" pitchFamily="18" charset="0"/>
                        <a:ea typeface="新細明體" pitchFamily="-106" charset="-120"/>
                        <a:cs typeface="Times"/>
                      </a:rPr>
                      <m:t>70%</m:t>
                    </m:r>
                  </m:oMath>
                </a14:m>
                <a:r>
                  <a:rPr lang="en-US" altLang="zh-TW" sz="2400" dirty="0">
                    <a:latin typeface="Corbel" panose="020B0503020204020204" pitchFamily="34" charset="0"/>
                    <a:ea typeface="新細明體" pitchFamily="-106" charset="-120"/>
                    <a:cs typeface="Times"/>
                  </a:rPr>
                  <a:t> of the population is healthy, </a:t>
                </a:r>
                <a14:m>
                  <m:oMath xmlns:m="http://schemas.openxmlformats.org/officeDocument/2006/math">
                    <m:r>
                      <a:rPr lang="en-US" altLang="zh-TW" sz="2400" i="1">
                        <a:latin typeface="Cambria Math" panose="02040503050406030204" pitchFamily="18" charset="0"/>
                        <a:ea typeface="新細明體" pitchFamily="-106" charset="-120"/>
                        <a:cs typeface="Times"/>
                      </a:rPr>
                      <m:t>20%</m:t>
                    </m:r>
                  </m:oMath>
                </a14:m>
                <a:r>
                  <a:rPr lang="en-US" altLang="zh-TW" sz="2400" dirty="0">
                    <a:latin typeface="Corbel" panose="020B0503020204020204" pitchFamily="34" charset="0"/>
                    <a:ea typeface="新細明體" pitchFamily="-106" charset="-120"/>
                    <a:cs typeface="Times"/>
                  </a:rPr>
                  <a:t> are carriers, and </a:t>
                </a:r>
                <a14:m>
                  <m:oMath xmlns:m="http://schemas.openxmlformats.org/officeDocument/2006/math">
                    <m:r>
                      <a:rPr lang="en-US" altLang="zh-TW" sz="2400" i="1">
                        <a:latin typeface="Cambria Math" panose="02040503050406030204" pitchFamily="18" charset="0"/>
                        <a:ea typeface="新細明體" pitchFamily="-106" charset="-120"/>
                        <a:cs typeface="Times"/>
                      </a:rPr>
                      <m:t>10%</m:t>
                    </m:r>
                  </m:oMath>
                </a14:m>
                <a:r>
                  <a:rPr lang="en-US" altLang="zh-TW" sz="2400" dirty="0">
                    <a:latin typeface="Corbel" panose="020B0503020204020204" pitchFamily="34" charset="0"/>
                    <a:ea typeface="新細明體" pitchFamily="-106" charset="-120"/>
                    <a:cs typeface="Times"/>
                  </a:rPr>
                  <a:t> are sick.  </a:t>
                </a:r>
              </a:p>
              <a:p>
                <a:pPr>
                  <a:spcBef>
                    <a:spcPts val="1200"/>
                  </a:spcBef>
                </a:pPr>
                <a:r>
                  <a:rPr lang="en-US" altLang="zh-TW" sz="2400" dirty="0">
                    <a:latin typeface="Corbel" panose="020B0503020204020204" pitchFamily="34" charset="0"/>
                    <a:ea typeface="新細明體" pitchFamily="-106" charset="-120"/>
                    <a:cs typeface="Times"/>
                  </a:rPr>
                  <a:t>A blood test will come back positive with the following probability:</a:t>
                </a:r>
              </a:p>
              <a:p>
                <a:pPr lvl="1">
                  <a:spcBef>
                    <a:spcPts val="1200"/>
                  </a:spcBef>
                </a:pPr>
                <a14:m>
                  <m:oMath xmlns:m="http://schemas.openxmlformats.org/officeDocument/2006/math">
                    <m:func>
                      <m:funcPr>
                        <m:ctrlPr>
                          <a:rPr lang="en-US" altLang="zh-TW" sz="2000" i="1">
                            <a:latin typeface="Cambria Math" panose="02040503050406030204" pitchFamily="18" charset="0"/>
                            <a:ea typeface="新細明體" pitchFamily="-106" charset="-120"/>
                            <a:cs typeface="Times"/>
                          </a:rPr>
                        </m:ctrlPr>
                      </m:funcPr>
                      <m:fName>
                        <m:r>
                          <m:rPr>
                            <m:sty m:val="p"/>
                          </m:rPr>
                          <a:rPr lang="en-US" altLang="zh-TW" sz="2000">
                            <a:latin typeface="Cambria Math" panose="02040503050406030204" pitchFamily="18" charset="0"/>
                            <a:ea typeface="新細明體" pitchFamily="-106" charset="-120"/>
                            <a:cs typeface="Times"/>
                          </a:rPr>
                          <m:t>Pr</m:t>
                        </m:r>
                      </m:fName>
                      <m:e>
                        <m:d>
                          <m:dPr>
                            <m:begChr m:val="["/>
                            <m:endChr m:val="]"/>
                            <m:sepChr m:val="∣"/>
                            <m:ctrlPr>
                              <a:rPr lang="en-US" altLang="zh-TW" sz="2000" i="1">
                                <a:latin typeface="Cambria Math" panose="02040503050406030204" pitchFamily="18" charset="0"/>
                                <a:ea typeface="新細明體" pitchFamily="-106" charset="-120"/>
                                <a:cs typeface="Times"/>
                              </a:rPr>
                            </m:ctrlPr>
                          </m:dPr>
                          <m:e>
                            <m:r>
                              <a:rPr lang="en-US" altLang="zh-TW" sz="2000" i="1">
                                <a:latin typeface="Cambria Math" panose="02040503050406030204" pitchFamily="18" charset="0"/>
                                <a:ea typeface="新細明體" pitchFamily="-106" charset="-120"/>
                                <a:cs typeface="Times"/>
                              </a:rPr>
                              <m:t>𝑇</m:t>
                            </m:r>
                            <m:r>
                              <a:rPr lang="en-US" altLang="zh-TW" sz="2000" i="1">
                                <a:latin typeface="Cambria Math" panose="02040503050406030204" pitchFamily="18" charset="0"/>
                                <a:ea typeface="新細明體" pitchFamily="-106" charset="-120"/>
                                <a:cs typeface="Times"/>
                              </a:rPr>
                              <m:t>=1</m:t>
                            </m:r>
                          </m:e>
                          <m:e>
                            <m:r>
                              <a:rPr lang="en-US" altLang="zh-TW" sz="2000" i="1">
                                <a:latin typeface="Cambria Math" panose="02040503050406030204" pitchFamily="18" charset="0"/>
                                <a:ea typeface="新細明體" pitchFamily="-106" charset="-120"/>
                                <a:cs typeface="Times"/>
                              </a:rPr>
                              <m:t>𝑋</m:t>
                            </m:r>
                            <m:r>
                              <a:rPr lang="en-US" altLang="zh-TW" sz="2000" i="1">
                                <a:latin typeface="Cambria Math" panose="02040503050406030204" pitchFamily="18" charset="0"/>
                                <a:ea typeface="新細明體" pitchFamily="-106" charset="-120"/>
                                <a:cs typeface="Times"/>
                              </a:rPr>
                              <m:t>=</m:t>
                            </m:r>
                            <m:r>
                              <a:rPr lang="en-US" altLang="zh-TW" sz="2000" i="1">
                                <a:latin typeface="Cambria Math" panose="02040503050406030204" pitchFamily="18" charset="0"/>
                                <a:ea typeface="新細明體" pitchFamily="-106" charset="-120"/>
                                <a:cs typeface="Times"/>
                              </a:rPr>
                              <m:t>h𝑒𝑎𝑙𝑡h𝑦</m:t>
                            </m:r>
                          </m:e>
                        </m:d>
                        <m:r>
                          <a:rPr lang="en-US" altLang="zh-TW" sz="2000" i="1">
                            <a:latin typeface="Cambria Math" panose="02040503050406030204" pitchFamily="18" charset="0"/>
                            <a:ea typeface="新細明體" pitchFamily="-106" charset="-120"/>
                            <a:cs typeface="Times"/>
                          </a:rPr>
                          <m:t>=0.1</m:t>
                        </m:r>
                      </m:e>
                    </m:func>
                  </m:oMath>
                </a14:m>
                <a:endParaRPr lang="en-US" altLang="zh-TW" sz="2000" dirty="0">
                  <a:latin typeface="Corbel" panose="020B0503020204020204" pitchFamily="34" charset="0"/>
                  <a:ea typeface="新細明體" pitchFamily="-106" charset="-120"/>
                  <a:cs typeface="Times"/>
                </a:endParaRPr>
              </a:p>
              <a:p>
                <a:pPr lvl="1">
                  <a:spcBef>
                    <a:spcPts val="1200"/>
                  </a:spcBef>
                </a:pPr>
                <a14:m>
                  <m:oMath xmlns:m="http://schemas.openxmlformats.org/officeDocument/2006/math">
                    <m:func>
                      <m:funcPr>
                        <m:ctrlPr>
                          <a:rPr lang="en-US" altLang="zh-TW" sz="2000" i="1">
                            <a:latin typeface="Cambria Math" panose="02040503050406030204" pitchFamily="18" charset="0"/>
                            <a:ea typeface="新細明體" pitchFamily="-106" charset="-120"/>
                            <a:cs typeface="Times"/>
                          </a:rPr>
                        </m:ctrlPr>
                      </m:funcPr>
                      <m:fName>
                        <m:r>
                          <m:rPr>
                            <m:sty m:val="p"/>
                          </m:rPr>
                          <a:rPr lang="en-US" altLang="zh-TW" sz="2000">
                            <a:latin typeface="Cambria Math" panose="02040503050406030204" pitchFamily="18" charset="0"/>
                            <a:ea typeface="新細明體" pitchFamily="-106" charset="-120"/>
                            <a:cs typeface="Times"/>
                          </a:rPr>
                          <m:t>Pr</m:t>
                        </m:r>
                      </m:fName>
                      <m:e>
                        <m:r>
                          <a:rPr lang="en-US" altLang="zh-TW" sz="2000" i="1">
                            <a:latin typeface="Cambria Math" panose="02040503050406030204" pitchFamily="18" charset="0"/>
                            <a:ea typeface="新細明體" pitchFamily="-106" charset="-120"/>
                            <a:cs typeface="Times"/>
                          </a:rPr>
                          <m:t>[</m:t>
                        </m:r>
                        <m:r>
                          <a:rPr lang="en-US" altLang="zh-TW" sz="2000" i="1">
                            <a:latin typeface="Cambria Math" panose="02040503050406030204" pitchFamily="18" charset="0"/>
                            <a:ea typeface="新細明體" pitchFamily="-106" charset="-120"/>
                            <a:cs typeface="Times"/>
                          </a:rPr>
                          <m:t>𝑇</m:t>
                        </m:r>
                        <m:r>
                          <a:rPr lang="en-US" altLang="zh-TW" sz="2000" i="1">
                            <a:latin typeface="Cambria Math" panose="02040503050406030204" pitchFamily="18" charset="0"/>
                            <a:ea typeface="新細明體" pitchFamily="-106" charset="-120"/>
                            <a:cs typeface="Times"/>
                          </a:rPr>
                          <m:t>=</m:t>
                        </m:r>
                      </m:e>
                    </m:func>
                    <m:r>
                      <a:rPr lang="en-US" altLang="zh-TW" sz="2000" i="1">
                        <a:latin typeface="Cambria Math" panose="02040503050406030204" pitchFamily="18" charset="0"/>
                        <a:ea typeface="新細明體" pitchFamily="-106" charset="-120"/>
                        <a:cs typeface="Times"/>
                      </a:rPr>
                      <m:t>1∣</m:t>
                    </m:r>
                    <m:r>
                      <a:rPr lang="en-US" altLang="zh-TW" sz="2000" i="1">
                        <a:latin typeface="Cambria Math" panose="02040503050406030204" pitchFamily="18" charset="0"/>
                        <a:ea typeface="新細明體" pitchFamily="-106" charset="-120"/>
                        <a:cs typeface="Times"/>
                      </a:rPr>
                      <m:t>𝑋</m:t>
                    </m:r>
                    <m:r>
                      <a:rPr lang="en-US" altLang="zh-TW" sz="2000" i="1">
                        <a:latin typeface="Cambria Math" panose="02040503050406030204" pitchFamily="18" charset="0"/>
                        <a:ea typeface="新細明體" pitchFamily="-106" charset="-120"/>
                        <a:cs typeface="Times"/>
                      </a:rPr>
                      <m:t>=</m:t>
                    </m:r>
                    <m:r>
                      <a:rPr lang="en-US" altLang="zh-TW" sz="2000" i="1">
                        <a:latin typeface="Cambria Math" panose="02040503050406030204" pitchFamily="18" charset="0"/>
                        <a:ea typeface="新細明體" pitchFamily="-106" charset="-120"/>
                        <a:cs typeface="Times"/>
                      </a:rPr>
                      <m:t>𝑐𝑎𝑟𝑟𝑖𝑒𝑟</m:t>
                    </m:r>
                    <m:r>
                      <a:rPr lang="en-US" altLang="zh-TW" sz="2000" i="1">
                        <a:latin typeface="Cambria Math" panose="02040503050406030204" pitchFamily="18" charset="0"/>
                        <a:ea typeface="新細明體" pitchFamily="-106" charset="-120"/>
                        <a:cs typeface="Times"/>
                      </a:rPr>
                      <m:t>]=0.7</m:t>
                    </m:r>
                  </m:oMath>
                </a14:m>
                <a:endParaRPr lang="en-US" altLang="zh-TW" sz="2000" dirty="0">
                  <a:latin typeface="Corbel" panose="020B0503020204020204" pitchFamily="34" charset="0"/>
                  <a:ea typeface="新細明體" pitchFamily="-106" charset="-120"/>
                  <a:cs typeface="Times"/>
                </a:endParaRPr>
              </a:p>
              <a:p>
                <a:pPr lvl="1">
                  <a:spcBef>
                    <a:spcPts val="1200"/>
                  </a:spcBef>
                </a:pPr>
                <a14:m>
                  <m:oMath xmlns:m="http://schemas.openxmlformats.org/officeDocument/2006/math">
                    <m:func>
                      <m:funcPr>
                        <m:ctrlPr>
                          <a:rPr lang="en-US" altLang="zh-TW" sz="2000" i="1">
                            <a:latin typeface="Cambria Math" panose="02040503050406030204" pitchFamily="18" charset="0"/>
                            <a:ea typeface="新細明體" pitchFamily="-106" charset="-120"/>
                            <a:cs typeface="Times"/>
                          </a:rPr>
                        </m:ctrlPr>
                      </m:funcPr>
                      <m:fName>
                        <m:r>
                          <m:rPr>
                            <m:sty m:val="p"/>
                          </m:rPr>
                          <a:rPr lang="en-US" altLang="zh-TW" sz="2000">
                            <a:latin typeface="Cambria Math" panose="02040503050406030204" pitchFamily="18" charset="0"/>
                            <a:ea typeface="新細明體" pitchFamily="-106" charset="-120"/>
                            <a:cs typeface="Times"/>
                          </a:rPr>
                          <m:t>Pr</m:t>
                        </m:r>
                      </m:fName>
                      <m:e>
                        <m:d>
                          <m:dPr>
                            <m:begChr m:val="["/>
                            <m:endChr m:val="]"/>
                            <m:sepChr m:val="∣"/>
                            <m:ctrlPr>
                              <a:rPr lang="en-US" altLang="zh-TW" sz="2000" i="1">
                                <a:latin typeface="Cambria Math" panose="02040503050406030204" pitchFamily="18" charset="0"/>
                                <a:ea typeface="新細明體" pitchFamily="-106" charset="-120"/>
                                <a:cs typeface="Times"/>
                              </a:rPr>
                            </m:ctrlPr>
                          </m:dPr>
                          <m:e>
                            <m:r>
                              <a:rPr lang="en-US" altLang="zh-TW" sz="2000" i="1">
                                <a:latin typeface="Cambria Math" panose="02040503050406030204" pitchFamily="18" charset="0"/>
                                <a:ea typeface="新細明體" pitchFamily="-106" charset="-120"/>
                                <a:cs typeface="Times"/>
                              </a:rPr>
                              <m:t>𝑇</m:t>
                            </m:r>
                            <m:r>
                              <a:rPr lang="en-US" altLang="zh-TW" sz="2000" i="1">
                                <a:latin typeface="Cambria Math" panose="02040503050406030204" pitchFamily="18" charset="0"/>
                                <a:ea typeface="新細明體" pitchFamily="-106" charset="-120"/>
                                <a:cs typeface="Times"/>
                              </a:rPr>
                              <m:t>=1</m:t>
                            </m:r>
                          </m:e>
                          <m:e>
                            <m:r>
                              <a:rPr lang="en-US" altLang="zh-TW" sz="2000" i="1">
                                <a:latin typeface="Cambria Math" panose="02040503050406030204" pitchFamily="18" charset="0"/>
                                <a:ea typeface="新細明體" pitchFamily="-106" charset="-120"/>
                                <a:cs typeface="Times"/>
                              </a:rPr>
                              <m:t>𝑋</m:t>
                            </m:r>
                            <m:r>
                              <a:rPr lang="en-US" altLang="zh-TW" sz="2000" i="1">
                                <a:latin typeface="Cambria Math" panose="02040503050406030204" pitchFamily="18" charset="0"/>
                                <a:ea typeface="新細明體" pitchFamily="-106" charset="-120"/>
                                <a:cs typeface="Times"/>
                              </a:rPr>
                              <m:t>=</m:t>
                            </m:r>
                            <m:r>
                              <a:rPr lang="en-US" altLang="zh-TW" sz="2000" i="1">
                                <a:latin typeface="Cambria Math" panose="02040503050406030204" pitchFamily="18" charset="0"/>
                                <a:ea typeface="新細明體" pitchFamily="-106" charset="-120"/>
                                <a:cs typeface="Times"/>
                              </a:rPr>
                              <m:t>𝑠𝑖𝑐𝑘</m:t>
                            </m:r>
                          </m:e>
                        </m:d>
                        <m:r>
                          <a:rPr lang="en-US" altLang="zh-TW" sz="2000" i="1">
                            <a:latin typeface="Cambria Math" panose="02040503050406030204" pitchFamily="18" charset="0"/>
                            <a:ea typeface="新細明體" pitchFamily="-106" charset="-120"/>
                            <a:cs typeface="Times"/>
                          </a:rPr>
                          <m:t>=0.9</m:t>
                        </m:r>
                      </m:e>
                    </m:func>
                  </m:oMath>
                </a14:m>
                <a:endParaRPr lang="en-US" altLang="zh-TW" sz="2000" dirty="0">
                  <a:latin typeface="Corbel" panose="020B0503020204020204" pitchFamily="34" charset="0"/>
                  <a:ea typeface="新細明體" pitchFamily="-106" charset="-120"/>
                  <a:cs typeface="Times"/>
                </a:endParaRPr>
              </a:p>
              <a:p>
                <a:pPr>
                  <a:spcBef>
                    <a:spcPts val="1200"/>
                  </a:spcBef>
                </a:pPr>
                <a:r>
                  <a:rPr lang="en-US" altLang="zh-TW" sz="2400" dirty="0">
                    <a:latin typeface="Corbel" panose="020B0503020204020204" pitchFamily="34" charset="0"/>
                    <a:ea typeface="新細明體" pitchFamily="-106" charset="-120"/>
                    <a:cs typeface="Times"/>
                  </a:rPr>
                  <a:t>We run a test three times (independently) and obtain two positive (on tests 1 and 2) and one negative (on test 3). What is the likeliest value for </a:t>
                </a:r>
                <a14:m>
                  <m:oMath xmlns:m="http://schemas.openxmlformats.org/officeDocument/2006/math">
                    <m:r>
                      <a:rPr lang="en-US" altLang="zh-TW" sz="2400" i="1">
                        <a:latin typeface="Cambria Math" panose="02040503050406030204" pitchFamily="18" charset="0"/>
                        <a:ea typeface="新細明體" pitchFamily="-106" charset="-120"/>
                        <a:cs typeface="Times"/>
                      </a:rPr>
                      <m:t>𝑋</m:t>
                    </m:r>
                  </m:oMath>
                </a14:m>
                <a:r>
                  <a:rPr lang="en-US" altLang="zh-TW" sz="2400" dirty="0">
                    <a:latin typeface="Corbel" panose="020B0503020204020204" pitchFamily="34" charset="0"/>
                    <a:ea typeface="新細明體" pitchFamily="-106" charset="-120"/>
                    <a:cs typeface="Times"/>
                  </a:rPr>
                  <a:t>? </a:t>
                </a:r>
              </a:p>
            </p:txBody>
          </p:sp>
        </mc:Choice>
        <mc:Fallback xmlns="">
          <p:sp>
            <p:nvSpPr>
              <p:cNvPr id="583684" name="Rectangle 4"/>
              <p:cNvSpPr>
                <a:spLocks noGrp="1" noRot="1" noChangeAspect="1" noMove="1" noResize="1" noEditPoints="1" noAdjustHandles="1" noChangeArrowheads="1" noChangeShapeType="1" noTextEdit="1"/>
              </p:cNvSpPr>
              <p:nvPr>
                <p:ph idx="1"/>
              </p:nvPr>
            </p:nvSpPr>
            <p:spPr>
              <a:xfrm>
                <a:off x="2328334" y="1066800"/>
                <a:ext cx="8034867" cy="4724400"/>
              </a:xfrm>
              <a:blipFill>
                <a:blip r:embed="rId3"/>
                <a:stretch>
                  <a:fillRect l="-315" t="-1609"/>
                </a:stretch>
              </a:blipFill>
            </p:spPr>
            <p:txBody>
              <a:bodyPr/>
              <a:lstStyle/>
              <a:p>
                <a:r>
                  <a:rPr lang="en-GB">
                    <a:noFill/>
                  </a:rPr>
                  <a:t> </a:t>
                </a:r>
              </a:p>
            </p:txBody>
          </p:sp>
        </mc:Fallback>
      </mc:AlternateContent>
      <p:sp>
        <p:nvSpPr>
          <p:cNvPr id="5" name="Slide Number Placeholder 4"/>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22</a:t>
            </a:fld>
            <a:endParaRPr lang="en-US" altLang="zh-TW"/>
          </a:p>
        </p:txBody>
      </p:sp>
    </p:spTree>
    <p:extLst>
      <p:ext uri="{BB962C8B-B14F-4D97-AF65-F5344CB8AC3E}">
        <p14:creationId xmlns:p14="http://schemas.microsoft.com/office/powerpoint/2010/main" val="23741147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3" name="Rectangle 3"/>
          <p:cNvSpPr>
            <a:spLocks noGrp="1" noChangeArrowheads="1"/>
          </p:cNvSpPr>
          <p:nvPr>
            <p:ph type="title"/>
          </p:nvPr>
        </p:nvSpPr>
        <p:spPr>
          <a:xfrm>
            <a:off x="2743201" y="228601"/>
            <a:ext cx="7704667" cy="758297"/>
          </a:xfrm>
        </p:spPr>
        <p:txBody>
          <a:bodyPr/>
          <a:lstStyle/>
          <a:p>
            <a:r>
              <a:rPr lang="en-US" altLang="zh-TW" dirty="0">
                <a:ea typeface="新細明體" pitchFamily="-106" charset="-120"/>
                <a:cs typeface="新細明體" pitchFamily="-106" charset="-120"/>
              </a:rPr>
              <a:t>Normalization</a:t>
            </a:r>
          </a:p>
        </p:txBody>
      </p:sp>
      <mc:AlternateContent xmlns:mc="http://schemas.openxmlformats.org/markup-compatibility/2006" xmlns:a14="http://schemas.microsoft.com/office/drawing/2010/main">
        <mc:Choice Requires="a14">
          <p:sp>
            <p:nvSpPr>
              <p:cNvPr id="583684" name="Rectangle 4"/>
              <p:cNvSpPr>
                <a:spLocks noGrp="1" noChangeArrowheads="1"/>
              </p:cNvSpPr>
              <p:nvPr>
                <p:ph idx="1"/>
              </p:nvPr>
            </p:nvSpPr>
            <p:spPr>
              <a:xfrm>
                <a:off x="2328334" y="1066800"/>
                <a:ext cx="8034867" cy="5486400"/>
              </a:xfrm>
            </p:spPr>
            <p:txBody>
              <a:bodyPr>
                <a:normAutofit fontScale="85000" lnSpcReduction="10000"/>
              </a:bodyPr>
              <a:lstStyle/>
              <a:p>
                <a:pPr marL="0" indent="0">
                  <a:spcBef>
                    <a:spcPts val="1200"/>
                  </a:spcBef>
                  <a:buNone/>
                </a:pPr>
                <a14:m>
                  <m:oMathPara xmlns:m="http://schemas.openxmlformats.org/officeDocument/2006/math">
                    <m:oMathParaPr>
                      <m:jc m:val="centerGroup"/>
                    </m:oMathParaPr>
                    <m:oMath xmlns:m="http://schemas.openxmlformats.org/officeDocument/2006/math">
                      <m:func>
                        <m:funcPr>
                          <m:ctrlPr>
                            <a:rPr lang="en-US" altLang="zh-TW" i="1" smtClean="0">
                              <a:latin typeface="Cambria Math" panose="02040503050406030204" pitchFamily="18" charset="0"/>
                              <a:ea typeface="新細明體" pitchFamily="-106" charset="-120"/>
                              <a:cs typeface="Times"/>
                            </a:rPr>
                          </m:ctrlPr>
                        </m:funcPr>
                        <m:fName>
                          <m:r>
                            <m:rPr>
                              <m:sty m:val="p"/>
                            </m:rPr>
                            <a:rPr lang="en-US" altLang="zh-TW">
                              <a:latin typeface="Cambria Math" panose="02040503050406030204" pitchFamily="18" charset="0"/>
                              <a:ea typeface="新細明體" pitchFamily="-106" charset="-120"/>
                              <a:cs typeface="Times"/>
                            </a:rPr>
                            <m:t>Pr</m:t>
                          </m:r>
                        </m:fName>
                        <m:e>
                          <m:d>
                            <m:dPr>
                              <m:begChr m:val="["/>
                              <m:endChr m:val="]"/>
                              <m:sepChr m:val="∣"/>
                              <m:ctrlPr>
                                <a:rPr lang="en-US" altLang="zh-TW" i="1">
                                  <a:latin typeface="Cambria Math" panose="02040503050406030204" pitchFamily="18" charset="0"/>
                                  <a:ea typeface="新細明體" pitchFamily="-106" charset="-120"/>
                                  <a:cs typeface="Times"/>
                                </a:rPr>
                              </m:ctrlPr>
                            </m:dPr>
                            <m:e>
                              <m:r>
                                <a:rPr lang="en-US" altLang="zh-TW" i="1">
                                  <a:latin typeface="Cambria Math" panose="02040503050406030204" pitchFamily="18" charset="0"/>
                                  <a:ea typeface="新細明體" pitchFamily="-106" charset="-120"/>
                                  <a:cs typeface="Times"/>
                                </a:rPr>
                                <m:t>𝑋</m:t>
                              </m:r>
                            </m:e>
                            <m:e>
                              <m:sSub>
                                <m:sSubPr>
                                  <m:ctrlPr>
                                    <a:rPr lang="en-US" altLang="zh-TW" i="1">
                                      <a:latin typeface="Cambria Math" panose="02040503050406030204" pitchFamily="18" charset="0"/>
                                      <a:ea typeface="新細明體" pitchFamily="-106" charset="-120"/>
                                      <a:cs typeface="Times"/>
                                    </a:rPr>
                                  </m:ctrlPr>
                                </m:sSubPr>
                                <m:e>
                                  <m:r>
                                    <a:rPr lang="en-US" altLang="zh-TW" i="1">
                                      <a:latin typeface="Cambria Math" panose="02040503050406030204" pitchFamily="18" charset="0"/>
                                      <a:ea typeface="新細明體" pitchFamily="-106" charset="-120"/>
                                      <a:cs typeface="Times"/>
                                    </a:rPr>
                                    <m:t>𝑇</m:t>
                                  </m:r>
                                </m:e>
                                <m:sub>
                                  <m:r>
                                    <a:rPr lang="en-US" altLang="zh-TW" i="1">
                                      <a:latin typeface="Cambria Math" panose="02040503050406030204" pitchFamily="18" charset="0"/>
                                      <a:ea typeface="新細明體" pitchFamily="-106" charset="-120"/>
                                      <a:cs typeface="Times"/>
                                    </a:rPr>
                                    <m:t>1</m:t>
                                  </m:r>
                                </m:sub>
                              </m:sSub>
                              <m:r>
                                <a:rPr lang="en-US" altLang="zh-TW" i="1">
                                  <a:latin typeface="Cambria Math" panose="02040503050406030204" pitchFamily="18" charset="0"/>
                                  <a:ea typeface="新細明體" pitchFamily="-106" charset="-120"/>
                                  <a:cs typeface="Times"/>
                                </a:rPr>
                                <m:t>=</m:t>
                              </m:r>
                              <m:sSub>
                                <m:sSubPr>
                                  <m:ctrlPr>
                                    <a:rPr lang="en-US" altLang="zh-TW" i="1">
                                      <a:latin typeface="Cambria Math" panose="02040503050406030204" pitchFamily="18" charset="0"/>
                                      <a:ea typeface="新細明體" pitchFamily="-106" charset="-120"/>
                                      <a:cs typeface="Times"/>
                                    </a:rPr>
                                  </m:ctrlPr>
                                </m:sSubPr>
                                <m:e>
                                  <m:r>
                                    <a:rPr lang="en-US" altLang="zh-TW" i="1">
                                      <a:latin typeface="Cambria Math" panose="02040503050406030204" pitchFamily="18" charset="0"/>
                                      <a:ea typeface="新細明體" pitchFamily="-106" charset="-120"/>
                                      <a:cs typeface="Times"/>
                                    </a:rPr>
                                    <m:t>𝑇</m:t>
                                  </m:r>
                                </m:e>
                                <m:sub>
                                  <m:r>
                                    <a:rPr lang="en-US" altLang="zh-TW" i="1">
                                      <a:latin typeface="Cambria Math" panose="02040503050406030204" pitchFamily="18" charset="0"/>
                                      <a:ea typeface="新細明體" pitchFamily="-106" charset="-120"/>
                                      <a:cs typeface="Times"/>
                                    </a:rPr>
                                    <m:t>2</m:t>
                                  </m:r>
                                </m:sub>
                              </m:sSub>
                              <m:r>
                                <a:rPr lang="en-US" altLang="zh-TW" i="1">
                                  <a:latin typeface="Cambria Math" panose="02040503050406030204" pitchFamily="18" charset="0"/>
                                  <a:ea typeface="新細明體" pitchFamily="-106" charset="-120"/>
                                  <a:cs typeface="Times"/>
                                </a:rPr>
                                <m:t>=1,</m:t>
                              </m:r>
                              <m:sSub>
                                <m:sSubPr>
                                  <m:ctrlPr>
                                    <a:rPr lang="en-US" altLang="zh-TW" i="1">
                                      <a:latin typeface="Cambria Math" panose="02040503050406030204" pitchFamily="18" charset="0"/>
                                      <a:ea typeface="新細明體" pitchFamily="-106" charset="-120"/>
                                      <a:cs typeface="Times"/>
                                    </a:rPr>
                                  </m:ctrlPr>
                                </m:sSubPr>
                                <m:e>
                                  <m:r>
                                    <a:rPr lang="en-US" altLang="zh-TW" i="1">
                                      <a:latin typeface="Cambria Math" panose="02040503050406030204" pitchFamily="18" charset="0"/>
                                      <a:ea typeface="新細明體" pitchFamily="-106" charset="-120"/>
                                      <a:cs typeface="Times"/>
                                    </a:rPr>
                                    <m:t>𝑇</m:t>
                                  </m:r>
                                </m:e>
                                <m:sub>
                                  <m:r>
                                    <a:rPr lang="en-US" altLang="zh-TW" i="1">
                                      <a:latin typeface="Cambria Math" panose="02040503050406030204" pitchFamily="18" charset="0"/>
                                      <a:ea typeface="新細明體" pitchFamily="-106" charset="-120"/>
                                      <a:cs typeface="Times"/>
                                    </a:rPr>
                                    <m:t>3</m:t>
                                  </m:r>
                                </m:sub>
                              </m:sSub>
                              <m:r>
                                <a:rPr lang="en-US" altLang="zh-TW" i="1">
                                  <a:latin typeface="Cambria Math" panose="02040503050406030204" pitchFamily="18" charset="0"/>
                                  <a:ea typeface="新細明體" pitchFamily="-106" charset="-120"/>
                                  <a:cs typeface="Times"/>
                                </a:rPr>
                                <m:t>=0</m:t>
                              </m:r>
                            </m:e>
                          </m:d>
                        </m:e>
                      </m:func>
                      <m:r>
                        <a:rPr lang="en-US" altLang="zh-TW" i="1">
                          <a:latin typeface="Cambria Math" panose="02040503050406030204" pitchFamily="18" charset="0"/>
                          <a:ea typeface="新細明體" pitchFamily="-106" charset="-120"/>
                          <a:cs typeface="Times"/>
                        </a:rPr>
                        <m:t>=</m:t>
                      </m:r>
                      <m:f>
                        <m:fPr>
                          <m:ctrlPr>
                            <a:rPr lang="en-US" altLang="zh-TW" i="1">
                              <a:latin typeface="Cambria Math" panose="02040503050406030204" pitchFamily="18" charset="0"/>
                              <a:ea typeface="新細明體" pitchFamily="-106" charset="-120"/>
                              <a:cs typeface="Times"/>
                            </a:rPr>
                          </m:ctrlPr>
                        </m:fPr>
                        <m:num>
                          <m:func>
                            <m:funcPr>
                              <m:ctrlPr>
                                <a:rPr lang="en-US" altLang="zh-TW" i="1">
                                  <a:latin typeface="Cambria Math" panose="02040503050406030204" pitchFamily="18" charset="0"/>
                                  <a:ea typeface="新細明體" pitchFamily="-106" charset="-120"/>
                                  <a:cs typeface="Times"/>
                                </a:rPr>
                              </m:ctrlPr>
                            </m:funcPr>
                            <m:fName>
                              <m:r>
                                <m:rPr>
                                  <m:sty m:val="p"/>
                                </m:rPr>
                                <a:rPr lang="en-US" altLang="zh-TW">
                                  <a:latin typeface="Cambria Math" panose="02040503050406030204" pitchFamily="18" charset="0"/>
                                  <a:ea typeface="新細明體" pitchFamily="-106" charset="-120"/>
                                  <a:cs typeface="Times"/>
                                </a:rPr>
                                <m:t>Pr</m:t>
                              </m:r>
                            </m:fName>
                            <m:e>
                              <m:d>
                                <m:dPr>
                                  <m:begChr m:val="["/>
                                  <m:endChr m:val="]"/>
                                  <m:ctrlPr>
                                    <a:rPr lang="en-US" altLang="zh-TW" i="1">
                                      <a:latin typeface="Cambria Math" panose="02040503050406030204" pitchFamily="18" charset="0"/>
                                      <a:ea typeface="新細明體" pitchFamily="-106" charset="-120"/>
                                      <a:cs typeface="Times"/>
                                    </a:rPr>
                                  </m:ctrlPr>
                                </m:dPr>
                                <m:e>
                                  <m:r>
                                    <a:rPr lang="en-US" altLang="zh-TW" i="1">
                                      <a:latin typeface="Cambria Math" panose="02040503050406030204" pitchFamily="18" charset="0"/>
                                      <a:ea typeface="新細明體" pitchFamily="-106" charset="-120"/>
                                      <a:cs typeface="Times"/>
                                    </a:rPr>
                                    <m:t>𝑋</m:t>
                                  </m:r>
                                </m:e>
                              </m:d>
                            </m:e>
                          </m:func>
                        </m:num>
                        <m:den>
                          <m:func>
                            <m:funcPr>
                              <m:ctrlPr>
                                <a:rPr lang="en-US" altLang="zh-TW" i="1">
                                  <a:latin typeface="Cambria Math" panose="02040503050406030204" pitchFamily="18" charset="0"/>
                                  <a:ea typeface="新細明體" pitchFamily="-106" charset="-120"/>
                                  <a:cs typeface="Times"/>
                                </a:rPr>
                              </m:ctrlPr>
                            </m:funcPr>
                            <m:fName>
                              <m:r>
                                <m:rPr>
                                  <m:sty m:val="p"/>
                                </m:rPr>
                                <a:rPr lang="en-US" altLang="zh-TW">
                                  <a:latin typeface="Cambria Math" panose="02040503050406030204" pitchFamily="18" charset="0"/>
                                  <a:ea typeface="新細明體" pitchFamily="-106" charset="-120"/>
                                  <a:cs typeface="Times"/>
                                </a:rPr>
                                <m:t>Pr</m:t>
                              </m:r>
                            </m:fName>
                            <m:e>
                              <m:d>
                                <m:dPr>
                                  <m:begChr m:val="["/>
                                  <m:endChr m:val="]"/>
                                  <m:ctrlPr>
                                    <a:rPr lang="en-US" altLang="zh-TW" i="1">
                                      <a:latin typeface="Cambria Math" panose="02040503050406030204" pitchFamily="18" charset="0"/>
                                      <a:ea typeface="新細明體" pitchFamily="-106" charset="-120"/>
                                      <a:cs typeface="Times"/>
                                    </a:rPr>
                                  </m:ctrlPr>
                                </m:dPr>
                                <m:e>
                                  <m:sSub>
                                    <m:sSubPr>
                                      <m:ctrlPr>
                                        <a:rPr lang="en-US" altLang="zh-TW" i="1">
                                          <a:latin typeface="Cambria Math" panose="02040503050406030204" pitchFamily="18" charset="0"/>
                                          <a:ea typeface="新細明體" pitchFamily="-106" charset="-120"/>
                                          <a:cs typeface="Times"/>
                                        </a:rPr>
                                      </m:ctrlPr>
                                    </m:sSubPr>
                                    <m:e>
                                      <m:r>
                                        <a:rPr lang="en-US" altLang="zh-TW" i="1">
                                          <a:latin typeface="Cambria Math" panose="02040503050406030204" pitchFamily="18" charset="0"/>
                                          <a:ea typeface="新細明體" pitchFamily="-106" charset="-120"/>
                                          <a:cs typeface="Times"/>
                                        </a:rPr>
                                        <m:t>𝑇</m:t>
                                      </m:r>
                                    </m:e>
                                    <m:sub>
                                      <m:r>
                                        <a:rPr lang="en-US" altLang="zh-TW" i="1">
                                          <a:latin typeface="Cambria Math" panose="02040503050406030204" pitchFamily="18" charset="0"/>
                                          <a:ea typeface="新細明體" pitchFamily="-106" charset="-120"/>
                                          <a:cs typeface="Times"/>
                                        </a:rPr>
                                        <m:t>1</m:t>
                                      </m:r>
                                    </m:sub>
                                  </m:sSub>
                                  <m:r>
                                    <a:rPr lang="en-US" altLang="zh-TW" i="1">
                                      <a:latin typeface="Cambria Math" panose="02040503050406030204" pitchFamily="18" charset="0"/>
                                      <a:ea typeface="新細明體" pitchFamily="-106" charset="-120"/>
                                      <a:cs typeface="Times"/>
                                    </a:rPr>
                                    <m:t>=</m:t>
                                  </m:r>
                                  <m:sSub>
                                    <m:sSubPr>
                                      <m:ctrlPr>
                                        <a:rPr lang="en-US" altLang="zh-TW" i="1">
                                          <a:latin typeface="Cambria Math" panose="02040503050406030204" pitchFamily="18" charset="0"/>
                                          <a:ea typeface="新細明體" pitchFamily="-106" charset="-120"/>
                                          <a:cs typeface="Times"/>
                                        </a:rPr>
                                      </m:ctrlPr>
                                    </m:sSubPr>
                                    <m:e>
                                      <m:r>
                                        <a:rPr lang="en-US" altLang="zh-TW" i="1">
                                          <a:latin typeface="Cambria Math" panose="02040503050406030204" pitchFamily="18" charset="0"/>
                                          <a:ea typeface="新細明體" pitchFamily="-106" charset="-120"/>
                                          <a:cs typeface="Times"/>
                                        </a:rPr>
                                        <m:t>𝑇</m:t>
                                      </m:r>
                                    </m:e>
                                    <m:sub>
                                      <m:r>
                                        <a:rPr lang="en-US" altLang="zh-TW" i="1">
                                          <a:latin typeface="Cambria Math" panose="02040503050406030204" pitchFamily="18" charset="0"/>
                                          <a:ea typeface="新細明體" pitchFamily="-106" charset="-120"/>
                                          <a:cs typeface="Times"/>
                                        </a:rPr>
                                        <m:t>2</m:t>
                                      </m:r>
                                    </m:sub>
                                  </m:sSub>
                                  <m:r>
                                    <a:rPr lang="en-US" altLang="zh-TW" i="1">
                                      <a:latin typeface="Cambria Math" panose="02040503050406030204" pitchFamily="18" charset="0"/>
                                      <a:ea typeface="新細明體" pitchFamily="-106" charset="-120"/>
                                      <a:cs typeface="Times"/>
                                    </a:rPr>
                                    <m:t>=1,</m:t>
                                  </m:r>
                                  <m:sSub>
                                    <m:sSubPr>
                                      <m:ctrlPr>
                                        <a:rPr lang="en-US" altLang="zh-TW" i="1">
                                          <a:latin typeface="Cambria Math" panose="02040503050406030204" pitchFamily="18" charset="0"/>
                                          <a:ea typeface="新細明體" pitchFamily="-106" charset="-120"/>
                                          <a:cs typeface="Times"/>
                                        </a:rPr>
                                      </m:ctrlPr>
                                    </m:sSubPr>
                                    <m:e>
                                      <m:r>
                                        <a:rPr lang="en-US" altLang="zh-TW" i="1">
                                          <a:latin typeface="Cambria Math" panose="02040503050406030204" pitchFamily="18" charset="0"/>
                                          <a:ea typeface="新細明體" pitchFamily="-106" charset="-120"/>
                                          <a:cs typeface="Times"/>
                                        </a:rPr>
                                        <m:t>𝑇</m:t>
                                      </m:r>
                                    </m:e>
                                    <m:sub>
                                      <m:r>
                                        <a:rPr lang="en-US" altLang="zh-TW" i="1">
                                          <a:latin typeface="Cambria Math" panose="02040503050406030204" pitchFamily="18" charset="0"/>
                                          <a:ea typeface="新細明體" pitchFamily="-106" charset="-120"/>
                                          <a:cs typeface="Times"/>
                                        </a:rPr>
                                        <m:t>3</m:t>
                                      </m:r>
                                    </m:sub>
                                  </m:sSub>
                                  <m:r>
                                    <a:rPr lang="en-US" altLang="zh-TW" i="1">
                                      <a:latin typeface="Cambria Math" panose="02040503050406030204" pitchFamily="18" charset="0"/>
                                      <a:ea typeface="新細明體" pitchFamily="-106" charset="-120"/>
                                      <a:cs typeface="Times"/>
                                    </a:rPr>
                                    <m:t>=0</m:t>
                                  </m:r>
                                </m:e>
                              </m:d>
                            </m:e>
                          </m:func>
                        </m:den>
                      </m:f>
                      <m:func>
                        <m:funcPr>
                          <m:ctrlPr>
                            <a:rPr lang="en-US" altLang="zh-TW" b="0" i="1" smtClean="0">
                              <a:latin typeface="Cambria Math" panose="02040503050406030204" pitchFamily="18" charset="0"/>
                              <a:ea typeface="新細明體" pitchFamily="-106" charset="-120"/>
                              <a:cs typeface="Times"/>
                            </a:rPr>
                          </m:ctrlPr>
                        </m:funcPr>
                        <m:fName>
                          <m:r>
                            <m:rPr>
                              <m:sty m:val="p"/>
                            </m:rPr>
                            <a:rPr lang="en-US" altLang="zh-TW" b="0" i="0" smtClean="0">
                              <a:latin typeface="Cambria Math" panose="02040503050406030204" pitchFamily="18" charset="0"/>
                              <a:ea typeface="新細明體" pitchFamily="-106" charset="-120"/>
                              <a:cs typeface="Times"/>
                            </a:rPr>
                            <m:t>Pr</m:t>
                          </m:r>
                        </m:fName>
                        <m:e>
                          <m:r>
                            <a:rPr lang="en-US" altLang="zh-TW" b="0" i="1" smtClean="0">
                              <a:latin typeface="Cambria Math" panose="02040503050406030204" pitchFamily="18" charset="0"/>
                              <a:ea typeface="新細明體" pitchFamily="-106" charset="-120"/>
                              <a:cs typeface="Times"/>
                            </a:rPr>
                            <m:t>[</m:t>
                          </m:r>
                          <m:sSub>
                            <m:sSubPr>
                              <m:ctrlPr>
                                <a:rPr lang="en-US" altLang="zh-TW" b="0" i="1" smtClean="0">
                                  <a:latin typeface="Cambria Math" panose="02040503050406030204" pitchFamily="18" charset="0"/>
                                  <a:ea typeface="新細明體" pitchFamily="-106" charset="-120"/>
                                  <a:cs typeface="Times"/>
                                </a:rPr>
                              </m:ctrlPr>
                            </m:sSubPr>
                            <m:e>
                              <m:r>
                                <a:rPr lang="en-US" altLang="zh-TW" b="0" i="1" smtClean="0">
                                  <a:latin typeface="Cambria Math" panose="02040503050406030204" pitchFamily="18" charset="0"/>
                                  <a:ea typeface="新細明體" pitchFamily="-106" charset="-120"/>
                                  <a:cs typeface="Times"/>
                                </a:rPr>
                                <m:t>𝑇</m:t>
                              </m:r>
                            </m:e>
                            <m:sub>
                              <m:r>
                                <a:rPr lang="en-US" altLang="zh-TW" b="0" i="1" smtClean="0">
                                  <a:latin typeface="Cambria Math" panose="02040503050406030204" pitchFamily="18" charset="0"/>
                                  <a:ea typeface="新細明體" pitchFamily="-106" charset="-120"/>
                                  <a:cs typeface="Times"/>
                                </a:rPr>
                                <m:t>1</m:t>
                              </m:r>
                            </m:sub>
                          </m:sSub>
                          <m:r>
                            <a:rPr lang="en-US" altLang="zh-TW" b="0" i="1" smtClean="0">
                              <a:latin typeface="Cambria Math" panose="02040503050406030204" pitchFamily="18" charset="0"/>
                              <a:ea typeface="新細明體" pitchFamily="-106" charset="-120"/>
                              <a:cs typeface="Times"/>
                            </a:rPr>
                            <m:t>=</m:t>
                          </m:r>
                          <m:sSub>
                            <m:sSubPr>
                              <m:ctrlPr>
                                <a:rPr lang="en-US" altLang="zh-TW" b="0" i="1" smtClean="0">
                                  <a:latin typeface="Cambria Math" panose="02040503050406030204" pitchFamily="18" charset="0"/>
                                  <a:ea typeface="新細明體" pitchFamily="-106" charset="-120"/>
                                  <a:cs typeface="Times"/>
                                </a:rPr>
                              </m:ctrlPr>
                            </m:sSubPr>
                            <m:e>
                              <m:r>
                                <a:rPr lang="en-US" altLang="zh-TW" b="0" i="1" smtClean="0">
                                  <a:latin typeface="Cambria Math" panose="02040503050406030204" pitchFamily="18" charset="0"/>
                                  <a:ea typeface="新細明體" pitchFamily="-106" charset="-120"/>
                                  <a:cs typeface="Times"/>
                                </a:rPr>
                                <m:t>𝑇</m:t>
                              </m:r>
                            </m:e>
                            <m:sub>
                              <m:r>
                                <a:rPr lang="en-US" altLang="zh-TW" b="0" i="1" smtClean="0">
                                  <a:latin typeface="Cambria Math" panose="02040503050406030204" pitchFamily="18" charset="0"/>
                                  <a:ea typeface="新細明體" pitchFamily="-106" charset="-120"/>
                                  <a:cs typeface="Times"/>
                                </a:rPr>
                                <m:t>2</m:t>
                              </m:r>
                            </m:sub>
                          </m:sSub>
                          <m:r>
                            <a:rPr lang="en-US" altLang="zh-TW" b="0" i="1" smtClean="0">
                              <a:latin typeface="Cambria Math" panose="02040503050406030204" pitchFamily="18" charset="0"/>
                              <a:ea typeface="新細明體" pitchFamily="-106" charset="-120"/>
                              <a:cs typeface="Times"/>
                            </a:rPr>
                            <m:t>=1,</m:t>
                          </m:r>
                          <m:sSub>
                            <m:sSubPr>
                              <m:ctrlPr>
                                <a:rPr lang="en-US" altLang="zh-TW" b="0" i="1" smtClean="0">
                                  <a:latin typeface="Cambria Math" panose="02040503050406030204" pitchFamily="18" charset="0"/>
                                  <a:ea typeface="新細明體" pitchFamily="-106" charset="-120"/>
                                  <a:cs typeface="Times"/>
                                </a:rPr>
                              </m:ctrlPr>
                            </m:sSubPr>
                            <m:e>
                              <m:r>
                                <a:rPr lang="en-US" altLang="zh-TW" b="0" i="1" smtClean="0">
                                  <a:latin typeface="Cambria Math" panose="02040503050406030204" pitchFamily="18" charset="0"/>
                                  <a:ea typeface="新細明體" pitchFamily="-106" charset="-120"/>
                                  <a:cs typeface="Times"/>
                                </a:rPr>
                                <m:t>𝑇</m:t>
                              </m:r>
                            </m:e>
                            <m:sub>
                              <m:r>
                                <a:rPr lang="en-US" altLang="zh-TW" b="0" i="1" smtClean="0">
                                  <a:latin typeface="Cambria Math" panose="02040503050406030204" pitchFamily="18" charset="0"/>
                                  <a:ea typeface="新細明體" pitchFamily="-106" charset="-120"/>
                                  <a:cs typeface="Times"/>
                                </a:rPr>
                                <m:t>3</m:t>
                              </m:r>
                            </m:sub>
                          </m:sSub>
                          <m:r>
                            <a:rPr lang="en-US" altLang="zh-TW" b="0" i="1" smtClean="0">
                              <a:latin typeface="Cambria Math" panose="02040503050406030204" pitchFamily="18" charset="0"/>
                              <a:ea typeface="新細明體" pitchFamily="-106" charset="-120"/>
                              <a:cs typeface="Times"/>
                            </a:rPr>
                            <m:t>=0∣</m:t>
                          </m:r>
                          <m:r>
                            <a:rPr lang="en-US" altLang="zh-TW" b="0" i="1" smtClean="0">
                              <a:latin typeface="Cambria Math" panose="02040503050406030204" pitchFamily="18" charset="0"/>
                              <a:ea typeface="新細明體" pitchFamily="-106" charset="-120"/>
                              <a:cs typeface="Times"/>
                            </a:rPr>
                            <m:t>𝑋</m:t>
                          </m:r>
                          <m:r>
                            <a:rPr lang="en-US" altLang="zh-TW" b="0" i="1" smtClean="0">
                              <a:latin typeface="Cambria Math" panose="02040503050406030204" pitchFamily="18" charset="0"/>
                              <a:ea typeface="新細明體" pitchFamily="-106" charset="-120"/>
                              <a:cs typeface="Times"/>
                            </a:rPr>
                            <m:t>]</m:t>
                          </m:r>
                        </m:e>
                      </m:func>
                    </m:oMath>
                  </m:oMathPara>
                </a14:m>
                <a:endParaRPr lang="en-US" altLang="zh-TW" sz="2400" dirty="0">
                  <a:latin typeface="Corbel" panose="020B0503020204020204" pitchFamily="34" charset="0"/>
                  <a:ea typeface="新細明體" pitchFamily="-106" charset="-120"/>
                  <a:cs typeface="Times"/>
                </a:endParaRPr>
              </a:p>
              <a:p>
                <a:pPr marL="0" indent="0">
                  <a:spcBef>
                    <a:spcPts val="1200"/>
                  </a:spcBef>
                  <a:buNone/>
                </a:pPr>
                <a:r>
                  <a:rPr lang="en-US" altLang="zh-TW" dirty="0">
                    <a:latin typeface="Corbel" panose="020B0503020204020204" pitchFamily="34" charset="0"/>
                    <a:ea typeface="新細明體" pitchFamily="-106" charset="-120"/>
                    <a:cs typeface="Times"/>
                  </a:rPr>
                  <a:t>We don’t care about </a:t>
                </a:r>
                <a14:m>
                  <m:oMath xmlns:m="http://schemas.openxmlformats.org/officeDocument/2006/math">
                    <m:f>
                      <m:fPr>
                        <m:ctrlPr>
                          <a:rPr lang="en-US" altLang="zh-TW" b="0" i="1" smtClean="0">
                            <a:latin typeface="Cambria Math" panose="02040503050406030204" pitchFamily="18" charset="0"/>
                            <a:ea typeface="新細明體" pitchFamily="-106" charset="-120"/>
                            <a:cs typeface="Times"/>
                          </a:rPr>
                        </m:ctrlPr>
                      </m:fPr>
                      <m:num>
                        <m:r>
                          <a:rPr lang="en-US" altLang="zh-TW" b="0" i="0" smtClean="0">
                            <a:latin typeface="Cambria Math" panose="02040503050406030204" pitchFamily="18" charset="0"/>
                            <a:ea typeface="新細明體" pitchFamily="-106" charset="-120"/>
                            <a:cs typeface="Times"/>
                          </a:rPr>
                          <m:t>1</m:t>
                        </m:r>
                      </m:num>
                      <m:den>
                        <m:func>
                          <m:funcPr>
                            <m:ctrlPr>
                              <a:rPr lang="en-US" altLang="zh-TW" i="1">
                                <a:latin typeface="Cambria Math" panose="02040503050406030204" pitchFamily="18" charset="0"/>
                                <a:ea typeface="新細明體" pitchFamily="-106" charset="-120"/>
                                <a:cs typeface="Times"/>
                              </a:rPr>
                            </m:ctrlPr>
                          </m:funcPr>
                          <m:fName>
                            <m:r>
                              <m:rPr>
                                <m:sty m:val="p"/>
                              </m:rPr>
                              <a:rPr lang="en-US" altLang="zh-TW">
                                <a:latin typeface="Cambria Math" panose="02040503050406030204" pitchFamily="18" charset="0"/>
                                <a:ea typeface="新細明體" pitchFamily="-106" charset="-120"/>
                                <a:cs typeface="Times"/>
                              </a:rPr>
                              <m:t>Pr</m:t>
                            </m:r>
                          </m:fName>
                          <m:e>
                            <m:r>
                              <a:rPr lang="en-US" altLang="zh-TW" i="1">
                                <a:latin typeface="Cambria Math" panose="02040503050406030204" pitchFamily="18" charset="0"/>
                                <a:ea typeface="新細明體" pitchFamily="-106" charset="-120"/>
                                <a:cs typeface="Times"/>
                              </a:rPr>
                              <m:t>[</m:t>
                            </m:r>
                            <m:sSub>
                              <m:sSubPr>
                                <m:ctrlPr>
                                  <a:rPr lang="en-US" altLang="zh-TW" i="1">
                                    <a:latin typeface="Cambria Math" panose="02040503050406030204" pitchFamily="18" charset="0"/>
                                    <a:ea typeface="新細明體" pitchFamily="-106" charset="-120"/>
                                    <a:cs typeface="Times"/>
                                  </a:rPr>
                                </m:ctrlPr>
                              </m:sSubPr>
                              <m:e>
                                <m:r>
                                  <a:rPr lang="en-US" altLang="zh-TW" i="1">
                                    <a:latin typeface="Cambria Math" panose="02040503050406030204" pitchFamily="18" charset="0"/>
                                    <a:ea typeface="新細明體" pitchFamily="-106" charset="-120"/>
                                    <a:cs typeface="Times"/>
                                  </a:rPr>
                                  <m:t>𝑇</m:t>
                                </m:r>
                              </m:e>
                              <m:sub>
                                <m:r>
                                  <a:rPr lang="en-US" altLang="zh-TW" i="1">
                                    <a:latin typeface="Cambria Math" panose="02040503050406030204" pitchFamily="18" charset="0"/>
                                    <a:ea typeface="新細明體" pitchFamily="-106" charset="-120"/>
                                    <a:cs typeface="Times"/>
                                  </a:rPr>
                                  <m:t>1</m:t>
                                </m:r>
                              </m:sub>
                            </m:sSub>
                            <m:r>
                              <a:rPr lang="en-US" altLang="zh-TW" i="1">
                                <a:latin typeface="Cambria Math" panose="02040503050406030204" pitchFamily="18" charset="0"/>
                                <a:ea typeface="新細明體" pitchFamily="-106" charset="-120"/>
                                <a:cs typeface="Times"/>
                              </a:rPr>
                              <m:t>=</m:t>
                            </m:r>
                            <m:sSub>
                              <m:sSubPr>
                                <m:ctrlPr>
                                  <a:rPr lang="en-US" altLang="zh-TW" i="1">
                                    <a:latin typeface="Cambria Math" panose="02040503050406030204" pitchFamily="18" charset="0"/>
                                    <a:ea typeface="新細明體" pitchFamily="-106" charset="-120"/>
                                    <a:cs typeface="Times"/>
                                  </a:rPr>
                                </m:ctrlPr>
                              </m:sSubPr>
                              <m:e>
                                <m:r>
                                  <a:rPr lang="en-US" altLang="zh-TW" i="1">
                                    <a:latin typeface="Cambria Math" panose="02040503050406030204" pitchFamily="18" charset="0"/>
                                    <a:ea typeface="新細明體" pitchFamily="-106" charset="-120"/>
                                    <a:cs typeface="Times"/>
                                  </a:rPr>
                                  <m:t>𝑇</m:t>
                                </m:r>
                              </m:e>
                              <m:sub>
                                <m:r>
                                  <a:rPr lang="en-US" altLang="zh-TW" i="1">
                                    <a:latin typeface="Cambria Math" panose="02040503050406030204" pitchFamily="18" charset="0"/>
                                    <a:ea typeface="新細明體" pitchFamily="-106" charset="-120"/>
                                    <a:cs typeface="Times"/>
                                  </a:rPr>
                                  <m:t>2</m:t>
                                </m:r>
                              </m:sub>
                            </m:sSub>
                            <m:r>
                              <a:rPr lang="en-US" altLang="zh-TW" i="1">
                                <a:latin typeface="Cambria Math" panose="02040503050406030204" pitchFamily="18" charset="0"/>
                                <a:ea typeface="新細明體" pitchFamily="-106" charset="-120"/>
                                <a:cs typeface="Times"/>
                              </a:rPr>
                              <m:t>=1,</m:t>
                            </m:r>
                            <m:sSub>
                              <m:sSubPr>
                                <m:ctrlPr>
                                  <a:rPr lang="en-US" altLang="zh-TW" i="1">
                                    <a:latin typeface="Cambria Math" panose="02040503050406030204" pitchFamily="18" charset="0"/>
                                    <a:ea typeface="新細明體" pitchFamily="-106" charset="-120"/>
                                    <a:cs typeface="Times"/>
                                  </a:rPr>
                                </m:ctrlPr>
                              </m:sSubPr>
                              <m:e>
                                <m:r>
                                  <a:rPr lang="en-US" altLang="zh-TW" i="1">
                                    <a:latin typeface="Cambria Math" panose="02040503050406030204" pitchFamily="18" charset="0"/>
                                    <a:ea typeface="新細明體" pitchFamily="-106" charset="-120"/>
                                    <a:cs typeface="Times"/>
                                  </a:rPr>
                                  <m:t>𝑇</m:t>
                                </m:r>
                              </m:e>
                              <m:sub>
                                <m:r>
                                  <a:rPr lang="en-US" altLang="zh-TW" i="1">
                                    <a:latin typeface="Cambria Math" panose="02040503050406030204" pitchFamily="18" charset="0"/>
                                    <a:ea typeface="新細明體" pitchFamily="-106" charset="-120"/>
                                    <a:cs typeface="Times"/>
                                  </a:rPr>
                                  <m:t>3</m:t>
                                </m:r>
                              </m:sub>
                            </m:sSub>
                            <m:r>
                              <a:rPr lang="en-US" altLang="zh-TW" i="1">
                                <a:latin typeface="Cambria Math" panose="02040503050406030204" pitchFamily="18" charset="0"/>
                                <a:ea typeface="新細明體" pitchFamily="-106" charset="-120"/>
                                <a:cs typeface="Times"/>
                              </a:rPr>
                              <m:t>=0]</m:t>
                            </m:r>
                          </m:e>
                        </m:func>
                      </m:den>
                    </m:f>
                  </m:oMath>
                </a14:m>
                <a:r>
                  <a:rPr lang="en-US" altLang="zh-TW" sz="2400" dirty="0">
                    <a:latin typeface="Corbel" panose="020B0503020204020204" pitchFamily="34" charset="0"/>
                    <a:ea typeface="新細明體" pitchFamily="-106" charset="-120"/>
                    <a:cs typeface="Times"/>
                  </a:rPr>
                  <a:t>! Set it to </a:t>
                </a:r>
                <a14:m>
                  <m:oMath xmlns:m="http://schemas.openxmlformats.org/officeDocument/2006/math">
                    <m:r>
                      <a:rPr lang="en-US" altLang="zh-TW" sz="2400" i="1">
                        <a:latin typeface="Cambria Math" panose="02040503050406030204" pitchFamily="18" charset="0"/>
                        <a:ea typeface="新細明體" pitchFamily="-106" charset="-120"/>
                        <a:cs typeface="Times"/>
                      </a:rPr>
                      <m:t>𝛼</m:t>
                    </m:r>
                  </m:oMath>
                </a14:m>
                <a:r>
                  <a:rPr lang="en-US" altLang="zh-TW" sz="2400" dirty="0">
                    <a:latin typeface="Corbel" panose="020B0503020204020204" pitchFamily="34" charset="0"/>
                    <a:ea typeface="新細明體" pitchFamily="-106" charset="-120"/>
                    <a:cs typeface="Times"/>
                  </a:rPr>
                  <a:t>.</a:t>
                </a:r>
              </a:p>
              <a:p>
                <a:pPr marL="0" indent="0">
                  <a:spcBef>
                    <a:spcPts val="1200"/>
                  </a:spcBef>
                  <a:buNone/>
                </a:pPr>
                <a:endParaRPr lang="en-US" altLang="zh-TW" sz="2400" dirty="0">
                  <a:latin typeface="Corbel" panose="020B0503020204020204" pitchFamily="34" charset="0"/>
                  <a:ea typeface="新細明體" pitchFamily="-106" charset="-120"/>
                  <a:cs typeface="Times"/>
                </a:endParaRPr>
              </a:p>
              <a:p>
                <a:pPr marL="0" indent="0">
                  <a:spcBef>
                    <a:spcPts val="1200"/>
                  </a:spcBef>
                  <a:buNone/>
                </a:pPr>
                <a14:m>
                  <m:oMathPara xmlns:m="http://schemas.openxmlformats.org/officeDocument/2006/math">
                    <m:oMathParaPr>
                      <m:jc m:val="centerGroup"/>
                    </m:oMathParaPr>
                    <m:oMath xmlns:m="http://schemas.openxmlformats.org/officeDocument/2006/math">
                      <m:r>
                        <a:rPr lang="en-US" altLang="zh-TW" sz="2400" i="1">
                          <a:latin typeface="Cambria Math" panose="02040503050406030204" pitchFamily="18" charset="0"/>
                          <a:ea typeface="新細明體" pitchFamily="-106" charset="-120"/>
                          <a:cs typeface="Times"/>
                        </a:rPr>
                        <m:t>𝛼</m:t>
                      </m:r>
                      <m:func>
                        <m:funcPr>
                          <m:ctrlPr>
                            <a:rPr lang="en-US" altLang="zh-TW" sz="2400" i="1">
                              <a:latin typeface="Cambria Math" panose="02040503050406030204" pitchFamily="18" charset="0"/>
                              <a:ea typeface="新細明體" pitchFamily="-106" charset="-120"/>
                              <a:cs typeface="Times"/>
                            </a:rPr>
                          </m:ctrlPr>
                        </m:funcPr>
                        <m:fName>
                          <m:r>
                            <m:rPr>
                              <m:sty m:val="p"/>
                            </m:rPr>
                            <a:rPr lang="en-US" altLang="zh-TW" sz="2400">
                              <a:latin typeface="Cambria Math" panose="02040503050406030204" pitchFamily="18" charset="0"/>
                              <a:ea typeface="新細明體" pitchFamily="-106" charset="-120"/>
                              <a:cs typeface="Times"/>
                            </a:rPr>
                            <m:t>Pr</m:t>
                          </m:r>
                        </m:fName>
                        <m:e>
                          <m:d>
                            <m:dPr>
                              <m:begChr m:val="["/>
                              <m:endChr m:val="]"/>
                              <m:ctrlPr>
                                <a:rPr lang="en-US" altLang="zh-TW" sz="2400" i="1">
                                  <a:latin typeface="Cambria Math" panose="02040503050406030204" pitchFamily="18" charset="0"/>
                                  <a:ea typeface="新細明體" pitchFamily="-106" charset="-120"/>
                                  <a:cs typeface="Times"/>
                                </a:rPr>
                              </m:ctrlPr>
                            </m:dPr>
                            <m:e>
                              <m:r>
                                <a:rPr lang="en-US" altLang="zh-TW" sz="2400" i="1">
                                  <a:latin typeface="Cambria Math" panose="02040503050406030204" pitchFamily="18" charset="0"/>
                                  <a:ea typeface="新細明體" pitchFamily="-106" charset="-120"/>
                                  <a:cs typeface="Times"/>
                                </a:rPr>
                                <m:t>𝑋</m:t>
                              </m:r>
                            </m:e>
                          </m:d>
                        </m:e>
                      </m:func>
                      <m:r>
                        <a:rPr lang="en-US" altLang="zh-TW" sz="2400" i="1">
                          <a:latin typeface="Cambria Math" panose="02040503050406030204" pitchFamily="18" charset="0"/>
                          <a:ea typeface="新細明體" pitchFamily="-106" charset="-120"/>
                          <a:cs typeface="Times"/>
                        </a:rPr>
                        <m:t>×</m:t>
                      </m:r>
                      <m:func>
                        <m:funcPr>
                          <m:ctrlPr>
                            <a:rPr lang="en-US" altLang="zh-TW" sz="2400" i="1">
                              <a:latin typeface="Cambria Math" panose="02040503050406030204" pitchFamily="18" charset="0"/>
                              <a:ea typeface="新細明體" pitchFamily="-106" charset="-120"/>
                              <a:cs typeface="Times"/>
                            </a:rPr>
                          </m:ctrlPr>
                        </m:funcPr>
                        <m:fName>
                          <m:r>
                            <m:rPr>
                              <m:sty m:val="p"/>
                            </m:rPr>
                            <a:rPr lang="en-US" altLang="zh-TW" sz="2400">
                              <a:latin typeface="Cambria Math" panose="02040503050406030204" pitchFamily="18" charset="0"/>
                              <a:ea typeface="新細明體" pitchFamily="-106" charset="-120"/>
                              <a:cs typeface="Times"/>
                            </a:rPr>
                            <m:t>Pr</m:t>
                          </m:r>
                        </m:fName>
                        <m:e>
                          <m:d>
                            <m:dPr>
                              <m:begChr m:val="["/>
                              <m:endChr m:val="]"/>
                              <m:sepChr m:val="∣"/>
                              <m:ctrlPr>
                                <a:rPr lang="en-US" altLang="zh-TW" sz="2400" i="1">
                                  <a:latin typeface="Cambria Math" panose="02040503050406030204" pitchFamily="18" charset="0"/>
                                  <a:ea typeface="新細明體" pitchFamily="-106" charset="-120"/>
                                  <a:cs typeface="Times"/>
                                </a:rPr>
                              </m:ctrlPr>
                            </m:dPr>
                            <m:e>
                              <m:sSub>
                                <m:sSubPr>
                                  <m:ctrlPr>
                                    <a:rPr lang="en-US" altLang="zh-TW" sz="2400" i="1">
                                      <a:latin typeface="Cambria Math" panose="02040503050406030204" pitchFamily="18" charset="0"/>
                                      <a:ea typeface="新細明體" pitchFamily="-106" charset="-120"/>
                                      <a:cs typeface="Times"/>
                                    </a:rPr>
                                  </m:ctrlPr>
                                </m:sSubPr>
                                <m:e>
                                  <m:r>
                                    <a:rPr lang="en-US" altLang="zh-TW" sz="2400" i="1">
                                      <a:latin typeface="Cambria Math" panose="02040503050406030204" pitchFamily="18" charset="0"/>
                                      <a:ea typeface="新細明體" pitchFamily="-106" charset="-120"/>
                                      <a:cs typeface="Times"/>
                                    </a:rPr>
                                    <m:t>𝑇</m:t>
                                  </m:r>
                                </m:e>
                                <m:sub>
                                  <m:r>
                                    <a:rPr lang="en-US" altLang="zh-TW" sz="2400" i="1">
                                      <a:latin typeface="Cambria Math" panose="02040503050406030204" pitchFamily="18" charset="0"/>
                                      <a:ea typeface="新細明體" pitchFamily="-106" charset="-120"/>
                                      <a:cs typeface="Times"/>
                                    </a:rPr>
                                    <m:t>1</m:t>
                                  </m:r>
                                </m:sub>
                              </m:sSub>
                              <m:r>
                                <a:rPr lang="en-US" altLang="zh-TW" sz="2400" i="1">
                                  <a:latin typeface="Cambria Math" panose="02040503050406030204" pitchFamily="18" charset="0"/>
                                  <a:ea typeface="新細明體" pitchFamily="-106" charset="-120"/>
                                  <a:cs typeface="Times"/>
                                </a:rPr>
                                <m:t>=1,</m:t>
                              </m:r>
                              <m:sSub>
                                <m:sSubPr>
                                  <m:ctrlPr>
                                    <a:rPr lang="en-US" altLang="zh-TW" sz="2400" i="1">
                                      <a:latin typeface="Cambria Math" panose="02040503050406030204" pitchFamily="18" charset="0"/>
                                      <a:ea typeface="新細明體" pitchFamily="-106" charset="-120"/>
                                      <a:cs typeface="Times"/>
                                    </a:rPr>
                                  </m:ctrlPr>
                                </m:sSubPr>
                                <m:e>
                                  <m:r>
                                    <a:rPr lang="en-US" altLang="zh-TW" sz="2400" i="1">
                                      <a:latin typeface="Cambria Math" panose="02040503050406030204" pitchFamily="18" charset="0"/>
                                      <a:ea typeface="新細明體" pitchFamily="-106" charset="-120"/>
                                      <a:cs typeface="Times"/>
                                    </a:rPr>
                                    <m:t>𝑇</m:t>
                                  </m:r>
                                </m:e>
                                <m:sub>
                                  <m:r>
                                    <a:rPr lang="en-US" altLang="zh-TW" sz="2400" i="1">
                                      <a:latin typeface="Cambria Math" panose="02040503050406030204" pitchFamily="18" charset="0"/>
                                      <a:ea typeface="新細明體" pitchFamily="-106" charset="-120"/>
                                      <a:cs typeface="Times"/>
                                    </a:rPr>
                                    <m:t>2</m:t>
                                  </m:r>
                                </m:sub>
                              </m:sSub>
                              <m:r>
                                <a:rPr lang="en-US" altLang="zh-TW" sz="2400" i="1">
                                  <a:latin typeface="Cambria Math" panose="02040503050406030204" pitchFamily="18" charset="0"/>
                                  <a:ea typeface="新細明體" pitchFamily="-106" charset="-120"/>
                                  <a:cs typeface="Times"/>
                                </a:rPr>
                                <m:t>=1,</m:t>
                              </m:r>
                              <m:sSub>
                                <m:sSubPr>
                                  <m:ctrlPr>
                                    <a:rPr lang="en-US" altLang="zh-TW" sz="2400" i="1">
                                      <a:latin typeface="Cambria Math" panose="02040503050406030204" pitchFamily="18" charset="0"/>
                                      <a:ea typeface="新細明體" pitchFamily="-106" charset="-120"/>
                                      <a:cs typeface="Times"/>
                                    </a:rPr>
                                  </m:ctrlPr>
                                </m:sSubPr>
                                <m:e>
                                  <m:r>
                                    <a:rPr lang="en-US" altLang="zh-TW" sz="2400" i="1">
                                      <a:latin typeface="Cambria Math" panose="02040503050406030204" pitchFamily="18" charset="0"/>
                                      <a:ea typeface="新細明體" pitchFamily="-106" charset="-120"/>
                                      <a:cs typeface="Times"/>
                                    </a:rPr>
                                    <m:t>𝑇</m:t>
                                  </m:r>
                                </m:e>
                                <m:sub>
                                  <m:r>
                                    <a:rPr lang="en-US" altLang="zh-TW" sz="2400" i="1">
                                      <a:latin typeface="Cambria Math" panose="02040503050406030204" pitchFamily="18" charset="0"/>
                                      <a:ea typeface="新細明體" pitchFamily="-106" charset="-120"/>
                                      <a:cs typeface="Times"/>
                                    </a:rPr>
                                    <m:t>3</m:t>
                                  </m:r>
                                </m:sub>
                              </m:sSub>
                              <m:r>
                                <a:rPr lang="en-US" altLang="zh-TW" sz="2400" i="1">
                                  <a:latin typeface="Cambria Math" panose="02040503050406030204" pitchFamily="18" charset="0"/>
                                  <a:ea typeface="新細明體" pitchFamily="-106" charset="-120"/>
                                  <a:cs typeface="Times"/>
                                </a:rPr>
                                <m:t>=0</m:t>
                              </m:r>
                            </m:e>
                            <m:e>
                              <m:r>
                                <a:rPr lang="en-US" altLang="zh-TW" sz="2400" i="1">
                                  <a:latin typeface="Cambria Math" panose="02040503050406030204" pitchFamily="18" charset="0"/>
                                  <a:ea typeface="新細明體" pitchFamily="-106" charset="-120"/>
                                  <a:cs typeface="Times"/>
                                </a:rPr>
                                <m:t>𝑋</m:t>
                              </m:r>
                            </m:e>
                          </m:d>
                        </m:e>
                      </m:func>
                      <m:r>
                        <a:rPr lang="en-US" altLang="zh-TW" sz="2400" i="1">
                          <a:latin typeface="Cambria Math" panose="02040503050406030204" pitchFamily="18" charset="0"/>
                          <a:ea typeface="新細明體" pitchFamily="-106" charset="-120"/>
                          <a:cs typeface="Times"/>
                        </a:rPr>
                        <m:t>=</m:t>
                      </m:r>
                      <m:r>
                        <a:rPr lang="en-US" altLang="zh-TW" sz="2400" i="1">
                          <a:latin typeface="Cambria Math" panose="02040503050406030204" pitchFamily="18" charset="0"/>
                          <a:ea typeface="新細明體" pitchFamily="-106" charset="-120"/>
                          <a:cs typeface="Times"/>
                        </a:rPr>
                        <m:t>𝛼</m:t>
                      </m:r>
                      <m:func>
                        <m:funcPr>
                          <m:ctrlPr>
                            <a:rPr lang="en-US" altLang="zh-TW" sz="2400" i="1">
                              <a:latin typeface="Cambria Math" panose="02040503050406030204" pitchFamily="18" charset="0"/>
                              <a:ea typeface="新細明體" pitchFamily="-106" charset="-120"/>
                              <a:cs typeface="Times"/>
                            </a:rPr>
                          </m:ctrlPr>
                        </m:funcPr>
                        <m:fName>
                          <m:r>
                            <m:rPr>
                              <m:sty m:val="p"/>
                            </m:rPr>
                            <a:rPr lang="en-US" altLang="zh-TW" sz="2400">
                              <a:latin typeface="Cambria Math" panose="02040503050406030204" pitchFamily="18" charset="0"/>
                              <a:ea typeface="新細明體" pitchFamily="-106" charset="-120"/>
                              <a:cs typeface="Times"/>
                            </a:rPr>
                            <m:t>Pr</m:t>
                          </m:r>
                        </m:fName>
                        <m:e>
                          <m:d>
                            <m:dPr>
                              <m:begChr m:val="["/>
                              <m:endChr m:val="]"/>
                              <m:ctrlPr>
                                <a:rPr lang="en-US" altLang="zh-TW" sz="2400" i="1">
                                  <a:latin typeface="Cambria Math" panose="02040503050406030204" pitchFamily="18" charset="0"/>
                                  <a:ea typeface="新細明體" pitchFamily="-106" charset="-120"/>
                                  <a:cs typeface="Times"/>
                                </a:rPr>
                              </m:ctrlPr>
                            </m:dPr>
                            <m:e>
                              <m:r>
                                <a:rPr lang="en-US" altLang="zh-TW" sz="2400" i="1">
                                  <a:latin typeface="Cambria Math" panose="02040503050406030204" pitchFamily="18" charset="0"/>
                                  <a:ea typeface="新細明體" pitchFamily="-106" charset="-120"/>
                                  <a:cs typeface="Times"/>
                                </a:rPr>
                                <m:t>𝑋</m:t>
                              </m:r>
                            </m:e>
                          </m:d>
                        </m:e>
                      </m:func>
                      <m:r>
                        <a:rPr lang="en-US" altLang="zh-TW" sz="2400" i="1">
                          <a:latin typeface="Cambria Math" panose="02040503050406030204" pitchFamily="18" charset="0"/>
                          <a:ea typeface="新細明體" pitchFamily="-106" charset="-120"/>
                          <a:cs typeface="Times"/>
                        </a:rPr>
                        <m:t>×</m:t>
                      </m:r>
                      <m:func>
                        <m:funcPr>
                          <m:ctrlPr>
                            <a:rPr lang="en-US" altLang="zh-TW" sz="2400" i="1">
                              <a:latin typeface="Cambria Math" panose="02040503050406030204" pitchFamily="18" charset="0"/>
                              <a:ea typeface="新細明體" pitchFamily="-106" charset="-120"/>
                              <a:cs typeface="Times"/>
                            </a:rPr>
                          </m:ctrlPr>
                        </m:funcPr>
                        <m:fName>
                          <m:r>
                            <m:rPr>
                              <m:sty m:val="p"/>
                            </m:rPr>
                            <a:rPr lang="en-US" altLang="zh-TW" sz="2400">
                              <a:latin typeface="Cambria Math" panose="02040503050406030204" pitchFamily="18" charset="0"/>
                              <a:ea typeface="新細明體" pitchFamily="-106" charset="-120"/>
                              <a:cs typeface="Times"/>
                            </a:rPr>
                            <m:t>Pr</m:t>
                          </m:r>
                        </m:fName>
                        <m:e>
                          <m:d>
                            <m:dPr>
                              <m:begChr m:val="["/>
                              <m:endChr m:val="]"/>
                              <m:sepChr m:val="∣"/>
                              <m:ctrlPr>
                                <a:rPr lang="en-US" altLang="zh-TW" sz="2400" i="1">
                                  <a:latin typeface="Cambria Math" panose="02040503050406030204" pitchFamily="18" charset="0"/>
                                  <a:ea typeface="新細明體" pitchFamily="-106" charset="-120"/>
                                  <a:cs typeface="Times"/>
                                </a:rPr>
                              </m:ctrlPr>
                            </m:dPr>
                            <m:e>
                              <m:sSub>
                                <m:sSubPr>
                                  <m:ctrlPr>
                                    <a:rPr lang="en-US" altLang="zh-TW" sz="2400" i="1">
                                      <a:latin typeface="Cambria Math" panose="02040503050406030204" pitchFamily="18" charset="0"/>
                                      <a:ea typeface="新細明體" pitchFamily="-106" charset="-120"/>
                                      <a:cs typeface="Times"/>
                                    </a:rPr>
                                  </m:ctrlPr>
                                </m:sSubPr>
                                <m:e>
                                  <m:r>
                                    <a:rPr lang="en-US" altLang="zh-TW" sz="2400" i="1">
                                      <a:latin typeface="Cambria Math" panose="02040503050406030204" pitchFamily="18" charset="0"/>
                                      <a:ea typeface="新細明體" pitchFamily="-106" charset="-120"/>
                                      <a:cs typeface="Times"/>
                                    </a:rPr>
                                    <m:t>𝑇</m:t>
                                  </m:r>
                                </m:e>
                                <m:sub>
                                  <m:r>
                                    <a:rPr lang="en-US" altLang="zh-TW" sz="2400" i="1">
                                      <a:latin typeface="Cambria Math" panose="02040503050406030204" pitchFamily="18" charset="0"/>
                                      <a:ea typeface="新細明體" pitchFamily="-106" charset="-120"/>
                                      <a:cs typeface="Times"/>
                                    </a:rPr>
                                    <m:t>1</m:t>
                                  </m:r>
                                </m:sub>
                              </m:sSub>
                              <m:r>
                                <a:rPr lang="en-US" altLang="zh-TW" sz="2400" i="1">
                                  <a:latin typeface="Cambria Math" panose="02040503050406030204" pitchFamily="18" charset="0"/>
                                  <a:ea typeface="新細明體" pitchFamily="-106" charset="-120"/>
                                  <a:cs typeface="Times"/>
                                </a:rPr>
                                <m:t>=1</m:t>
                              </m:r>
                            </m:e>
                            <m:e>
                              <m:r>
                                <a:rPr lang="en-US" altLang="zh-TW" sz="2400" i="1">
                                  <a:latin typeface="Cambria Math" panose="02040503050406030204" pitchFamily="18" charset="0"/>
                                  <a:ea typeface="新細明體" pitchFamily="-106" charset="-120"/>
                                  <a:cs typeface="Times"/>
                                </a:rPr>
                                <m:t>𝑋</m:t>
                              </m:r>
                            </m:e>
                          </m:d>
                        </m:e>
                      </m:func>
                      <m:r>
                        <a:rPr lang="en-US" altLang="zh-TW" sz="2400" i="1">
                          <a:latin typeface="Cambria Math" panose="02040503050406030204" pitchFamily="18" charset="0"/>
                          <a:ea typeface="新細明體" pitchFamily="-106" charset="-120"/>
                          <a:cs typeface="Times"/>
                        </a:rPr>
                        <m:t>×</m:t>
                      </m:r>
                      <m:func>
                        <m:funcPr>
                          <m:ctrlPr>
                            <a:rPr lang="en-US" altLang="zh-TW" sz="2400" i="1">
                              <a:latin typeface="Cambria Math" panose="02040503050406030204" pitchFamily="18" charset="0"/>
                              <a:ea typeface="新細明體" pitchFamily="-106" charset="-120"/>
                              <a:cs typeface="Times"/>
                            </a:rPr>
                          </m:ctrlPr>
                        </m:funcPr>
                        <m:fName>
                          <m:r>
                            <m:rPr>
                              <m:sty m:val="p"/>
                            </m:rPr>
                            <a:rPr lang="en-US" altLang="zh-TW" sz="2400">
                              <a:latin typeface="Cambria Math" panose="02040503050406030204" pitchFamily="18" charset="0"/>
                              <a:ea typeface="新細明體" pitchFamily="-106" charset="-120"/>
                              <a:cs typeface="Times"/>
                            </a:rPr>
                            <m:t>Pr</m:t>
                          </m:r>
                        </m:fName>
                        <m:e>
                          <m:d>
                            <m:dPr>
                              <m:begChr m:val="["/>
                              <m:endChr m:val="]"/>
                              <m:sepChr m:val="∣"/>
                              <m:ctrlPr>
                                <a:rPr lang="en-US" altLang="zh-TW" sz="2400" i="1">
                                  <a:latin typeface="Cambria Math" panose="02040503050406030204" pitchFamily="18" charset="0"/>
                                  <a:ea typeface="新細明體" pitchFamily="-106" charset="-120"/>
                                  <a:cs typeface="Times"/>
                                </a:rPr>
                              </m:ctrlPr>
                            </m:dPr>
                            <m:e>
                              <m:sSub>
                                <m:sSubPr>
                                  <m:ctrlPr>
                                    <a:rPr lang="en-US" altLang="zh-TW" sz="2400" i="1">
                                      <a:latin typeface="Cambria Math" panose="02040503050406030204" pitchFamily="18" charset="0"/>
                                      <a:ea typeface="新細明體" pitchFamily="-106" charset="-120"/>
                                      <a:cs typeface="Times"/>
                                    </a:rPr>
                                  </m:ctrlPr>
                                </m:sSubPr>
                                <m:e>
                                  <m:r>
                                    <a:rPr lang="en-US" altLang="zh-TW" sz="2400" i="1">
                                      <a:latin typeface="Cambria Math" panose="02040503050406030204" pitchFamily="18" charset="0"/>
                                      <a:ea typeface="新細明體" pitchFamily="-106" charset="-120"/>
                                      <a:cs typeface="Times"/>
                                    </a:rPr>
                                    <m:t>𝑇</m:t>
                                  </m:r>
                                </m:e>
                                <m:sub>
                                  <m:r>
                                    <a:rPr lang="en-US" altLang="zh-TW" sz="2400" i="1">
                                      <a:latin typeface="Cambria Math" panose="02040503050406030204" pitchFamily="18" charset="0"/>
                                      <a:ea typeface="新細明體" pitchFamily="-106" charset="-120"/>
                                      <a:cs typeface="Times"/>
                                    </a:rPr>
                                    <m:t>2</m:t>
                                  </m:r>
                                </m:sub>
                              </m:sSub>
                              <m:r>
                                <a:rPr lang="en-US" altLang="zh-TW" sz="2400" i="1">
                                  <a:latin typeface="Cambria Math" panose="02040503050406030204" pitchFamily="18" charset="0"/>
                                  <a:ea typeface="新細明體" pitchFamily="-106" charset="-120"/>
                                  <a:cs typeface="Times"/>
                                </a:rPr>
                                <m:t>=1</m:t>
                              </m:r>
                            </m:e>
                            <m:e>
                              <m:r>
                                <a:rPr lang="en-US" altLang="zh-TW" sz="2400" i="1">
                                  <a:latin typeface="Cambria Math" panose="02040503050406030204" pitchFamily="18" charset="0"/>
                                  <a:ea typeface="新細明體" pitchFamily="-106" charset="-120"/>
                                  <a:cs typeface="Times"/>
                                </a:rPr>
                                <m:t>𝑋</m:t>
                              </m:r>
                            </m:e>
                          </m:d>
                        </m:e>
                      </m:func>
                      <m:r>
                        <a:rPr lang="en-US" altLang="zh-TW" sz="2400" i="1">
                          <a:latin typeface="Cambria Math" panose="02040503050406030204" pitchFamily="18" charset="0"/>
                          <a:ea typeface="新細明體" pitchFamily="-106" charset="-120"/>
                          <a:cs typeface="Times"/>
                        </a:rPr>
                        <m:t>×</m:t>
                      </m:r>
                      <m:func>
                        <m:funcPr>
                          <m:ctrlPr>
                            <a:rPr lang="en-US" altLang="zh-TW" sz="2400" i="1">
                              <a:latin typeface="Cambria Math" panose="02040503050406030204" pitchFamily="18" charset="0"/>
                              <a:ea typeface="新細明體" pitchFamily="-106" charset="-120"/>
                              <a:cs typeface="Times"/>
                            </a:rPr>
                          </m:ctrlPr>
                        </m:funcPr>
                        <m:fName>
                          <m:r>
                            <m:rPr>
                              <m:sty m:val="p"/>
                            </m:rPr>
                            <a:rPr lang="en-US" altLang="zh-TW" sz="2400">
                              <a:latin typeface="Cambria Math" panose="02040503050406030204" pitchFamily="18" charset="0"/>
                              <a:ea typeface="新細明體" pitchFamily="-106" charset="-120"/>
                              <a:cs typeface="Times"/>
                            </a:rPr>
                            <m:t>Pr</m:t>
                          </m:r>
                        </m:fName>
                        <m:e>
                          <m:d>
                            <m:dPr>
                              <m:begChr m:val="["/>
                              <m:endChr m:val="]"/>
                              <m:sepChr m:val="∣"/>
                              <m:ctrlPr>
                                <a:rPr lang="en-US" altLang="zh-TW" sz="2400" i="1">
                                  <a:latin typeface="Cambria Math" panose="02040503050406030204" pitchFamily="18" charset="0"/>
                                  <a:ea typeface="新細明體" pitchFamily="-106" charset="-120"/>
                                  <a:cs typeface="Times"/>
                                </a:rPr>
                              </m:ctrlPr>
                            </m:dPr>
                            <m:e>
                              <m:sSub>
                                <m:sSubPr>
                                  <m:ctrlPr>
                                    <a:rPr lang="en-US" altLang="zh-TW" sz="2400" i="1">
                                      <a:latin typeface="Cambria Math" panose="02040503050406030204" pitchFamily="18" charset="0"/>
                                      <a:ea typeface="新細明體" pitchFamily="-106" charset="-120"/>
                                      <a:cs typeface="Times"/>
                                    </a:rPr>
                                  </m:ctrlPr>
                                </m:sSubPr>
                                <m:e>
                                  <m:r>
                                    <a:rPr lang="en-US" altLang="zh-TW" sz="2400" i="1">
                                      <a:latin typeface="Cambria Math" panose="02040503050406030204" pitchFamily="18" charset="0"/>
                                      <a:ea typeface="新細明體" pitchFamily="-106" charset="-120"/>
                                      <a:cs typeface="Times"/>
                                    </a:rPr>
                                    <m:t>𝑇</m:t>
                                  </m:r>
                                </m:e>
                                <m:sub>
                                  <m:r>
                                    <a:rPr lang="en-US" altLang="zh-TW" sz="2400" i="1">
                                      <a:latin typeface="Cambria Math" panose="02040503050406030204" pitchFamily="18" charset="0"/>
                                      <a:ea typeface="新細明體" pitchFamily="-106" charset="-120"/>
                                      <a:cs typeface="Times"/>
                                    </a:rPr>
                                    <m:t>3</m:t>
                                  </m:r>
                                </m:sub>
                              </m:sSub>
                              <m:r>
                                <a:rPr lang="en-US" altLang="zh-TW" sz="2400" i="1">
                                  <a:latin typeface="Cambria Math" panose="02040503050406030204" pitchFamily="18" charset="0"/>
                                  <a:ea typeface="新細明體" pitchFamily="-106" charset="-120"/>
                                  <a:cs typeface="Times"/>
                                </a:rPr>
                                <m:t>=0</m:t>
                              </m:r>
                            </m:e>
                            <m:e>
                              <m:r>
                                <a:rPr lang="en-US" altLang="zh-TW" sz="2400" i="1">
                                  <a:latin typeface="Cambria Math" panose="02040503050406030204" pitchFamily="18" charset="0"/>
                                  <a:ea typeface="新細明體" pitchFamily="-106" charset="-120"/>
                                  <a:cs typeface="Times"/>
                                </a:rPr>
                                <m:t>𝑋</m:t>
                              </m:r>
                            </m:e>
                          </m:d>
                        </m:e>
                      </m:func>
                    </m:oMath>
                  </m:oMathPara>
                </a14:m>
                <a:endParaRPr lang="en-US" altLang="zh-TW" sz="2400" i="1" dirty="0">
                  <a:latin typeface="Cambria Math" panose="02040503050406030204" pitchFamily="18" charset="0"/>
                  <a:ea typeface="新細明體" pitchFamily="-106" charset="-120"/>
                  <a:cs typeface="Times"/>
                </a:endParaRPr>
              </a:p>
              <a:p>
                <a:pPr marL="0" indent="0">
                  <a:spcBef>
                    <a:spcPts val="1200"/>
                  </a:spcBef>
                  <a:buNone/>
                </a:pPr>
                <a:endParaRPr lang="en-US" altLang="zh-TW" sz="2400" i="1" dirty="0">
                  <a:latin typeface="Cambria Math" panose="02040503050406030204" pitchFamily="18" charset="0"/>
                  <a:ea typeface="新細明體" pitchFamily="-106" charset="-120"/>
                  <a:cs typeface="Times"/>
                </a:endParaRPr>
              </a:p>
              <a:p>
                <a:pPr marL="0" indent="0">
                  <a:spcBef>
                    <a:spcPts val="1200"/>
                  </a:spcBef>
                  <a:buNone/>
                </a:pPr>
                <a14:m>
                  <m:oMathPara xmlns:m="http://schemas.openxmlformats.org/officeDocument/2006/math">
                    <m:oMathParaPr>
                      <m:jc m:val="centerGroup"/>
                    </m:oMathParaPr>
                    <m:oMath xmlns:m="http://schemas.openxmlformats.org/officeDocument/2006/math">
                      <m:func>
                        <m:funcPr>
                          <m:ctrlPr>
                            <a:rPr lang="en-US" altLang="zh-TW" sz="2400" i="1">
                              <a:latin typeface="Cambria Math" panose="02040503050406030204" pitchFamily="18" charset="0"/>
                              <a:ea typeface="新細明體" pitchFamily="-106" charset="-120"/>
                              <a:cs typeface="Times"/>
                            </a:rPr>
                          </m:ctrlPr>
                        </m:funcPr>
                        <m:fName>
                          <m:r>
                            <m:rPr>
                              <m:sty m:val="p"/>
                            </m:rPr>
                            <a:rPr lang="en-US" altLang="zh-TW" sz="2400">
                              <a:latin typeface="Cambria Math" panose="02040503050406030204" pitchFamily="18" charset="0"/>
                              <a:ea typeface="新細明體" pitchFamily="-106" charset="-120"/>
                              <a:cs typeface="Times"/>
                            </a:rPr>
                            <m:t>Pr</m:t>
                          </m:r>
                        </m:fName>
                        <m:e>
                          <m:d>
                            <m:dPr>
                              <m:begChr m:val="["/>
                              <m:endChr m:val="]"/>
                              <m:sepChr m:val="∣"/>
                              <m:ctrlPr>
                                <a:rPr lang="en-US" altLang="zh-TW" sz="2400" i="1">
                                  <a:latin typeface="Cambria Math" panose="02040503050406030204" pitchFamily="18" charset="0"/>
                                  <a:ea typeface="新細明體" pitchFamily="-106" charset="-120"/>
                                  <a:cs typeface="Times"/>
                                </a:rPr>
                              </m:ctrlPr>
                            </m:dPr>
                            <m:e>
                              <m:r>
                                <a:rPr lang="en-US" altLang="zh-TW" sz="2400" i="1">
                                  <a:latin typeface="Cambria Math" panose="02040503050406030204" pitchFamily="18" charset="0"/>
                                  <a:ea typeface="新細明體" pitchFamily="-106" charset="-120"/>
                                  <a:cs typeface="Times"/>
                                </a:rPr>
                                <m:t>𝑋</m:t>
                              </m:r>
                              <m:r>
                                <a:rPr lang="en-US" altLang="zh-TW" sz="2400" i="1">
                                  <a:latin typeface="Cambria Math" panose="02040503050406030204" pitchFamily="18" charset="0"/>
                                  <a:ea typeface="新細明體" pitchFamily="-106" charset="-120"/>
                                  <a:cs typeface="Times"/>
                                </a:rPr>
                                <m:t>=</m:t>
                              </m:r>
                              <m:r>
                                <a:rPr lang="en-US" altLang="zh-TW" sz="2400" i="1">
                                  <a:latin typeface="Cambria Math" panose="02040503050406030204" pitchFamily="18" charset="0"/>
                                  <a:ea typeface="新細明體" pitchFamily="-106" charset="-120"/>
                                  <a:cs typeface="Times"/>
                                </a:rPr>
                                <m:t>h𝑒𝑎𝑙𝑡h𝑦</m:t>
                              </m:r>
                            </m:e>
                            <m:e>
                              <m:r>
                                <a:rPr lang="en-US" altLang="zh-TW" sz="2400" i="1">
                                  <a:latin typeface="Cambria Math" panose="02040503050406030204" pitchFamily="18" charset="0"/>
                                  <a:ea typeface="新細明體" pitchFamily="-106" charset="-120"/>
                                  <a:cs typeface="Times"/>
                                </a:rPr>
                                <m:t>𝐴</m:t>
                              </m:r>
                            </m:e>
                          </m:d>
                        </m:e>
                      </m:func>
                      <m:r>
                        <a:rPr lang="en-US" altLang="zh-TW" sz="2400" i="1">
                          <a:latin typeface="Cambria Math" panose="02040503050406030204" pitchFamily="18" charset="0"/>
                          <a:ea typeface="新細明體" pitchFamily="-106" charset="-120"/>
                          <a:cs typeface="Times"/>
                        </a:rPr>
                        <m:t>=</m:t>
                      </m:r>
                      <m:r>
                        <a:rPr lang="en-US" altLang="zh-TW" sz="2400" i="1">
                          <a:latin typeface="Cambria Math" panose="02040503050406030204" pitchFamily="18" charset="0"/>
                          <a:ea typeface="新細明體" pitchFamily="-106" charset="-120"/>
                          <a:cs typeface="Times"/>
                        </a:rPr>
                        <m:t>𝛼</m:t>
                      </m:r>
                      <m:r>
                        <a:rPr lang="en-US" altLang="zh-TW" sz="2400" i="1">
                          <a:latin typeface="Cambria Math" panose="02040503050406030204" pitchFamily="18" charset="0"/>
                          <a:ea typeface="新細明體" pitchFamily="-106" charset="-120"/>
                          <a:cs typeface="Times"/>
                        </a:rPr>
                        <m:t>×0.7×0.1×0.1×0.9=0.0063</m:t>
                      </m:r>
                      <m:r>
                        <a:rPr lang="en-US" altLang="zh-TW" sz="2400" i="1">
                          <a:latin typeface="Cambria Math" panose="02040503050406030204" pitchFamily="18" charset="0"/>
                          <a:ea typeface="新細明體" pitchFamily="-106" charset="-120"/>
                          <a:cs typeface="Times"/>
                        </a:rPr>
                        <m:t>𝛼</m:t>
                      </m:r>
                    </m:oMath>
                  </m:oMathPara>
                </a14:m>
                <a:endParaRPr lang="en-US" altLang="zh-TW" sz="2400" dirty="0">
                  <a:latin typeface="Corbel" panose="020B0503020204020204" pitchFamily="34" charset="0"/>
                  <a:ea typeface="新細明體" pitchFamily="-106" charset="-120"/>
                  <a:cs typeface="Times"/>
                </a:endParaRPr>
              </a:p>
              <a:p>
                <a:pPr marL="0" indent="0">
                  <a:spcBef>
                    <a:spcPts val="1200"/>
                  </a:spcBef>
                  <a:buNone/>
                </a:pPr>
                <a14:m>
                  <m:oMathPara xmlns:m="http://schemas.openxmlformats.org/officeDocument/2006/math">
                    <m:oMathParaPr>
                      <m:jc m:val="centerGroup"/>
                    </m:oMathParaPr>
                    <m:oMath xmlns:m="http://schemas.openxmlformats.org/officeDocument/2006/math">
                      <m:func>
                        <m:funcPr>
                          <m:ctrlPr>
                            <a:rPr lang="en-US" altLang="zh-TW" sz="2400" i="1">
                              <a:latin typeface="Cambria Math" panose="02040503050406030204" pitchFamily="18" charset="0"/>
                              <a:ea typeface="新細明體" pitchFamily="-106" charset="-120"/>
                              <a:cs typeface="Times"/>
                            </a:rPr>
                          </m:ctrlPr>
                        </m:funcPr>
                        <m:fName>
                          <m:r>
                            <m:rPr>
                              <m:sty m:val="p"/>
                            </m:rPr>
                            <a:rPr lang="en-US" altLang="zh-TW" sz="2400">
                              <a:latin typeface="Cambria Math" panose="02040503050406030204" pitchFamily="18" charset="0"/>
                              <a:ea typeface="新細明體" pitchFamily="-106" charset="-120"/>
                              <a:cs typeface="Times"/>
                            </a:rPr>
                            <m:t>Pr</m:t>
                          </m:r>
                        </m:fName>
                        <m:e>
                          <m:d>
                            <m:dPr>
                              <m:begChr m:val="["/>
                              <m:endChr m:val="]"/>
                              <m:sepChr m:val="∣"/>
                              <m:ctrlPr>
                                <a:rPr lang="en-US" altLang="zh-TW" sz="2400" i="1">
                                  <a:latin typeface="Cambria Math" panose="02040503050406030204" pitchFamily="18" charset="0"/>
                                  <a:ea typeface="新細明體" pitchFamily="-106" charset="-120"/>
                                  <a:cs typeface="Times"/>
                                </a:rPr>
                              </m:ctrlPr>
                            </m:dPr>
                            <m:e>
                              <m:r>
                                <a:rPr lang="en-US" altLang="zh-TW" sz="2400" i="1">
                                  <a:latin typeface="Cambria Math" panose="02040503050406030204" pitchFamily="18" charset="0"/>
                                  <a:ea typeface="新細明體" pitchFamily="-106" charset="-120"/>
                                  <a:cs typeface="Times"/>
                                </a:rPr>
                                <m:t>𝑋</m:t>
                              </m:r>
                              <m:r>
                                <a:rPr lang="en-US" altLang="zh-TW" sz="2400" i="1">
                                  <a:latin typeface="Cambria Math" panose="02040503050406030204" pitchFamily="18" charset="0"/>
                                  <a:ea typeface="新細明體" pitchFamily="-106" charset="-120"/>
                                  <a:cs typeface="Times"/>
                                </a:rPr>
                                <m:t>=</m:t>
                              </m:r>
                              <m:r>
                                <a:rPr lang="en-US" altLang="zh-TW" sz="2400" i="1">
                                  <a:latin typeface="Cambria Math" panose="02040503050406030204" pitchFamily="18" charset="0"/>
                                  <a:ea typeface="新細明體" pitchFamily="-106" charset="-120"/>
                                  <a:cs typeface="Times"/>
                                </a:rPr>
                                <m:t>𝑐𝑎𝑟𝑟𝑖𝑒𝑟</m:t>
                              </m:r>
                            </m:e>
                            <m:e>
                              <m:r>
                                <a:rPr lang="en-US" altLang="zh-TW" sz="2400" i="1">
                                  <a:latin typeface="Cambria Math" panose="02040503050406030204" pitchFamily="18" charset="0"/>
                                  <a:ea typeface="新細明體" pitchFamily="-106" charset="-120"/>
                                  <a:cs typeface="Times"/>
                                </a:rPr>
                                <m:t>𝐴</m:t>
                              </m:r>
                            </m:e>
                          </m:d>
                        </m:e>
                      </m:func>
                      <m:r>
                        <a:rPr lang="en-US" altLang="zh-TW" sz="2400" i="1">
                          <a:latin typeface="Cambria Math" panose="02040503050406030204" pitchFamily="18" charset="0"/>
                          <a:ea typeface="新細明體" pitchFamily="-106" charset="-120"/>
                          <a:cs typeface="Times"/>
                        </a:rPr>
                        <m:t>=</m:t>
                      </m:r>
                      <m:r>
                        <a:rPr lang="en-US" altLang="zh-TW" sz="2400" i="1">
                          <a:latin typeface="Cambria Math" panose="02040503050406030204" pitchFamily="18" charset="0"/>
                          <a:ea typeface="新細明體" pitchFamily="-106" charset="-120"/>
                          <a:cs typeface="Times"/>
                        </a:rPr>
                        <m:t>𝛼</m:t>
                      </m:r>
                      <m:r>
                        <a:rPr lang="en-US" altLang="zh-TW" sz="2400" i="1">
                          <a:latin typeface="Cambria Math" panose="02040503050406030204" pitchFamily="18" charset="0"/>
                          <a:ea typeface="新細明體" pitchFamily="-106" charset="-120"/>
                          <a:cs typeface="Times"/>
                        </a:rPr>
                        <m:t>×0.2×0.7×0.7×0.3=0.0294</m:t>
                      </m:r>
                      <m:r>
                        <a:rPr lang="en-US" altLang="zh-TW" sz="2400" i="1">
                          <a:latin typeface="Cambria Math" panose="02040503050406030204" pitchFamily="18" charset="0"/>
                          <a:ea typeface="新細明體" pitchFamily="-106" charset="-120"/>
                          <a:cs typeface="Times"/>
                        </a:rPr>
                        <m:t>𝛼</m:t>
                      </m:r>
                    </m:oMath>
                  </m:oMathPara>
                </a14:m>
                <a:endParaRPr lang="en-US" altLang="zh-TW" sz="2400" dirty="0">
                  <a:latin typeface="Corbel" panose="020B0503020204020204" pitchFamily="34" charset="0"/>
                  <a:ea typeface="新細明體" pitchFamily="-106" charset="-120"/>
                  <a:cs typeface="Times"/>
                </a:endParaRPr>
              </a:p>
              <a:p>
                <a:pPr marL="0" indent="0">
                  <a:spcBef>
                    <a:spcPts val="1200"/>
                  </a:spcBef>
                  <a:buNone/>
                </a:pPr>
                <a14:m>
                  <m:oMathPara xmlns:m="http://schemas.openxmlformats.org/officeDocument/2006/math">
                    <m:oMathParaPr>
                      <m:jc m:val="centerGroup"/>
                    </m:oMathParaPr>
                    <m:oMath xmlns:m="http://schemas.openxmlformats.org/officeDocument/2006/math">
                      <m:func>
                        <m:funcPr>
                          <m:ctrlPr>
                            <a:rPr lang="en-US" altLang="zh-TW" sz="2400" i="1">
                              <a:latin typeface="Cambria Math" panose="02040503050406030204" pitchFamily="18" charset="0"/>
                              <a:ea typeface="新細明體" pitchFamily="-106" charset="-120"/>
                              <a:cs typeface="Times"/>
                            </a:rPr>
                          </m:ctrlPr>
                        </m:funcPr>
                        <m:fName>
                          <m:r>
                            <m:rPr>
                              <m:sty m:val="p"/>
                            </m:rPr>
                            <a:rPr lang="en-US" altLang="zh-TW" sz="2400">
                              <a:latin typeface="Cambria Math" panose="02040503050406030204" pitchFamily="18" charset="0"/>
                              <a:ea typeface="新細明體" pitchFamily="-106" charset="-120"/>
                              <a:cs typeface="Times"/>
                            </a:rPr>
                            <m:t>Pr</m:t>
                          </m:r>
                        </m:fName>
                        <m:e>
                          <m:d>
                            <m:dPr>
                              <m:begChr m:val="["/>
                              <m:endChr m:val="]"/>
                              <m:sepChr m:val="∣"/>
                              <m:ctrlPr>
                                <a:rPr lang="en-US" altLang="zh-TW" sz="2400" i="1">
                                  <a:latin typeface="Cambria Math" panose="02040503050406030204" pitchFamily="18" charset="0"/>
                                  <a:ea typeface="新細明體" pitchFamily="-106" charset="-120"/>
                                  <a:cs typeface="Times"/>
                                </a:rPr>
                              </m:ctrlPr>
                            </m:dPr>
                            <m:e>
                              <m:r>
                                <a:rPr lang="en-US" altLang="zh-TW" sz="2400" i="1">
                                  <a:latin typeface="Cambria Math" panose="02040503050406030204" pitchFamily="18" charset="0"/>
                                  <a:ea typeface="新細明體" pitchFamily="-106" charset="-120"/>
                                  <a:cs typeface="Times"/>
                                </a:rPr>
                                <m:t>𝑋</m:t>
                              </m:r>
                              <m:r>
                                <a:rPr lang="en-US" altLang="zh-TW" sz="2400" i="1">
                                  <a:latin typeface="Cambria Math" panose="02040503050406030204" pitchFamily="18" charset="0"/>
                                  <a:ea typeface="新細明體" pitchFamily="-106" charset="-120"/>
                                  <a:cs typeface="Times"/>
                                </a:rPr>
                                <m:t>=</m:t>
                              </m:r>
                              <m:r>
                                <a:rPr lang="en-US" altLang="zh-TW" sz="2400" i="1">
                                  <a:latin typeface="Cambria Math" panose="02040503050406030204" pitchFamily="18" charset="0"/>
                                  <a:ea typeface="新細明體" pitchFamily="-106" charset="-120"/>
                                  <a:cs typeface="Times"/>
                                </a:rPr>
                                <m:t>𝑠𝑖𝑐𝑘</m:t>
                              </m:r>
                            </m:e>
                            <m:e>
                              <m:r>
                                <a:rPr lang="en-US" altLang="zh-TW" sz="2400" i="1">
                                  <a:latin typeface="Cambria Math" panose="02040503050406030204" pitchFamily="18" charset="0"/>
                                  <a:ea typeface="新細明體" pitchFamily="-106" charset="-120"/>
                                  <a:cs typeface="Times"/>
                                </a:rPr>
                                <m:t>𝐴</m:t>
                              </m:r>
                            </m:e>
                          </m:d>
                        </m:e>
                      </m:func>
                      <m:r>
                        <a:rPr lang="en-US" altLang="zh-TW" sz="2400" i="1">
                          <a:latin typeface="Cambria Math" panose="02040503050406030204" pitchFamily="18" charset="0"/>
                          <a:ea typeface="新細明體" pitchFamily="-106" charset="-120"/>
                          <a:cs typeface="Times"/>
                        </a:rPr>
                        <m:t>=</m:t>
                      </m:r>
                      <m:r>
                        <a:rPr lang="en-US" altLang="zh-TW" sz="2400" i="1">
                          <a:latin typeface="Cambria Math" panose="02040503050406030204" pitchFamily="18" charset="0"/>
                          <a:ea typeface="新細明體" pitchFamily="-106" charset="-120"/>
                          <a:cs typeface="Times"/>
                        </a:rPr>
                        <m:t>𝛼</m:t>
                      </m:r>
                      <m:r>
                        <a:rPr lang="en-US" altLang="zh-TW" sz="2400" i="1">
                          <a:latin typeface="Cambria Math" panose="02040503050406030204" pitchFamily="18" charset="0"/>
                          <a:ea typeface="新細明體" pitchFamily="-106" charset="-120"/>
                          <a:cs typeface="Times"/>
                        </a:rPr>
                        <m:t>×0.1×0.9×0.9×0.1=0.0081</m:t>
                      </m:r>
                      <m:r>
                        <a:rPr lang="en-US" altLang="zh-TW" sz="2400" i="1">
                          <a:latin typeface="Cambria Math" panose="02040503050406030204" pitchFamily="18" charset="0"/>
                          <a:ea typeface="新細明體" pitchFamily="-106" charset="-120"/>
                          <a:cs typeface="Times"/>
                        </a:rPr>
                        <m:t>𝛼</m:t>
                      </m:r>
                    </m:oMath>
                  </m:oMathPara>
                </a14:m>
                <a:endParaRPr lang="en-US" altLang="zh-TW" sz="2400" dirty="0">
                  <a:latin typeface="Corbel" panose="020B0503020204020204" pitchFamily="34" charset="0"/>
                  <a:ea typeface="新細明體" pitchFamily="-106" charset="-120"/>
                  <a:cs typeface="Times"/>
                </a:endParaRPr>
              </a:p>
            </p:txBody>
          </p:sp>
        </mc:Choice>
        <mc:Fallback xmlns="">
          <p:sp>
            <p:nvSpPr>
              <p:cNvPr id="583684" name="Rectangle 4"/>
              <p:cNvSpPr>
                <a:spLocks noGrp="1" noRot="1" noChangeAspect="1" noMove="1" noResize="1" noEditPoints="1" noAdjustHandles="1" noChangeArrowheads="1" noChangeShapeType="1" noTextEdit="1"/>
              </p:cNvSpPr>
              <p:nvPr>
                <p:ph idx="1"/>
              </p:nvPr>
            </p:nvSpPr>
            <p:spPr>
              <a:xfrm>
                <a:off x="2328334" y="1066800"/>
                <a:ext cx="8034867" cy="5486400"/>
              </a:xfrm>
              <a:blipFill>
                <a:blip r:embed="rId3"/>
                <a:stretch>
                  <a:fillRect l="-1420"/>
                </a:stretch>
              </a:blipFill>
            </p:spPr>
            <p:txBody>
              <a:bodyPr/>
              <a:lstStyle/>
              <a:p>
                <a:r>
                  <a:rPr lang="en-GB">
                    <a:noFill/>
                  </a:rPr>
                  <a:t> </a:t>
                </a:r>
              </a:p>
            </p:txBody>
          </p:sp>
        </mc:Fallback>
      </mc:AlternateContent>
      <p:sp>
        <p:nvSpPr>
          <p:cNvPr id="5" name="Slide Number Placeholder 4"/>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23</a:t>
            </a:fld>
            <a:endParaRPr lang="en-US" altLang="zh-TW"/>
          </a:p>
        </p:txBody>
      </p:sp>
    </p:spTree>
    <p:extLst>
      <p:ext uri="{BB962C8B-B14F-4D97-AF65-F5344CB8AC3E}">
        <p14:creationId xmlns:p14="http://schemas.microsoft.com/office/powerpoint/2010/main" val="35215675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4"/>
          <p:cNvSpPr>
            <a:spLocks noGrp="1" noChangeArrowheads="1"/>
          </p:cNvSpPr>
          <p:nvPr>
            <p:ph type="ctrTitle"/>
          </p:nvPr>
        </p:nvSpPr>
        <p:spPr/>
        <p:txBody>
          <a:bodyPr>
            <a:normAutofit/>
          </a:bodyPr>
          <a:lstStyle/>
          <a:p>
            <a:r>
              <a:rPr lang="en-US"/>
              <a:t>BAYESIAN NETWORKS</a:t>
            </a:r>
          </a:p>
        </p:txBody>
      </p:sp>
      <p:sp>
        <p:nvSpPr>
          <p:cNvPr id="3075" name="Rectangle 3"/>
          <p:cNvSpPr>
            <a:spLocks noGrp="1" noChangeArrowheads="1"/>
          </p:cNvSpPr>
          <p:nvPr>
            <p:ph type="subTitle" idx="1"/>
          </p:nvPr>
        </p:nvSpPr>
        <p:spPr/>
        <p:txBody>
          <a:bodyPr/>
          <a:lstStyle/>
          <a:p>
            <a:r>
              <a:rPr lang="en-US"/>
              <a:t>AIMA Chapter 14.1 – 14.2</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4" name="Rectangle 2"/>
          <p:cNvSpPr>
            <a:spLocks noGrp="1" noChangeArrowheads="1"/>
          </p:cNvSpPr>
          <p:nvPr>
            <p:ph type="title"/>
          </p:nvPr>
        </p:nvSpPr>
        <p:spPr>
          <a:xfrm>
            <a:off x="2506134" y="457202"/>
            <a:ext cx="7704667" cy="1066799"/>
          </a:xfrm>
        </p:spPr>
        <p:txBody>
          <a:bodyPr/>
          <a:lstStyle/>
          <a:p>
            <a:r>
              <a:rPr lang="en-US" altLang="zh-TW">
                <a:ea typeface="新細明體" pitchFamily="-106" charset="-120"/>
                <a:cs typeface="新細明體" pitchFamily="-106" charset="-120"/>
              </a:rPr>
              <a:t>Bayesian Networks</a:t>
            </a:r>
          </a:p>
        </p:txBody>
      </p:sp>
      <mc:AlternateContent xmlns:mc="http://schemas.openxmlformats.org/markup-compatibility/2006" xmlns:a14="http://schemas.microsoft.com/office/drawing/2010/main">
        <mc:Choice Requires="a14">
          <p:sp>
            <p:nvSpPr>
              <p:cNvPr id="591875" name="Rectangle 3"/>
              <p:cNvSpPr>
                <a:spLocks noGrp="1" noChangeArrowheads="1"/>
              </p:cNvSpPr>
              <p:nvPr>
                <p:ph idx="1"/>
              </p:nvPr>
            </p:nvSpPr>
            <p:spPr>
              <a:xfrm>
                <a:off x="2362200" y="1579716"/>
                <a:ext cx="7997952" cy="4419600"/>
              </a:xfrm>
            </p:spPr>
            <p:txBody>
              <a:bodyPr>
                <a:normAutofit lnSpcReduction="10000"/>
              </a:bodyPr>
              <a:lstStyle/>
              <a:p>
                <a:pPr>
                  <a:spcBef>
                    <a:spcPts val="1200"/>
                  </a:spcBef>
                </a:pPr>
                <a:r>
                  <a:rPr lang="en-US" altLang="zh-TW" sz="2400">
                    <a:latin typeface="Corbel" panose="020B0503020204020204" pitchFamily="34" charset="0"/>
                    <a:ea typeface="新細明體" pitchFamily="-106" charset="-120"/>
                    <a:cs typeface="Times"/>
                  </a:rPr>
                  <a:t>A graphical way of writing joint distributions</a:t>
                </a:r>
              </a:p>
              <a:p>
                <a:pPr>
                  <a:spcBef>
                    <a:spcPts val="1200"/>
                  </a:spcBef>
                </a:pPr>
                <a:r>
                  <a:rPr lang="en-US" altLang="zh-TW" sz="2400">
                    <a:latin typeface="Corbel" panose="020B0503020204020204" pitchFamily="34" charset="0"/>
                    <a:ea typeface="新細明體" pitchFamily="-106" charset="-120"/>
                    <a:cs typeface="Times"/>
                  </a:rPr>
                  <a:t>Nodes ar</a:t>
                </a:r>
                <a:r>
                  <a:rPr lang="en-US" altLang="zh-TW">
                    <a:latin typeface="Corbel" panose="020B0503020204020204" pitchFamily="34" charset="0"/>
                    <a:ea typeface="新細明體" pitchFamily="-106" charset="-120"/>
                    <a:cs typeface="Times"/>
                  </a:rPr>
                  <a:t>e random variables</a:t>
                </a:r>
                <a:endParaRPr lang="en-US" altLang="zh-TW" sz="2400">
                  <a:latin typeface="Corbel" panose="020B0503020204020204" pitchFamily="34" charset="0"/>
                  <a:ea typeface="新細明體" pitchFamily="-106" charset="-120"/>
                  <a:cs typeface="Times"/>
                </a:endParaRPr>
              </a:p>
              <a:p>
                <a:pPr>
                  <a:spcBef>
                    <a:spcPts val="1200"/>
                  </a:spcBef>
                </a:pPr>
                <a:r>
                  <a:rPr lang="en-US" altLang="zh-TW">
                    <a:latin typeface="Corbel" panose="020B0503020204020204" pitchFamily="34" charset="0"/>
                    <a:ea typeface="新細明體" pitchFamily="-106" charset="-120"/>
                    <a:cs typeface="Times"/>
                  </a:rPr>
                  <a:t>Edge from </a:t>
                </a:r>
                <a14:m>
                  <m:oMath xmlns:m="http://schemas.openxmlformats.org/officeDocument/2006/math">
                    <m:r>
                      <a:rPr lang="en-US" altLang="zh-TW" b="0" i="1" smtClean="0">
                        <a:latin typeface="Cambria Math" panose="02040503050406030204" pitchFamily="18" charset="0"/>
                        <a:ea typeface="新細明體" pitchFamily="-106" charset="-120"/>
                        <a:cs typeface="Times"/>
                      </a:rPr>
                      <m:t>𝑋</m:t>
                    </m:r>
                  </m:oMath>
                </a14:m>
                <a:r>
                  <a:rPr lang="en-US" altLang="zh-TW">
                    <a:latin typeface="Corbel" panose="020B0503020204020204" pitchFamily="34" charset="0"/>
                    <a:ea typeface="新細明體" pitchFamily="-106" charset="-120"/>
                    <a:cs typeface="Times"/>
                  </a:rPr>
                  <a:t> to </a:t>
                </a:r>
                <a14:m>
                  <m:oMath xmlns:m="http://schemas.openxmlformats.org/officeDocument/2006/math">
                    <m:r>
                      <a:rPr lang="en-US" altLang="zh-TW" b="0" i="1" smtClean="0">
                        <a:latin typeface="Cambria Math" panose="02040503050406030204" pitchFamily="18" charset="0"/>
                        <a:ea typeface="新細明體" pitchFamily="-106" charset="-120"/>
                        <a:cs typeface="Times"/>
                      </a:rPr>
                      <m:t>𝑌</m:t>
                    </m:r>
                  </m:oMath>
                </a14:m>
                <a:r>
                  <a:rPr lang="en-US" altLang="zh-TW">
                    <a:latin typeface="Corbel" panose="020B0503020204020204" pitchFamily="34" charset="0"/>
                    <a:ea typeface="新細明體" pitchFamily="-106" charset="-120"/>
                    <a:cs typeface="Times"/>
                  </a:rPr>
                  <a:t>: </a:t>
                </a:r>
                <a14:m>
                  <m:oMath xmlns:m="http://schemas.openxmlformats.org/officeDocument/2006/math">
                    <m:r>
                      <a:rPr lang="en-US" altLang="zh-TW" i="1">
                        <a:latin typeface="Cambria Math" panose="02040503050406030204" pitchFamily="18" charset="0"/>
                        <a:ea typeface="新細明體" pitchFamily="-106" charset="-120"/>
                        <a:cs typeface="Times"/>
                      </a:rPr>
                      <m:t>𝑋</m:t>
                    </m:r>
                  </m:oMath>
                </a14:m>
                <a:r>
                  <a:rPr lang="en-US" altLang="zh-TW">
                    <a:latin typeface="Corbel" panose="020B0503020204020204" pitchFamily="34" charset="0"/>
                    <a:ea typeface="新細明體" pitchFamily="-106" charset="-120"/>
                    <a:cs typeface="Times"/>
                  </a:rPr>
                  <a:t> directly influences </a:t>
                </a:r>
                <a14:m>
                  <m:oMath xmlns:m="http://schemas.openxmlformats.org/officeDocument/2006/math">
                    <m:r>
                      <a:rPr lang="en-US" altLang="zh-TW" i="1">
                        <a:latin typeface="Cambria Math" panose="02040503050406030204" pitchFamily="18" charset="0"/>
                        <a:ea typeface="新細明體" pitchFamily="-106" charset="-120"/>
                        <a:cs typeface="Times"/>
                      </a:rPr>
                      <m:t>𝑌</m:t>
                    </m:r>
                  </m:oMath>
                </a14:m>
                <a:endParaRPr lang="en-US" altLang="zh-TW">
                  <a:latin typeface="Corbel" panose="020B0503020204020204" pitchFamily="34" charset="0"/>
                  <a:ea typeface="新細明體" pitchFamily="-106" charset="-120"/>
                  <a:cs typeface="Times"/>
                </a:endParaRPr>
              </a:p>
              <a:p>
                <a:pPr>
                  <a:spcBef>
                    <a:spcPts val="1200"/>
                  </a:spcBef>
                </a:pPr>
                <a:r>
                  <a:rPr lang="en-US" altLang="zh-TW">
                    <a:latin typeface="Corbel" panose="020B0503020204020204" pitchFamily="34" charset="0"/>
                    <a:ea typeface="新細明體" pitchFamily="-106" charset="-120"/>
                    <a:cs typeface="Times"/>
                  </a:rPr>
                  <a:t>a conditional distribution for each node given its parents:</a:t>
                </a:r>
                <a:br>
                  <a:rPr lang="en-US" altLang="zh-TW">
                    <a:latin typeface="Corbel" panose="020B0503020204020204" pitchFamily="34" charset="0"/>
                    <a:ea typeface="新細明體" pitchFamily="-106" charset="-120"/>
                    <a:cs typeface="Times"/>
                  </a:rPr>
                </a:br>
                <a14:m>
                  <m:oMath xmlns:m="http://schemas.openxmlformats.org/officeDocument/2006/math">
                    <m:func>
                      <m:funcPr>
                        <m:ctrlPr>
                          <a:rPr lang="en-US" altLang="zh-TW" b="0" i="1" smtClean="0">
                            <a:latin typeface="Cambria Math" panose="02040503050406030204" pitchFamily="18" charset="0"/>
                            <a:ea typeface="新細明體" pitchFamily="-106" charset="-120"/>
                            <a:cs typeface="Times"/>
                          </a:rPr>
                        </m:ctrlPr>
                      </m:funcPr>
                      <m:fName>
                        <m:r>
                          <m:rPr>
                            <m:sty m:val="p"/>
                          </m:rPr>
                          <a:rPr lang="en-US" altLang="zh-TW" b="0" i="0" smtClean="0">
                            <a:latin typeface="Cambria Math" panose="02040503050406030204" pitchFamily="18" charset="0"/>
                            <a:ea typeface="新細明體" pitchFamily="-106" charset="-120"/>
                            <a:cs typeface="Times"/>
                          </a:rPr>
                          <m:t>Pr</m:t>
                        </m:r>
                      </m:fName>
                      <m:e>
                        <m:d>
                          <m:dPr>
                            <m:begChr m:val="["/>
                            <m:endChr m:val="]"/>
                            <m:sepChr m:val="∣"/>
                            <m:ctrlPr>
                              <a:rPr lang="en-US" altLang="zh-TW" b="0" i="1" smtClean="0">
                                <a:latin typeface="Cambria Math" panose="02040503050406030204" pitchFamily="18" charset="0"/>
                                <a:ea typeface="新細明體" pitchFamily="-106" charset="-120"/>
                                <a:cs typeface="Times"/>
                              </a:rPr>
                            </m:ctrlPr>
                          </m:dPr>
                          <m:e>
                            <m:r>
                              <a:rPr lang="en-US" altLang="zh-TW" b="0" i="1" smtClean="0">
                                <a:latin typeface="Cambria Math" panose="02040503050406030204" pitchFamily="18" charset="0"/>
                                <a:ea typeface="新細明體" pitchFamily="-106" charset="-120"/>
                                <a:cs typeface="Times"/>
                              </a:rPr>
                              <m:t>𝑋</m:t>
                            </m:r>
                          </m:e>
                          <m:e>
                            <m:r>
                              <a:rPr lang="en-US" altLang="zh-TW" b="0" i="1" smtClean="0">
                                <a:latin typeface="Cambria Math" panose="02040503050406030204" pitchFamily="18" charset="0"/>
                                <a:ea typeface="新細明體" pitchFamily="-106" charset="-120"/>
                                <a:cs typeface="Times"/>
                              </a:rPr>
                              <m:t>𝑃𝑎𝑟𝑒𝑛𝑡𝑠</m:t>
                            </m:r>
                            <m:d>
                              <m:dPr>
                                <m:ctrlPr>
                                  <a:rPr lang="en-US" altLang="zh-TW" b="0" i="1" smtClean="0">
                                    <a:latin typeface="Cambria Math" panose="02040503050406030204" pitchFamily="18" charset="0"/>
                                    <a:ea typeface="新細明體" pitchFamily="-106" charset="-120"/>
                                    <a:cs typeface="Times"/>
                                  </a:rPr>
                                </m:ctrlPr>
                              </m:dPr>
                              <m:e>
                                <m:r>
                                  <a:rPr lang="en-US" altLang="zh-TW" b="0" i="1" smtClean="0">
                                    <a:latin typeface="Cambria Math" panose="02040503050406030204" pitchFamily="18" charset="0"/>
                                    <a:ea typeface="新細明體" pitchFamily="-106" charset="-120"/>
                                    <a:cs typeface="Times"/>
                                  </a:rPr>
                                  <m:t>𝑋</m:t>
                                </m:r>
                              </m:e>
                            </m:d>
                          </m:e>
                        </m:d>
                      </m:e>
                    </m:func>
                  </m:oMath>
                </a14:m>
                <a:endParaRPr lang="en-US" altLang="zh-TW">
                  <a:latin typeface="Corbel" panose="020B0503020204020204" pitchFamily="34" charset="0"/>
                  <a:ea typeface="新細明體" pitchFamily="-106" charset="-120"/>
                  <a:cs typeface="Times"/>
                </a:endParaRPr>
              </a:p>
              <a:p>
                <a:pPr>
                  <a:spcBef>
                    <a:spcPts val="1200"/>
                  </a:spcBef>
                </a:pPr>
                <a:r>
                  <a:rPr lang="en-US" altLang="zh-TW" sz="2400">
                    <a:latin typeface="Corbel" panose="020B0503020204020204" pitchFamily="34" charset="0"/>
                    <a:ea typeface="新細明體" pitchFamily="-106" charset="-120"/>
                    <a:cs typeface="Times"/>
                  </a:rPr>
                  <a:t>In the simplest case, conditional distribution can be represented as a </a:t>
                </a:r>
                <a:r>
                  <a:rPr lang="en-US" altLang="zh-TW" sz="2400">
                    <a:solidFill>
                      <a:srgbClr val="0000CC"/>
                    </a:solidFill>
                    <a:latin typeface="Corbel" panose="020B0503020204020204" pitchFamily="34" charset="0"/>
                    <a:ea typeface="新細明體" pitchFamily="-106" charset="-120"/>
                    <a:cs typeface="Times"/>
                  </a:rPr>
                  <a:t>conditional probability table</a:t>
                </a:r>
                <a:r>
                  <a:rPr lang="en-US" altLang="zh-TW" sz="2400">
                    <a:latin typeface="Corbel" panose="020B0503020204020204" pitchFamily="34" charset="0"/>
                    <a:ea typeface="新細明體" pitchFamily="-106" charset="-120"/>
                    <a:cs typeface="Times"/>
                  </a:rPr>
                  <a:t> (CPT): the distribution over </a:t>
                </a:r>
                <a14:m>
                  <m:oMath xmlns:m="http://schemas.openxmlformats.org/officeDocument/2006/math">
                    <m:r>
                      <a:rPr lang="en-US" altLang="zh-TW" b="0" i="1" smtClean="0">
                        <a:latin typeface="Cambria Math" panose="02040503050406030204" pitchFamily="18" charset="0"/>
                        <a:ea typeface="新細明體" pitchFamily="-106" charset="-120"/>
                        <a:cs typeface="Times"/>
                      </a:rPr>
                      <m:t>𝑋</m:t>
                    </m:r>
                  </m:oMath>
                </a14:m>
                <a:r>
                  <a:rPr lang="en-US" altLang="zh-TW" sz="2400">
                    <a:latin typeface="Corbel" panose="020B0503020204020204" pitchFamily="34" charset="0"/>
                    <a:ea typeface="新細明體" pitchFamily="-106" charset="-120"/>
                    <a:cs typeface="Times"/>
                  </a:rPr>
                  <a:t> for each combination of parent values</a:t>
                </a:r>
              </a:p>
            </p:txBody>
          </p:sp>
        </mc:Choice>
        <mc:Fallback xmlns="">
          <p:sp>
            <p:nvSpPr>
              <p:cNvPr id="591875" name="Rectangle 3"/>
              <p:cNvSpPr>
                <a:spLocks noGrp="1" noRot="1" noChangeAspect="1" noMove="1" noResize="1" noEditPoints="1" noAdjustHandles="1" noChangeArrowheads="1" noChangeShapeType="1" noTextEdit="1"/>
              </p:cNvSpPr>
              <p:nvPr>
                <p:ph idx="1"/>
              </p:nvPr>
            </p:nvSpPr>
            <p:spPr>
              <a:xfrm>
                <a:off x="2362200" y="1579716"/>
                <a:ext cx="7997952" cy="4419600"/>
              </a:xfrm>
              <a:blipFill>
                <a:blip r:embed="rId3"/>
                <a:stretch>
                  <a:fillRect l="-792" t="-1719"/>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25</a:t>
            </a:fld>
            <a:endParaRPr lang="en-US" altLang="zh-TW"/>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4" name="Rectangle 2"/>
          <p:cNvSpPr>
            <a:spLocks noGrp="1" noChangeArrowheads="1"/>
          </p:cNvSpPr>
          <p:nvPr>
            <p:ph type="title"/>
          </p:nvPr>
        </p:nvSpPr>
        <p:spPr>
          <a:xfrm>
            <a:off x="2506134" y="457202"/>
            <a:ext cx="7704667" cy="1066799"/>
          </a:xfrm>
        </p:spPr>
        <p:txBody>
          <a:bodyPr/>
          <a:lstStyle/>
          <a:p>
            <a:r>
              <a:rPr lang="en-US" altLang="zh-TW">
                <a:ea typeface="新細明體" pitchFamily="-106" charset="-120"/>
                <a:cs typeface="新細明體" pitchFamily="-106" charset="-120"/>
              </a:rPr>
              <a:t>Bayesian Networks</a:t>
            </a:r>
          </a:p>
        </p:txBody>
      </p:sp>
      <mc:AlternateContent xmlns:mc="http://schemas.openxmlformats.org/markup-compatibility/2006" xmlns:a14="http://schemas.microsoft.com/office/drawing/2010/main">
        <mc:Choice Requires="a14">
          <p:sp>
            <p:nvSpPr>
              <p:cNvPr id="591875" name="Rectangle 3"/>
              <p:cNvSpPr>
                <a:spLocks noGrp="1" noChangeArrowheads="1"/>
              </p:cNvSpPr>
              <p:nvPr>
                <p:ph idx="1"/>
              </p:nvPr>
            </p:nvSpPr>
            <p:spPr>
              <a:xfrm>
                <a:off x="2506133" y="2548544"/>
                <a:ext cx="7997952" cy="2535084"/>
              </a:xfrm>
            </p:spPr>
            <p:txBody>
              <a:bodyPr>
                <a:normAutofit/>
              </a:bodyPr>
              <a:lstStyle/>
              <a:p>
                <a:pPr marL="0" indent="0">
                  <a:spcBef>
                    <a:spcPts val="1200"/>
                  </a:spcBef>
                  <a:buNone/>
                </a:pPr>
                <a:r>
                  <a:rPr lang="en-US" altLang="zh-TW" sz="3200" dirty="0">
                    <a:latin typeface="Corbel" panose="020B0503020204020204" pitchFamily="34" charset="0"/>
                    <a:ea typeface="新細明體" pitchFamily="-106" charset="-120"/>
                    <a:cs typeface="Times"/>
                  </a:rPr>
                  <a:t>Given </a:t>
                </a:r>
                <a14:m>
                  <m:oMath xmlns:m="http://schemas.openxmlformats.org/officeDocument/2006/math">
                    <m:sSub>
                      <m:sSubPr>
                        <m:ctrlPr>
                          <a:rPr lang="en-US" altLang="zh-TW" sz="3200" i="1">
                            <a:latin typeface="Cambria Math" panose="02040503050406030204" pitchFamily="18" charset="0"/>
                            <a:ea typeface="新細明體" pitchFamily="-106" charset="-120"/>
                            <a:cs typeface="Times"/>
                          </a:rPr>
                        </m:ctrlPr>
                      </m:sSubPr>
                      <m:e>
                        <m:r>
                          <a:rPr lang="en-US" altLang="zh-TW" sz="3200" i="1">
                            <a:latin typeface="Cambria Math" panose="02040503050406030204" pitchFamily="18" charset="0"/>
                            <a:ea typeface="新細明體" pitchFamily="-106" charset="-120"/>
                            <a:cs typeface="Times"/>
                          </a:rPr>
                          <m:t>𝑋</m:t>
                        </m:r>
                      </m:e>
                      <m:sub>
                        <m:r>
                          <a:rPr lang="en-US" altLang="zh-TW" sz="3200" i="1">
                            <a:latin typeface="Cambria Math" panose="02040503050406030204" pitchFamily="18" charset="0"/>
                            <a:ea typeface="新細明體" pitchFamily="-106" charset="-120"/>
                            <a:cs typeface="Times"/>
                          </a:rPr>
                          <m:t>1</m:t>
                        </m:r>
                      </m:sub>
                    </m:sSub>
                    <m:r>
                      <a:rPr lang="en-US" altLang="zh-TW" sz="3200" i="1">
                        <a:latin typeface="Cambria Math" panose="02040503050406030204" pitchFamily="18" charset="0"/>
                        <a:ea typeface="新細明體" pitchFamily="-106" charset="-120"/>
                        <a:cs typeface="Times"/>
                      </a:rPr>
                      <m:t>,…,</m:t>
                    </m:r>
                    <m:sSub>
                      <m:sSubPr>
                        <m:ctrlPr>
                          <a:rPr lang="en-US" altLang="zh-TW" sz="3200" i="1">
                            <a:latin typeface="Cambria Math" panose="02040503050406030204" pitchFamily="18" charset="0"/>
                            <a:ea typeface="新細明體" pitchFamily="-106" charset="-120"/>
                            <a:cs typeface="Times"/>
                          </a:rPr>
                        </m:ctrlPr>
                      </m:sSubPr>
                      <m:e>
                        <m:r>
                          <a:rPr lang="en-US" altLang="zh-TW" sz="3200" i="1">
                            <a:latin typeface="Cambria Math" panose="02040503050406030204" pitchFamily="18" charset="0"/>
                            <a:ea typeface="新細明體" pitchFamily="-106" charset="-120"/>
                            <a:cs typeface="Times"/>
                          </a:rPr>
                          <m:t>𝑋</m:t>
                        </m:r>
                      </m:e>
                      <m:sub>
                        <m:r>
                          <a:rPr lang="en-US" altLang="zh-TW" sz="3200" i="1">
                            <a:latin typeface="Cambria Math" panose="02040503050406030204" pitchFamily="18" charset="0"/>
                            <a:ea typeface="新細明體" pitchFamily="-106" charset="-120"/>
                            <a:cs typeface="Times"/>
                          </a:rPr>
                          <m:t>𝑛</m:t>
                        </m:r>
                      </m:sub>
                    </m:sSub>
                  </m:oMath>
                </a14:m>
                <a:r>
                  <a:rPr lang="en-US" altLang="zh-TW" sz="3200" dirty="0">
                    <a:latin typeface="Corbel" panose="020B0503020204020204" pitchFamily="34" charset="0"/>
                    <a:ea typeface="新細明體" pitchFamily="-106" charset="-120"/>
                    <a:cs typeface="Times"/>
                  </a:rPr>
                  <a:t>, write </a:t>
                </a:r>
                <a:br>
                  <a:rPr lang="en-US" altLang="zh-TW" sz="3200" i="1" dirty="0">
                    <a:latin typeface="Cambria Math" panose="02040503050406030204" pitchFamily="18" charset="0"/>
                    <a:ea typeface="新細明體" pitchFamily="-106" charset="-120"/>
                    <a:cs typeface="Times"/>
                  </a:rPr>
                </a:br>
                <a14:m>
                  <m:oMathPara xmlns:m="http://schemas.openxmlformats.org/officeDocument/2006/math">
                    <m:oMathParaPr>
                      <m:jc m:val="centerGroup"/>
                    </m:oMathParaPr>
                    <m:oMath xmlns:m="http://schemas.openxmlformats.org/officeDocument/2006/math">
                      <m:func>
                        <m:funcPr>
                          <m:ctrlPr>
                            <a:rPr lang="en-US" altLang="zh-TW" sz="3200" i="1">
                              <a:latin typeface="Cambria Math" panose="02040503050406030204" pitchFamily="18" charset="0"/>
                              <a:ea typeface="新細明體" pitchFamily="-106" charset="-120"/>
                              <a:cs typeface="Times"/>
                            </a:rPr>
                          </m:ctrlPr>
                        </m:funcPr>
                        <m:fName>
                          <m:r>
                            <m:rPr>
                              <m:sty m:val="p"/>
                            </m:rPr>
                            <a:rPr lang="en-US" altLang="zh-TW" sz="3200">
                              <a:latin typeface="Cambria Math" panose="02040503050406030204" pitchFamily="18" charset="0"/>
                              <a:ea typeface="新細明體" pitchFamily="-106" charset="-120"/>
                              <a:cs typeface="Times"/>
                            </a:rPr>
                            <m:t>Pr</m:t>
                          </m:r>
                        </m:fName>
                        <m:e>
                          <m:d>
                            <m:dPr>
                              <m:begChr m:val="["/>
                              <m:endChr m:val="]"/>
                              <m:ctrlPr>
                                <a:rPr lang="en-US" altLang="zh-TW" sz="3200" i="1">
                                  <a:latin typeface="Cambria Math" panose="02040503050406030204" pitchFamily="18" charset="0"/>
                                  <a:ea typeface="新細明體" pitchFamily="-106" charset="-120"/>
                                  <a:cs typeface="Times"/>
                                </a:rPr>
                              </m:ctrlPr>
                            </m:dPr>
                            <m:e>
                              <m:sSub>
                                <m:sSubPr>
                                  <m:ctrlPr>
                                    <a:rPr lang="en-US" altLang="zh-TW" sz="3200" i="1">
                                      <a:latin typeface="Cambria Math" panose="02040503050406030204" pitchFamily="18" charset="0"/>
                                      <a:ea typeface="新細明體" pitchFamily="-106" charset="-120"/>
                                      <a:cs typeface="Times"/>
                                    </a:rPr>
                                  </m:ctrlPr>
                                </m:sSubPr>
                                <m:e>
                                  <m:r>
                                    <a:rPr lang="en-US" altLang="zh-TW" sz="3200" i="1">
                                      <a:latin typeface="Cambria Math" panose="02040503050406030204" pitchFamily="18" charset="0"/>
                                      <a:ea typeface="新細明體" pitchFamily="-106" charset="-120"/>
                                      <a:cs typeface="Times"/>
                                    </a:rPr>
                                    <m:t>𝑋</m:t>
                                  </m:r>
                                </m:e>
                                <m:sub>
                                  <m:r>
                                    <a:rPr lang="en-US" altLang="zh-TW" sz="3200" i="1">
                                      <a:latin typeface="Cambria Math" panose="02040503050406030204" pitchFamily="18" charset="0"/>
                                      <a:ea typeface="新細明體" pitchFamily="-106" charset="-120"/>
                                      <a:cs typeface="Times"/>
                                    </a:rPr>
                                    <m:t>1</m:t>
                                  </m:r>
                                </m:sub>
                              </m:sSub>
                              <m:r>
                                <a:rPr lang="en-US" altLang="zh-TW" sz="3200" i="1">
                                  <a:latin typeface="Cambria Math" panose="02040503050406030204" pitchFamily="18" charset="0"/>
                                  <a:ea typeface="新細明體" pitchFamily="-106" charset="-120"/>
                                  <a:cs typeface="Times"/>
                                </a:rPr>
                                <m:t>∧…∧</m:t>
                              </m:r>
                              <m:sSub>
                                <m:sSubPr>
                                  <m:ctrlPr>
                                    <a:rPr lang="en-US" altLang="zh-TW" sz="3200" i="1">
                                      <a:latin typeface="Cambria Math" panose="02040503050406030204" pitchFamily="18" charset="0"/>
                                      <a:ea typeface="新細明體" pitchFamily="-106" charset="-120"/>
                                      <a:cs typeface="Times"/>
                                    </a:rPr>
                                  </m:ctrlPr>
                                </m:sSubPr>
                                <m:e>
                                  <m:r>
                                    <a:rPr lang="en-US" altLang="zh-TW" sz="3200" i="1">
                                      <a:latin typeface="Cambria Math" panose="02040503050406030204" pitchFamily="18" charset="0"/>
                                      <a:ea typeface="新細明體" pitchFamily="-106" charset="-120"/>
                                      <a:cs typeface="Times"/>
                                    </a:rPr>
                                    <m:t>𝑋</m:t>
                                  </m:r>
                                </m:e>
                                <m:sub>
                                  <m:r>
                                    <a:rPr lang="en-US" altLang="zh-TW" sz="3200" i="1">
                                      <a:latin typeface="Cambria Math" panose="02040503050406030204" pitchFamily="18" charset="0"/>
                                      <a:ea typeface="新細明體" pitchFamily="-106" charset="-120"/>
                                      <a:cs typeface="Times"/>
                                    </a:rPr>
                                    <m:t>𝑛</m:t>
                                  </m:r>
                                </m:sub>
                              </m:sSub>
                            </m:e>
                          </m:d>
                        </m:e>
                      </m:func>
                      <m:r>
                        <a:rPr lang="en-US" altLang="zh-TW" sz="3200" i="1">
                          <a:latin typeface="Cambria Math" panose="02040503050406030204" pitchFamily="18" charset="0"/>
                          <a:ea typeface="新細明體" pitchFamily="-106" charset="-120"/>
                          <a:cs typeface="Times"/>
                        </a:rPr>
                        <m:t>=</m:t>
                      </m:r>
                      <m:nary>
                        <m:naryPr>
                          <m:chr m:val="∏"/>
                          <m:supHide m:val="on"/>
                          <m:ctrlPr>
                            <a:rPr lang="en-US" altLang="zh-TW" sz="3200" i="1">
                              <a:latin typeface="Cambria Math" panose="02040503050406030204" pitchFamily="18" charset="0"/>
                              <a:ea typeface="新細明體" pitchFamily="-106" charset="-120"/>
                              <a:cs typeface="Times"/>
                            </a:rPr>
                          </m:ctrlPr>
                        </m:naryPr>
                        <m:sub>
                          <m:r>
                            <a:rPr lang="en-US" altLang="zh-TW" sz="3200" i="1">
                              <a:latin typeface="Cambria Math" panose="02040503050406030204" pitchFamily="18" charset="0"/>
                              <a:ea typeface="新細明體" pitchFamily="-106" charset="-120"/>
                              <a:cs typeface="Times"/>
                            </a:rPr>
                            <m:t>𝑖</m:t>
                          </m:r>
                        </m:sub>
                        <m:sup/>
                        <m:e>
                          <m:func>
                            <m:funcPr>
                              <m:ctrlPr>
                                <a:rPr lang="en-US" altLang="zh-TW" sz="3200" i="1">
                                  <a:latin typeface="Cambria Math" panose="02040503050406030204" pitchFamily="18" charset="0"/>
                                  <a:ea typeface="新細明體" pitchFamily="-106" charset="-120"/>
                                  <a:cs typeface="Times"/>
                                </a:rPr>
                              </m:ctrlPr>
                            </m:funcPr>
                            <m:fName>
                              <m:r>
                                <m:rPr>
                                  <m:sty m:val="p"/>
                                </m:rPr>
                                <a:rPr lang="en-US" altLang="zh-TW" sz="3200">
                                  <a:latin typeface="Cambria Math" panose="02040503050406030204" pitchFamily="18" charset="0"/>
                                  <a:ea typeface="新細明體" pitchFamily="-106" charset="-120"/>
                                  <a:cs typeface="Times"/>
                                </a:rPr>
                                <m:t>Pr</m:t>
                              </m:r>
                            </m:fName>
                            <m:e>
                              <m:d>
                                <m:dPr>
                                  <m:begChr m:val="["/>
                                  <m:endChr m:val="]"/>
                                  <m:sepChr m:val="∣"/>
                                  <m:ctrlPr>
                                    <a:rPr lang="en-US" altLang="zh-TW" sz="3200" i="1">
                                      <a:latin typeface="Cambria Math" panose="02040503050406030204" pitchFamily="18" charset="0"/>
                                      <a:ea typeface="新細明體" pitchFamily="-106" charset="-120"/>
                                      <a:cs typeface="Times"/>
                                    </a:rPr>
                                  </m:ctrlPr>
                                </m:dPr>
                                <m:e>
                                  <m:sSub>
                                    <m:sSubPr>
                                      <m:ctrlPr>
                                        <a:rPr lang="en-US" altLang="zh-TW" sz="3200" i="1">
                                          <a:latin typeface="Cambria Math" panose="02040503050406030204" pitchFamily="18" charset="0"/>
                                          <a:ea typeface="新細明體" pitchFamily="-106" charset="-120"/>
                                          <a:cs typeface="Times"/>
                                        </a:rPr>
                                      </m:ctrlPr>
                                    </m:sSubPr>
                                    <m:e>
                                      <m:r>
                                        <a:rPr lang="en-US" altLang="zh-TW" sz="3200" i="1">
                                          <a:latin typeface="Cambria Math" panose="02040503050406030204" pitchFamily="18" charset="0"/>
                                          <a:ea typeface="新細明體" pitchFamily="-106" charset="-120"/>
                                          <a:cs typeface="Times"/>
                                        </a:rPr>
                                        <m:t>𝑋</m:t>
                                      </m:r>
                                    </m:e>
                                    <m:sub>
                                      <m:r>
                                        <a:rPr lang="en-US" altLang="zh-TW" sz="3200" i="1">
                                          <a:latin typeface="Cambria Math" panose="02040503050406030204" pitchFamily="18" charset="0"/>
                                          <a:ea typeface="新細明體" pitchFamily="-106" charset="-120"/>
                                          <a:cs typeface="Times"/>
                                        </a:rPr>
                                        <m:t>𝑖</m:t>
                                      </m:r>
                                    </m:sub>
                                  </m:sSub>
                                </m:e>
                                <m:e>
                                  <m:r>
                                    <a:rPr lang="en-US" altLang="zh-TW" sz="3200" i="1">
                                      <a:latin typeface="Cambria Math" panose="02040503050406030204" pitchFamily="18" charset="0"/>
                                      <a:ea typeface="新細明體" pitchFamily="-106" charset="-120"/>
                                      <a:cs typeface="Times"/>
                                    </a:rPr>
                                    <m:t>𝑃𝑎𝑟𝑒𝑛𝑡𝑠</m:t>
                                  </m:r>
                                  <m:d>
                                    <m:dPr>
                                      <m:ctrlPr>
                                        <a:rPr lang="en-US" altLang="zh-TW" sz="3200" i="1">
                                          <a:latin typeface="Cambria Math" panose="02040503050406030204" pitchFamily="18" charset="0"/>
                                          <a:ea typeface="新細明體" pitchFamily="-106" charset="-120"/>
                                          <a:cs typeface="Times"/>
                                        </a:rPr>
                                      </m:ctrlPr>
                                    </m:dPr>
                                    <m:e>
                                      <m:sSub>
                                        <m:sSubPr>
                                          <m:ctrlPr>
                                            <a:rPr lang="en-US" altLang="zh-TW" sz="3200" i="1">
                                              <a:latin typeface="Cambria Math" panose="02040503050406030204" pitchFamily="18" charset="0"/>
                                              <a:ea typeface="新細明體" pitchFamily="-106" charset="-120"/>
                                              <a:cs typeface="Times"/>
                                            </a:rPr>
                                          </m:ctrlPr>
                                        </m:sSubPr>
                                        <m:e>
                                          <m:r>
                                            <a:rPr lang="en-US" altLang="zh-TW" sz="3200" i="1">
                                              <a:latin typeface="Cambria Math" panose="02040503050406030204" pitchFamily="18" charset="0"/>
                                              <a:ea typeface="新細明體" pitchFamily="-106" charset="-120"/>
                                              <a:cs typeface="Times"/>
                                            </a:rPr>
                                            <m:t>𝑋</m:t>
                                          </m:r>
                                        </m:e>
                                        <m:sub>
                                          <m:r>
                                            <a:rPr lang="en-US" altLang="zh-TW" sz="3200" i="1">
                                              <a:latin typeface="Cambria Math" panose="02040503050406030204" pitchFamily="18" charset="0"/>
                                              <a:ea typeface="新細明體" pitchFamily="-106" charset="-120"/>
                                              <a:cs typeface="Times"/>
                                            </a:rPr>
                                            <m:t>𝑖</m:t>
                                          </m:r>
                                        </m:sub>
                                      </m:sSub>
                                    </m:e>
                                  </m:d>
                                </m:e>
                              </m:d>
                            </m:e>
                          </m:func>
                        </m:e>
                      </m:nary>
                    </m:oMath>
                  </m:oMathPara>
                </a14:m>
                <a:endParaRPr lang="en-US" altLang="zh-TW" sz="3200" dirty="0">
                  <a:latin typeface="Corbel" panose="020B0503020204020204" pitchFamily="34" charset="0"/>
                  <a:ea typeface="新細明體" pitchFamily="-106" charset="-120"/>
                  <a:cs typeface="Times"/>
                </a:endParaRPr>
              </a:p>
            </p:txBody>
          </p:sp>
        </mc:Choice>
        <mc:Fallback xmlns="">
          <p:sp>
            <p:nvSpPr>
              <p:cNvPr id="591875" name="Rectangle 3"/>
              <p:cNvSpPr>
                <a:spLocks noGrp="1" noRot="1" noChangeAspect="1" noMove="1" noResize="1" noEditPoints="1" noAdjustHandles="1" noChangeArrowheads="1" noChangeShapeType="1" noTextEdit="1"/>
              </p:cNvSpPr>
              <p:nvPr>
                <p:ph idx="1"/>
              </p:nvPr>
            </p:nvSpPr>
            <p:spPr>
              <a:xfrm>
                <a:off x="2506133" y="2548544"/>
                <a:ext cx="7997952" cy="2535084"/>
              </a:xfrm>
              <a:blipFill>
                <a:blip r:embed="rId3"/>
                <a:stretch>
                  <a:fillRect l="-1902" t="-48259" b="-64677"/>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26</a:t>
            </a:fld>
            <a:endParaRPr lang="en-US" altLang="zh-TW"/>
          </a:p>
        </p:txBody>
      </p:sp>
    </p:spTree>
    <p:extLst>
      <p:ext uri="{BB962C8B-B14F-4D97-AF65-F5344CB8AC3E}">
        <p14:creationId xmlns:p14="http://schemas.microsoft.com/office/powerpoint/2010/main" val="25166994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898" name="Rectangle 2"/>
          <p:cNvSpPr>
            <a:spLocks noGrp="1" noChangeArrowheads="1"/>
          </p:cNvSpPr>
          <p:nvPr>
            <p:ph type="title"/>
          </p:nvPr>
        </p:nvSpPr>
        <p:spPr>
          <a:xfrm>
            <a:off x="2506134" y="457202"/>
            <a:ext cx="7704667" cy="914399"/>
          </a:xfrm>
        </p:spPr>
        <p:txBody>
          <a:bodyPr/>
          <a:lstStyle/>
          <a:p>
            <a:r>
              <a:rPr lang="en-US" altLang="zh-TW">
                <a:ea typeface="新細明體" pitchFamily="-106" charset="-120"/>
                <a:cs typeface="新細明體" pitchFamily="-106" charset="-120"/>
              </a:rPr>
              <a:t>Examples</a:t>
            </a:r>
          </a:p>
        </p:txBody>
      </p:sp>
      <mc:AlternateContent xmlns:mc="http://schemas.openxmlformats.org/markup-compatibility/2006" xmlns:a14="http://schemas.microsoft.com/office/drawing/2010/main">
        <mc:Choice Requires="a14">
          <p:sp>
            <p:nvSpPr>
              <p:cNvPr id="592899" name="Rectangle 3"/>
              <p:cNvSpPr>
                <a:spLocks noGrp="1" noChangeArrowheads="1"/>
              </p:cNvSpPr>
              <p:nvPr>
                <p:ph idx="1"/>
              </p:nvPr>
            </p:nvSpPr>
            <p:spPr>
              <a:xfrm>
                <a:off x="2506133" y="1389743"/>
                <a:ext cx="7848600" cy="5083555"/>
              </a:xfrm>
            </p:spPr>
            <p:txBody>
              <a:bodyPr>
                <a:normAutofit/>
              </a:bodyPr>
              <a:lstStyle/>
              <a:p>
                <a:pPr>
                  <a:spcBef>
                    <a:spcPts val="1200"/>
                  </a:spcBef>
                </a:pPr>
                <a14:m>
                  <m:oMath xmlns:m="http://schemas.openxmlformats.org/officeDocument/2006/math">
                    <m:func>
                      <m:funcPr>
                        <m:ctrlPr>
                          <a:rPr lang="en-US" altLang="zh-TW" b="0" i="1" smtClean="0">
                            <a:latin typeface="Cambria Math" panose="02040503050406030204" pitchFamily="18" charset="0"/>
                            <a:ea typeface="新細明體" pitchFamily="-106" charset="-120"/>
                            <a:cs typeface="Times"/>
                          </a:rPr>
                        </m:ctrlPr>
                      </m:funcPr>
                      <m:fName>
                        <m:r>
                          <m:rPr>
                            <m:sty m:val="p"/>
                          </m:rPr>
                          <a:rPr lang="en-US" altLang="zh-TW" b="0" i="0" smtClean="0">
                            <a:latin typeface="Cambria Math" panose="02040503050406030204" pitchFamily="18" charset="0"/>
                            <a:ea typeface="新細明體" pitchFamily="-106" charset="-120"/>
                            <a:cs typeface="Times"/>
                          </a:rPr>
                          <m:t>Pr</m:t>
                        </m:r>
                      </m:fName>
                      <m:e>
                        <m:r>
                          <a:rPr lang="en-US" altLang="zh-TW" b="0" i="1" smtClean="0">
                            <a:latin typeface="Cambria Math" panose="02040503050406030204" pitchFamily="18" charset="0"/>
                            <a:ea typeface="新細明體" pitchFamily="-106" charset="-120"/>
                            <a:cs typeface="Times"/>
                          </a:rPr>
                          <m:t>[</m:t>
                        </m:r>
                        <m:r>
                          <a:rPr lang="en-US" altLang="zh-TW" b="0" i="1" smtClean="0">
                            <a:latin typeface="Cambria Math" panose="02040503050406030204" pitchFamily="18" charset="0"/>
                            <a:ea typeface="新細明體" pitchFamily="-106" charset="-120"/>
                            <a:cs typeface="Times"/>
                          </a:rPr>
                          <m:t>𝐴</m:t>
                        </m:r>
                        <m:r>
                          <a:rPr lang="en-US" altLang="zh-TW" b="0" i="1" smtClean="0">
                            <a:latin typeface="Cambria Math" panose="02040503050406030204" pitchFamily="18" charset="0"/>
                            <a:ea typeface="新細明體" pitchFamily="-106" charset="-120"/>
                            <a:cs typeface="Times"/>
                          </a:rPr>
                          <m:t>∧</m:t>
                        </m:r>
                        <m:r>
                          <a:rPr lang="en-US" altLang="zh-TW" b="0" i="1" smtClean="0">
                            <a:latin typeface="Cambria Math" panose="02040503050406030204" pitchFamily="18" charset="0"/>
                            <a:ea typeface="新細明體" pitchFamily="-106" charset="-120"/>
                            <a:cs typeface="Times"/>
                          </a:rPr>
                          <m:t>𝐵</m:t>
                        </m:r>
                        <m:r>
                          <a:rPr lang="en-US" altLang="zh-TW" b="0" i="1" smtClean="0">
                            <a:latin typeface="Cambria Math" panose="02040503050406030204" pitchFamily="18" charset="0"/>
                            <a:ea typeface="新細明體" pitchFamily="-106" charset="-120"/>
                            <a:cs typeface="Times"/>
                          </a:rPr>
                          <m:t>∧</m:t>
                        </m:r>
                        <m:r>
                          <a:rPr lang="en-US" altLang="zh-TW" b="0" i="1" smtClean="0">
                            <a:latin typeface="Cambria Math" panose="02040503050406030204" pitchFamily="18" charset="0"/>
                            <a:ea typeface="新細明體" pitchFamily="-106" charset="-120"/>
                            <a:cs typeface="Times"/>
                          </a:rPr>
                          <m:t>𝐶</m:t>
                        </m:r>
                        <m:r>
                          <a:rPr lang="en-US" altLang="zh-TW" b="0" i="1" smtClean="0">
                            <a:latin typeface="Cambria Math" panose="02040503050406030204" pitchFamily="18" charset="0"/>
                            <a:ea typeface="新細明體" pitchFamily="-106" charset="-120"/>
                            <a:cs typeface="Times"/>
                          </a:rPr>
                          <m:t>]</m:t>
                        </m:r>
                      </m:e>
                    </m:func>
                    <m:r>
                      <a:rPr lang="en-US" altLang="zh-TW" b="0" i="1" smtClean="0">
                        <a:latin typeface="Cambria Math" panose="02040503050406030204" pitchFamily="18" charset="0"/>
                        <a:ea typeface="新細明體" pitchFamily="-106" charset="-120"/>
                        <a:cs typeface="Times"/>
                      </a:rPr>
                      <m:t>=</m:t>
                    </m:r>
                    <m:func>
                      <m:funcPr>
                        <m:ctrlPr>
                          <a:rPr lang="en-US" altLang="zh-TW" b="0" i="1" smtClean="0">
                            <a:latin typeface="Cambria Math" panose="02040503050406030204" pitchFamily="18" charset="0"/>
                            <a:ea typeface="新細明體" pitchFamily="-106" charset="-120"/>
                            <a:cs typeface="Times"/>
                          </a:rPr>
                        </m:ctrlPr>
                      </m:funcPr>
                      <m:fName>
                        <m:r>
                          <m:rPr>
                            <m:sty m:val="p"/>
                          </m:rPr>
                          <a:rPr lang="en-US" altLang="zh-TW" b="0" i="0" smtClean="0">
                            <a:latin typeface="Cambria Math" panose="02040503050406030204" pitchFamily="18" charset="0"/>
                            <a:ea typeface="新細明體" pitchFamily="-106" charset="-120"/>
                            <a:cs typeface="Times"/>
                          </a:rPr>
                          <m:t>Pr</m:t>
                        </m:r>
                      </m:fName>
                      <m:e>
                        <m:d>
                          <m:dPr>
                            <m:begChr m:val="["/>
                            <m:endChr m:val="]"/>
                            <m:sepChr m:val="∣"/>
                            <m:ctrlPr>
                              <a:rPr lang="en-US" altLang="zh-TW" b="0" i="1" smtClean="0">
                                <a:latin typeface="Cambria Math" panose="02040503050406030204" pitchFamily="18" charset="0"/>
                                <a:ea typeface="新細明體" pitchFamily="-106" charset="-120"/>
                                <a:cs typeface="Times"/>
                              </a:rPr>
                            </m:ctrlPr>
                          </m:dPr>
                          <m:e>
                            <m:r>
                              <a:rPr lang="en-US" altLang="zh-TW" b="0" i="1" smtClean="0">
                                <a:latin typeface="Cambria Math" panose="02040503050406030204" pitchFamily="18" charset="0"/>
                                <a:ea typeface="新細明體" pitchFamily="-106" charset="-120"/>
                                <a:cs typeface="Times"/>
                              </a:rPr>
                              <m:t>𝐶</m:t>
                            </m:r>
                          </m:e>
                          <m:e>
                            <m:r>
                              <a:rPr lang="en-US" altLang="zh-TW" b="0" i="1" smtClean="0">
                                <a:latin typeface="Cambria Math" panose="02040503050406030204" pitchFamily="18" charset="0"/>
                                <a:ea typeface="新細明體" pitchFamily="-106" charset="-120"/>
                                <a:cs typeface="Times"/>
                              </a:rPr>
                              <m:t>𝐴</m:t>
                            </m:r>
                            <m:r>
                              <a:rPr lang="en-US" altLang="zh-TW" b="0" i="1" smtClean="0">
                                <a:latin typeface="Cambria Math" panose="02040503050406030204" pitchFamily="18" charset="0"/>
                                <a:ea typeface="新細明體" pitchFamily="-106" charset="-120"/>
                                <a:cs typeface="Times"/>
                              </a:rPr>
                              <m:t>,</m:t>
                            </m:r>
                            <m:r>
                              <a:rPr lang="en-US" altLang="zh-TW" b="0" i="1" smtClean="0">
                                <a:latin typeface="Cambria Math" panose="02040503050406030204" pitchFamily="18" charset="0"/>
                                <a:ea typeface="新細明體" pitchFamily="-106" charset="-120"/>
                                <a:cs typeface="Times"/>
                              </a:rPr>
                              <m:t>𝐵</m:t>
                            </m:r>
                          </m:e>
                        </m:d>
                      </m:e>
                    </m:func>
                    <m:func>
                      <m:funcPr>
                        <m:ctrlPr>
                          <a:rPr lang="en-US" altLang="zh-TW" b="0" i="1" smtClean="0">
                            <a:latin typeface="Cambria Math" panose="02040503050406030204" pitchFamily="18" charset="0"/>
                            <a:ea typeface="新細明體" pitchFamily="-106" charset="-120"/>
                            <a:cs typeface="Times"/>
                          </a:rPr>
                        </m:ctrlPr>
                      </m:funcPr>
                      <m:fName>
                        <m:r>
                          <m:rPr>
                            <m:sty m:val="p"/>
                          </m:rPr>
                          <a:rPr lang="en-US" altLang="zh-TW" b="0" i="0" smtClean="0">
                            <a:latin typeface="Cambria Math" panose="02040503050406030204" pitchFamily="18" charset="0"/>
                            <a:ea typeface="新細明體" pitchFamily="-106" charset="-120"/>
                            <a:cs typeface="Times"/>
                          </a:rPr>
                          <m:t>Pr</m:t>
                        </m:r>
                      </m:fName>
                      <m:e>
                        <m:d>
                          <m:dPr>
                            <m:begChr m:val="["/>
                            <m:endChr m:val="]"/>
                            <m:ctrlPr>
                              <a:rPr lang="en-US" altLang="zh-TW" b="0" i="1" smtClean="0">
                                <a:latin typeface="Cambria Math" panose="02040503050406030204" pitchFamily="18" charset="0"/>
                                <a:ea typeface="新細明體" pitchFamily="-106" charset="-120"/>
                                <a:cs typeface="Times"/>
                              </a:rPr>
                            </m:ctrlPr>
                          </m:dPr>
                          <m:e>
                            <m:r>
                              <a:rPr lang="en-US" altLang="zh-TW" b="0" i="1" smtClean="0">
                                <a:latin typeface="Cambria Math" panose="02040503050406030204" pitchFamily="18" charset="0"/>
                                <a:ea typeface="新細明體" pitchFamily="-106" charset="-120"/>
                                <a:cs typeface="Times"/>
                              </a:rPr>
                              <m:t>𝐴</m:t>
                            </m:r>
                          </m:e>
                        </m:d>
                      </m:e>
                    </m:func>
                    <m:func>
                      <m:funcPr>
                        <m:ctrlPr>
                          <a:rPr lang="en-US" altLang="zh-TW" b="0" i="1" smtClean="0">
                            <a:latin typeface="Cambria Math" panose="02040503050406030204" pitchFamily="18" charset="0"/>
                            <a:ea typeface="新細明體" pitchFamily="-106" charset="-120"/>
                            <a:cs typeface="Times"/>
                          </a:rPr>
                        </m:ctrlPr>
                      </m:funcPr>
                      <m:fName>
                        <m:r>
                          <m:rPr>
                            <m:sty m:val="p"/>
                          </m:rPr>
                          <a:rPr lang="en-US" altLang="zh-TW" b="0" i="0" smtClean="0">
                            <a:latin typeface="Cambria Math" panose="02040503050406030204" pitchFamily="18" charset="0"/>
                            <a:ea typeface="新細明體" pitchFamily="-106" charset="-120"/>
                            <a:cs typeface="Times"/>
                          </a:rPr>
                          <m:t>Pr</m:t>
                        </m:r>
                      </m:fName>
                      <m:e>
                        <m:d>
                          <m:dPr>
                            <m:begChr m:val="["/>
                            <m:endChr m:val="]"/>
                            <m:ctrlPr>
                              <a:rPr lang="en-US" altLang="zh-TW" b="0" i="1" smtClean="0">
                                <a:latin typeface="Cambria Math" panose="02040503050406030204" pitchFamily="18" charset="0"/>
                                <a:ea typeface="新細明體" pitchFamily="-106" charset="-120"/>
                                <a:cs typeface="Times"/>
                              </a:rPr>
                            </m:ctrlPr>
                          </m:dPr>
                          <m:e>
                            <m:r>
                              <a:rPr lang="en-US" altLang="zh-TW" b="0" i="1" smtClean="0">
                                <a:latin typeface="Cambria Math" panose="02040503050406030204" pitchFamily="18" charset="0"/>
                                <a:ea typeface="新細明體" pitchFamily="-106" charset="-120"/>
                                <a:cs typeface="Times"/>
                              </a:rPr>
                              <m:t>𝐵</m:t>
                            </m:r>
                          </m:e>
                        </m:d>
                      </m:e>
                    </m:func>
                  </m:oMath>
                </a14:m>
                <a:endParaRPr lang="en-US" altLang="zh-TW" b="0" dirty="0">
                  <a:latin typeface="Corbel" panose="020B0503020204020204" pitchFamily="34" charset="0"/>
                  <a:ea typeface="新細明體" pitchFamily="-106" charset="-120"/>
                  <a:cs typeface="Times"/>
                </a:endParaRPr>
              </a:p>
              <a:p>
                <a:pPr>
                  <a:spcBef>
                    <a:spcPts val="1200"/>
                  </a:spcBef>
                </a:pPr>
                <a:endParaRPr lang="en-US" altLang="zh-TW" sz="2400" dirty="0">
                  <a:latin typeface="Corbel" panose="020B0503020204020204" pitchFamily="34" charset="0"/>
                  <a:ea typeface="新細明體" pitchFamily="-106" charset="-120"/>
                  <a:cs typeface="Times"/>
                </a:endParaRPr>
              </a:p>
              <a:p>
                <a:pPr>
                  <a:spcBef>
                    <a:spcPts val="1200"/>
                  </a:spcBef>
                </a:pPr>
                <a:endParaRPr lang="en-US" altLang="zh-TW" dirty="0">
                  <a:latin typeface="Corbel" panose="020B0503020204020204" pitchFamily="34" charset="0"/>
                  <a:ea typeface="新細明體" pitchFamily="-106" charset="-120"/>
                  <a:cs typeface="Times"/>
                </a:endParaRPr>
              </a:p>
              <a:p>
                <a:pPr>
                  <a:spcBef>
                    <a:spcPts val="1200"/>
                  </a:spcBef>
                </a:pPr>
                <a:endParaRPr lang="en-US" altLang="zh-TW" sz="2400" dirty="0">
                  <a:latin typeface="Corbel" panose="020B0503020204020204" pitchFamily="34" charset="0"/>
                  <a:ea typeface="新細明體" pitchFamily="-106" charset="-120"/>
                  <a:cs typeface="Times"/>
                </a:endParaRPr>
              </a:p>
              <a:p>
                <a:pPr>
                  <a:spcBef>
                    <a:spcPts val="1200"/>
                  </a:spcBef>
                </a:pPr>
                <a:endParaRPr lang="en-US" altLang="zh-TW" dirty="0">
                  <a:latin typeface="Corbel" panose="020B0503020204020204" pitchFamily="34" charset="0"/>
                  <a:ea typeface="新細明體" pitchFamily="-106" charset="-120"/>
                  <a:cs typeface="Times"/>
                </a:endParaRPr>
              </a:p>
              <a:p>
                <a:pPr>
                  <a:spcBef>
                    <a:spcPts val="1200"/>
                  </a:spcBef>
                </a:pPr>
                <a:endParaRPr lang="en-US" altLang="zh-TW" dirty="0">
                  <a:latin typeface="Corbel" panose="020B0503020204020204" pitchFamily="34" charset="0"/>
                  <a:ea typeface="新細明體" pitchFamily="-106" charset="-120"/>
                  <a:cs typeface="Times"/>
                </a:endParaRPr>
              </a:p>
              <a:p>
                <a:pPr>
                  <a:spcBef>
                    <a:spcPts val="1200"/>
                  </a:spcBef>
                </a:pPr>
                <a14:m>
                  <m:oMath xmlns:m="http://schemas.openxmlformats.org/officeDocument/2006/math">
                    <m:func>
                      <m:funcPr>
                        <m:ctrlPr>
                          <a:rPr lang="en-US" altLang="zh-TW" i="1">
                            <a:latin typeface="Cambria Math" panose="02040503050406030204" pitchFamily="18" charset="0"/>
                            <a:ea typeface="新細明體" pitchFamily="-106" charset="-120"/>
                            <a:cs typeface="Times"/>
                          </a:rPr>
                        </m:ctrlPr>
                      </m:funcPr>
                      <m:fName>
                        <m:r>
                          <m:rPr>
                            <m:sty m:val="p"/>
                          </m:rPr>
                          <a:rPr lang="en-US" altLang="zh-TW">
                            <a:latin typeface="Cambria Math" panose="02040503050406030204" pitchFamily="18" charset="0"/>
                            <a:ea typeface="新細明體" pitchFamily="-106" charset="-120"/>
                            <a:cs typeface="Times"/>
                          </a:rPr>
                          <m:t>Pr</m:t>
                        </m:r>
                      </m:fName>
                      <m:e>
                        <m:r>
                          <a:rPr lang="en-US" altLang="zh-TW" i="1">
                            <a:latin typeface="Cambria Math" panose="02040503050406030204" pitchFamily="18" charset="0"/>
                            <a:ea typeface="新細明體" pitchFamily="-106" charset="-120"/>
                            <a:cs typeface="Times"/>
                          </a:rPr>
                          <m:t>[</m:t>
                        </m:r>
                        <m:r>
                          <a:rPr lang="en-US" altLang="zh-TW" i="1">
                            <a:latin typeface="Cambria Math" panose="02040503050406030204" pitchFamily="18" charset="0"/>
                            <a:ea typeface="新細明體" pitchFamily="-106" charset="-120"/>
                            <a:cs typeface="Times"/>
                          </a:rPr>
                          <m:t>𝐴</m:t>
                        </m:r>
                        <m:r>
                          <a:rPr lang="en-US" altLang="zh-TW" i="1">
                            <a:latin typeface="Cambria Math" panose="02040503050406030204" pitchFamily="18" charset="0"/>
                            <a:ea typeface="新細明體" pitchFamily="-106" charset="-120"/>
                            <a:cs typeface="Times"/>
                          </a:rPr>
                          <m:t>∧</m:t>
                        </m:r>
                        <m:r>
                          <a:rPr lang="en-US" altLang="zh-TW" i="1">
                            <a:latin typeface="Cambria Math" panose="02040503050406030204" pitchFamily="18" charset="0"/>
                            <a:ea typeface="新細明體" pitchFamily="-106" charset="-120"/>
                            <a:cs typeface="Times"/>
                          </a:rPr>
                          <m:t>𝐵</m:t>
                        </m:r>
                        <m:r>
                          <a:rPr lang="en-US" altLang="zh-TW" i="1">
                            <a:latin typeface="Cambria Math" panose="02040503050406030204" pitchFamily="18" charset="0"/>
                            <a:ea typeface="新細明體" pitchFamily="-106" charset="-120"/>
                            <a:cs typeface="Times"/>
                          </a:rPr>
                          <m:t>∧</m:t>
                        </m:r>
                        <m:r>
                          <a:rPr lang="en-US" altLang="zh-TW" i="1">
                            <a:latin typeface="Cambria Math" panose="02040503050406030204" pitchFamily="18" charset="0"/>
                            <a:ea typeface="新細明體" pitchFamily="-106" charset="-120"/>
                            <a:cs typeface="Times"/>
                          </a:rPr>
                          <m:t>𝐶</m:t>
                        </m:r>
                        <m:r>
                          <a:rPr lang="en-US" altLang="zh-TW" i="1">
                            <a:latin typeface="Cambria Math" panose="02040503050406030204" pitchFamily="18" charset="0"/>
                            <a:ea typeface="新細明體" pitchFamily="-106" charset="-120"/>
                            <a:cs typeface="Times"/>
                          </a:rPr>
                          <m:t>]</m:t>
                        </m:r>
                      </m:e>
                    </m:func>
                    <m:r>
                      <a:rPr lang="en-US" altLang="zh-TW" i="1">
                        <a:latin typeface="Cambria Math" panose="02040503050406030204" pitchFamily="18" charset="0"/>
                        <a:ea typeface="新細明體" pitchFamily="-106" charset="-120"/>
                        <a:cs typeface="Times"/>
                      </a:rPr>
                      <m:t>=</m:t>
                    </m:r>
                    <m:func>
                      <m:funcPr>
                        <m:ctrlPr>
                          <a:rPr lang="en-US" altLang="zh-TW" i="1">
                            <a:latin typeface="Cambria Math" panose="02040503050406030204" pitchFamily="18" charset="0"/>
                            <a:ea typeface="新細明體" pitchFamily="-106" charset="-120"/>
                            <a:cs typeface="Times"/>
                          </a:rPr>
                        </m:ctrlPr>
                      </m:funcPr>
                      <m:fName>
                        <m:r>
                          <m:rPr>
                            <m:sty m:val="p"/>
                          </m:rPr>
                          <a:rPr lang="en-US" altLang="zh-TW">
                            <a:latin typeface="Cambria Math" panose="02040503050406030204" pitchFamily="18" charset="0"/>
                            <a:ea typeface="新細明體" pitchFamily="-106" charset="-120"/>
                            <a:cs typeface="Times"/>
                          </a:rPr>
                          <m:t>Pr</m:t>
                        </m:r>
                      </m:fName>
                      <m:e>
                        <m:d>
                          <m:dPr>
                            <m:begChr m:val="["/>
                            <m:endChr m:val="]"/>
                            <m:ctrlPr>
                              <a:rPr lang="en-US" altLang="zh-TW" b="0" i="1" smtClean="0">
                                <a:latin typeface="Cambria Math" panose="02040503050406030204" pitchFamily="18" charset="0"/>
                                <a:ea typeface="新細明體" pitchFamily="-106" charset="-120"/>
                                <a:cs typeface="Times"/>
                              </a:rPr>
                            </m:ctrlPr>
                          </m:dPr>
                          <m:e>
                            <m:r>
                              <a:rPr lang="en-US" altLang="zh-TW" b="0" i="1" smtClean="0">
                                <a:latin typeface="Cambria Math" panose="02040503050406030204" pitchFamily="18" charset="0"/>
                                <a:ea typeface="新細明體" pitchFamily="-106" charset="-120"/>
                                <a:cs typeface="Times"/>
                              </a:rPr>
                              <m:t>𝐶</m:t>
                            </m:r>
                          </m:e>
                        </m:d>
                      </m:e>
                    </m:func>
                    <m:func>
                      <m:funcPr>
                        <m:ctrlPr>
                          <a:rPr lang="en-US" altLang="zh-TW" i="1">
                            <a:latin typeface="Cambria Math" panose="02040503050406030204" pitchFamily="18" charset="0"/>
                            <a:ea typeface="新細明體" pitchFamily="-106" charset="-120"/>
                            <a:cs typeface="Times"/>
                          </a:rPr>
                        </m:ctrlPr>
                      </m:funcPr>
                      <m:fName>
                        <m:r>
                          <m:rPr>
                            <m:sty m:val="p"/>
                          </m:rPr>
                          <a:rPr lang="en-US" altLang="zh-TW">
                            <a:latin typeface="Cambria Math" panose="02040503050406030204" pitchFamily="18" charset="0"/>
                            <a:ea typeface="新細明體" pitchFamily="-106" charset="-120"/>
                            <a:cs typeface="Times"/>
                          </a:rPr>
                          <m:t>Pr</m:t>
                        </m:r>
                      </m:fName>
                      <m:e>
                        <m:d>
                          <m:dPr>
                            <m:begChr m:val="["/>
                            <m:endChr m:val="]"/>
                            <m:ctrlPr>
                              <a:rPr lang="en-US" altLang="zh-TW" i="1">
                                <a:latin typeface="Cambria Math" panose="02040503050406030204" pitchFamily="18" charset="0"/>
                                <a:ea typeface="新細明體" pitchFamily="-106" charset="-120"/>
                                <a:cs typeface="Times"/>
                              </a:rPr>
                            </m:ctrlPr>
                          </m:dPr>
                          <m:e>
                            <m:r>
                              <a:rPr lang="en-US" altLang="zh-TW" i="1">
                                <a:latin typeface="Cambria Math" panose="02040503050406030204" pitchFamily="18" charset="0"/>
                                <a:ea typeface="新細明體" pitchFamily="-106" charset="-120"/>
                                <a:cs typeface="Times"/>
                              </a:rPr>
                              <m:t>𝐴</m:t>
                            </m:r>
                          </m:e>
                        </m:d>
                      </m:e>
                    </m:func>
                    <m:func>
                      <m:funcPr>
                        <m:ctrlPr>
                          <a:rPr lang="en-US" altLang="zh-TW" i="1">
                            <a:latin typeface="Cambria Math" panose="02040503050406030204" pitchFamily="18" charset="0"/>
                            <a:ea typeface="新細明體" pitchFamily="-106" charset="-120"/>
                            <a:cs typeface="Times"/>
                          </a:rPr>
                        </m:ctrlPr>
                      </m:funcPr>
                      <m:fName>
                        <m:r>
                          <m:rPr>
                            <m:sty m:val="p"/>
                          </m:rPr>
                          <a:rPr lang="en-US" altLang="zh-TW">
                            <a:latin typeface="Cambria Math" panose="02040503050406030204" pitchFamily="18" charset="0"/>
                            <a:ea typeface="新細明體" pitchFamily="-106" charset="-120"/>
                            <a:cs typeface="Times"/>
                          </a:rPr>
                          <m:t>Pr</m:t>
                        </m:r>
                      </m:fName>
                      <m:e>
                        <m:d>
                          <m:dPr>
                            <m:begChr m:val="["/>
                            <m:endChr m:val="]"/>
                            <m:ctrlPr>
                              <a:rPr lang="en-US" altLang="zh-TW" i="1">
                                <a:latin typeface="Cambria Math" panose="02040503050406030204" pitchFamily="18" charset="0"/>
                                <a:ea typeface="新細明體" pitchFamily="-106" charset="-120"/>
                                <a:cs typeface="Times"/>
                              </a:rPr>
                            </m:ctrlPr>
                          </m:dPr>
                          <m:e>
                            <m:r>
                              <a:rPr lang="en-US" altLang="zh-TW" i="1">
                                <a:latin typeface="Cambria Math" panose="02040503050406030204" pitchFamily="18" charset="0"/>
                                <a:ea typeface="新細明體" pitchFamily="-106" charset="-120"/>
                                <a:cs typeface="Times"/>
                              </a:rPr>
                              <m:t>𝐵</m:t>
                            </m:r>
                          </m:e>
                        </m:d>
                      </m:e>
                    </m:func>
                  </m:oMath>
                </a14:m>
                <a:endParaRPr lang="en-US" altLang="zh-TW" dirty="0">
                  <a:latin typeface="Corbel" panose="020B0503020204020204" pitchFamily="34" charset="0"/>
                  <a:ea typeface="新細明體" pitchFamily="-106" charset="-120"/>
                  <a:cs typeface="Times"/>
                </a:endParaRPr>
              </a:p>
              <a:p>
                <a:pPr>
                  <a:spcBef>
                    <a:spcPts val="1200"/>
                  </a:spcBef>
                </a:pPr>
                <a:endParaRPr lang="en-US" altLang="zh-TW" dirty="0">
                  <a:latin typeface="Corbel" panose="020B0503020204020204" pitchFamily="34" charset="0"/>
                  <a:ea typeface="新細明體" pitchFamily="-106" charset="-120"/>
                  <a:cs typeface="Times"/>
                </a:endParaRPr>
              </a:p>
            </p:txBody>
          </p:sp>
        </mc:Choice>
        <mc:Fallback xmlns="">
          <p:sp>
            <p:nvSpPr>
              <p:cNvPr id="592899" name="Rectangle 3"/>
              <p:cNvSpPr>
                <a:spLocks noGrp="1" noRot="1" noChangeAspect="1" noMove="1" noResize="1" noEditPoints="1" noAdjustHandles="1" noChangeArrowheads="1" noChangeShapeType="1" noTextEdit="1"/>
              </p:cNvSpPr>
              <p:nvPr>
                <p:ph idx="1"/>
              </p:nvPr>
            </p:nvSpPr>
            <p:spPr>
              <a:xfrm>
                <a:off x="2506133" y="1389743"/>
                <a:ext cx="7848600" cy="5083555"/>
              </a:xfrm>
              <a:blipFill>
                <a:blip r:embed="rId3"/>
                <a:stretch>
                  <a:fillRect l="-646"/>
                </a:stretch>
              </a:blipFill>
            </p:spPr>
            <p:txBody>
              <a:bodyPr/>
              <a:lstStyle/>
              <a:p>
                <a:r>
                  <a:rPr lang="en-GB">
                    <a:noFill/>
                  </a:rPr>
                  <a:t> </a:t>
                </a:r>
              </a:p>
            </p:txBody>
          </p:sp>
        </mc:Fallback>
      </mc:AlternateContent>
      <p:sp>
        <p:nvSpPr>
          <p:cNvPr id="5" name="Slide Number Placeholder 4"/>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27</a:t>
            </a:fld>
            <a:endParaRPr lang="en-US" altLang="zh-TW"/>
          </a:p>
        </p:txBody>
      </p:sp>
      <mc:AlternateContent xmlns:mc="http://schemas.openxmlformats.org/markup-compatibility/2006" xmlns:a14="http://schemas.microsoft.com/office/drawing/2010/main">
        <mc:Choice Requires="a14">
          <p:sp>
            <p:nvSpPr>
              <p:cNvPr id="2" name="Oval 1">
                <a:extLst>
                  <a:ext uri="{FF2B5EF4-FFF2-40B4-BE49-F238E27FC236}">
                    <a16:creationId xmlns:a16="http://schemas.microsoft.com/office/drawing/2014/main" id="{06CB1AAD-8842-9C4E-A7F2-9D667E930A9B}"/>
                  </a:ext>
                </a:extLst>
              </p:cNvPr>
              <p:cNvSpPr/>
              <p:nvPr/>
            </p:nvSpPr>
            <p:spPr>
              <a:xfrm>
                <a:off x="6545943" y="2438400"/>
                <a:ext cx="838200" cy="8382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800" i="1">
                          <a:solidFill>
                            <a:schemeClr val="tx1"/>
                          </a:solidFill>
                          <a:latin typeface="Cambria Math" panose="02040503050406030204" pitchFamily="18" charset="0"/>
                          <a:ea typeface="新細明體" pitchFamily="-106" charset="-120"/>
                          <a:cs typeface="Times"/>
                        </a:rPr>
                        <m:t>𝐴</m:t>
                      </m:r>
                    </m:oMath>
                  </m:oMathPara>
                </a14:m>
                <a:endParaRPr lang="en-US" sz="2800"/>
              </a:p>
            </p:txBody>
          </p:sp>
        </mc:Choice>
        <mc:Fallback xmlns="">
          <p:sp>
            <p:nvSpPr>
              <p:cNvPr id="2" name="Oval 1">
                <a:extLst>
                  <a:ext uri="{FF2B5EF4-FFF2-40B4-BE49-F238E27FC236}">
                    <a16:creationId xmlns:a16="http://schemas.microsoft.com/office/drawing/2014/main" id="{06CB1AAD-8842-9C4E-A7F2-9D667E930A9B}"/>
                  </a:ext>
                </a:extLst>
              </p:cNvPr>
              <p:cNvSpPr>
                <a:spLocks noRot="1" noChangeAspect="1" noMove="1" noResize="1" noEditPoints="1" noAdjustHandles="1" noChangeArrowheads="1" noChangeShapeType="1" noTextEdit="1"/>
              </p:cNvSpPr>
              <p:nvPr/>
            </p:nvSpPr>
            <p:spPr>
              <a:xfrm>
                <a:off x="6545943" y="2438400"/>
                <a:ext cx="838200" cy="838200"/>
              </a:xfrm>
              <a:prstGeom prst="ellipse">
                <a:avLst/>
              </a:prstGeom>
              <a:blipFill>
                <a:blip r:embed="rId4"/>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C67452D5-9970-5F41-B98C-7A9653AC26CA}"/>
                  </a:ext>
                </a:extLst>
              </p:cNvPr>
              <p:cNvSpPr/>
              <p:nvPr/>
            </p:nvSpPr>
            <p:spPr>
              <a:xfrm>
                <a:off x="8382000" y="2438400"/>
                <a:ext cx="838200" cy="8382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800" i="1">
                          <a:solidFill>
                            <a:schemeClr val="tx1"/>
                          </a:solidFill>
                          <a:latin typeface="Cambria Math" panose="02040503050406030204" pitchFamily="18" charset="0"/>
                          <a:ea typeface="新細明體" pitchFamily="-106" charset="-120"/>
                          <a:cs typeface="Times"/>
                        </a:rPr>
                        <m:t>𝐵</m:t>
                      </m:r>
                    </m:oMath>
                  </m:oMathPara>
                </a14:m>
                <a:endParaRPr lang="en-US" sz="2800"/>
              </a:p>
            </p:txBody>
          </p:sp>
        </mc:Choice>
        <mc:Fallback xmlns="">
          <p:sp>
            <p:nvSpPr>
              <p:cNvPr id="7" name="Oval 6">
                <a:extLst>
                  <a:ext uri="{FF2B5EF4-FFF2-40B4-BE49-F238E27FC236}">
                    <a16:creationId xmlns:a16="http://schemas.microsoft.com/office/drawing/2014/main" id="{C67452D5-9970-5F41-B98C-7A9653AC26CA}"/>
                  </a:ext>
                </a:extLst>
              </p:cNvPr>
              <p:cNvSpPr>
                <a:spLocks noRot="1" noChangeAspect="1" noMove="1" noResize="1" noEditPoints="1" noAdjustHandles="1" noChangeArrowheads="1" noChangeShapeType="1" noTextEdit="1"/>
              </p:cNvSpPr>
              <p:nvPr/>
            </p:nvSpPr>
            <p:spPr>
              <a:xfrm>
                <a:off x="8382000" y="2438400"/>
                <a:ext cx="838200" cy="838200"/>
              </a:xfrm>
              <a:prstGeom prst="ellipse">
                <a:avLst/>
              </a:prstGeom>
              <a:blipFill>
                <a:blip r:embed="rId5"/>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DC4B7A17-B1BA-E844-86F3-0DB4657B9379}"/>
                  </a:ext>
                </a:extLst>
              </p:cNvPr>
              <p:cNvSpPr/>
              <p:nvPr/>
            </p:nvSpPr>
            <p:spPr>
              <a:xfrm>
                <a:off x="7460343" y="3924300"/>
                <a:ext cx="838200" cy="8382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800" i="1">
                          <a:solidFill>
                            <a:schemeClr val="tx1"/>
                          </a:solidFill>
                          <a:latin typeface="Cambria Math" panose="02040503050406030204" pitchFamily="18" charset="0"/>
                          <a:ea typeface="新細明體" pitchFamily="-106" charset="-120"/>
                          <a:cs typeface="Times"/>
                        </a:rPr>
                        <m:t>𝐶</m:t>
                      </m:r>
                    </m:oMath>
                  </m:oMathPara>
                </a14:m>
                <a:endParaRPr lang="en-US" sz="2800"/>
              </a:p>
            </p:txBody>
          </p:sp>
        </mc:Choice>
        <mc:Fallback xmlns="">
          <p:sp>
            <p:nvSpPr>
              <p:cNvPr id="8" name="Oval 7">
                <a:extLst>
                  <a:ext uri="{FF2B5EF4-FFF2-40B4-BE49-F238E27FC236}">
                    <a16:creationId xmlns:a16="http://schemas.microsoft.com/office/drawing/2014/main" id="{DC4B7A17-B1BA-E844-86F3-0DB4657B9379}"/>
                  </a:ext>
                </a:extLst>
              </p:cNvPr>
              <p:cNvSpPr>
                <a:spLocks noRot="1" noChangeAspect="1" noMove="1" noResize="1" noEditPoints="1" noAdjustHandles="1" noChangeArrowheads="1" noChangeShapeType="1" noTextEdit="1"/>
              </p:cNvSpPr>
              <p:nvPr/>
            </p:nvSpPr>
            <p:spPr>
              <a:xfrm>
                <a:off x="7460343" y="3924300"/>
                <a:ext cx="838200" cy="838200"/>
              </a:xfrm>
              <a:prstGeom prst="ellipse">
                <a:avLst/>
              </a:prstGeom>
              <a:blipFill>
                <a:blip r:embed="rId6"/>
                <a:stretch>
                  <a:fillRect/>
                </a:stretch>
              </a:blipFill>
              <a:ln>
                <a:solidFill>
                  <a:schemeClr val="tx1"/>
                </a:solidFill>
              </a:ln>
            </p:spPr>
            <p:txBody>
              <a:bodyPr/>
              <a:lstStyle/>
              <a:p>
                <a:r>
                  <a:rPr lang="en-GB">
                    <a:noFill/>
                  </a:rPr>
                  <a:t> </a:t>
                </a:r>
              </a:p>
            </p:txBody>
          </p:sp>
        </mc:Fallback>
      </mc:AlternateContent>
      <p:cxnSp>
        <p:nvCxnSpPr>
          <p:cNvPr id="4" name="Straight Arrow Connector 3">
            <a:extLst>
              <a:ext uri="{FF2B5EF4-FFF2-40B4-BE49-F238E27FC236}">
                <a16:creationId xmlns:a16="http://schemas.microsoft.com/office/drawing/2014/main" id="{0FAAAEEA-980F-9444-9727-CFFCC896D79A}"/>
              </a:ext>
            </a:extLst>
          </p:cNvPr>
          <p:cNvCxnSpPr>
            <a:endCxn id="8" idx="1"/>
          </p:cNvCxnSpPr>
          <p:nvPr/>
        </p:nvCxnSpPr>
        <p:spPr>
          <a:xfrm>
            <a:off x="6965043" y="3276600"/>
            <a:ext cx="618052" cy="7704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ECC0BB5-D5E8-7640-898D-CF5A727B1CC1}"/>
              </a:ext>
            </a:extLst>
          </p:cNvPr>
          <p:cNvCxnSpPr>
            <a:cxnSpLocks/>
            <a:stCxn id="7" idx="4"/>
            <a:endCxn id="8" idx="7"/>
          </p:cNvCxnSpPr>
          <p:nvPr/>
        </p:nvCxnSpPr>
        <p:spPr>
          <a:xfrm flipH="1">
            <a:off x="8175792" y="3276600"/>
            <a:ext cx="625309" cy="7704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Oval 13">
                <a:extLst>
                  <a:ext uri="{FF2B5EF4-FFF2-40B4-BE49-F238E27FC236}">
                    <a16:creationId xmlns:a16="http://schemas.microsoft.com/office/drawing/2014/main" id="{93A241F9-79A2-BE43-9BD9-C12F4B6767CB}"/>
                  </a:ext>
                </a:extLst>
              </p:cNvPr>
              <p:cNvSpPr/>
              <p:nvPr/>
            </p:nvSpPr>
            <p:spPr>
              <a:xfrm>
                <a:off x="3878943" y="5871635"/>
                <a:ext cx="838200" cy="8382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800" i="1">
                          <a:solidFill>
                            <a:schemeClr val="tx1"/>
                          </a:solidFill>
                          <a:latin typeface="Cambria Math" panose="02040503050406030204" pitchFamily="18" charset="0"/>
                          <a:ea typeface="新細明體" pitchFamily="-106" charset="-120"/>
                          <a:cs typeface="Times"/>
                        </a:rPr>
                        <m:t>𝐴</m:t>
                      </m:r>
                    </m:oMath>
                  </m:oMathPara>
                </a14:m>
                <a:endParaRPr lang="en-US" sz="2800"/>
              </a:p>
            </p:txBody>
          </p:sp>
        </mc:Choice>
        <mc:Fallback xmlns="">
          <p:sp>
            <p:nvSpPr>
              <p:cNvPr id="14" name="Oval 13">
                <a:extLst>
                  <a:ext uri="{FF2B5EF4-FFF2-40B4-BE49-F238E27FC236}">
                    <a16:creationId xmlns:a16="http://schemas.microsoft.com/office/drawing/2014/main" id="{93A241F9-79A2-BE43-9BD9-C12F4B6767CB}"/>
                  </a:ext>
                </a:extLst>
              </p:cNvPr>
              <p:cNvSpPr>
                <a:spLocks noRot="1" noChangeAspect="1" noMove="1" noResize="1" noEditPoints="1" noAdjustHandles="1" noChangeArrowheads="1" noChangeShapeType="1" noTextEdit="1"/>
              </p:cNvSpPr>
              <p:nvPr/>
            </p:nvSpPr>
            <p:spPr>
              <a:xfrm>
                <a:off x="3878943" y="5871635"/>
                <a:ext cx="838200" cy="838200"/>
              </a:xfrm>
              <a:prstGeom prst="ellipse">
                <a:avLst/>
              </a:prstGeom>
              <a:blipFill>
                <a:blip r:embed="rId7"/>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Oval 14">
                <a:extLst>
                  <a:ext uri="{FF2B5EF4-FFF2-40B4-BE49-F238E27FC236}">
                    <a16:creationId xmlns:a16="http://schemas.microsoft.com/office/drawing/2014/main" id="{F68CC3BF-7EEF-CE49-8116-1277F20989EC}"/>
                  </a:ext>
                </a:extLst>
              </p:cNvPr>
              <p:cNvSpPr/>
              <p:nvPr/>
            </p:nvSpPr>
            <p:spPr>
              <a:xfrm>
                <a:off x="5192486" y="5871635"/>
                <a:ext cx="838200" cy="8382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800" i="1">
                          <a:solidFill>
                            <a:schemeClr val="tx1"/>
                          </a:solidFill>
                          <a:latin typeface="Cambria Math" panose="02040503050406030204" pitchFamily="18" charset="0"/>
                          <a:ea typeface="新細明體" pitchFamily="-106" charset="-120"/>
                          <a:cs typeface="Times"/>
                        </a:rPr>
                        <m:t>𝐵</m:t>
                      </m:r>
                    </m:oMath>
                  </m:oMathPara>
                </a14:m>
                <a:endParaRPr lang="en-US" sz="2800"/>
              </a:p>
            </p:txBody>
          </p:sp>
        </mc:Choice>
        <mc:Fallback xmlns="">
          <p:sp>
            <p:nvSpPr>
              <p:cNvPr id="15" name="Oval 14">
                <a:extLst>
                  <a:ext uri="{FF2B5EF4-FFF2-40B4-BE49-F238E27FC236}">
                    <a16:creationId xmlns:a16="http://schemas.microsoft.com/office/drawing/2014/main" id="{F68CC3BF-7EEF-CE49-8116-1277F20989EC}"/>
                  </a:ext>
                </a:extLst>
              </p:cNvPr>
              <p:cNvSpPr>
                <a:spLocks noRot="1" noChangeAspect="1" noMove="1" noResize="1" noEditPoints="1" noAdjustHandles="1" noChangeArrowheads="1" noChangeShapeType="1" noTextEdit="1"/>
              </p:cNvSpPr>
              <p:nvPr/>
            </p:nvSpPr>
            <p:spPr>
              <a:xfrm>
                <a:off x="5192486" y="5871635"/>
                <a:ext cx="838200" cy="838200"/>
              </a:xfrm>
              <a:prstGeom prst="ellipse">
                <a:avLst/>
              </a:prstGeom>
              <a:blipFill>
                <a:blip r:embed="rId8"/>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Oval 15">
                <a:extLst>
                  <a:ext uri="{FF2B5EF4-FFF2-40B4-BE49-F238E27FC236}">
                    <a16:creationId xmlns:a16="http://schemas.microsoft.com/office/drawing/2014/main" id="{5A7C507D-7D5B-E342-A4FB-87C703C49034}"/>
                  </a:ext>
                </a:extLst>
              </p:cNvPr>
              <p:cNvSpPr/>
              <p:nvPr/>
            </p:nvSpPr>
            <p:spPr>
              <a:xfrm>
                <a:off x="6506633" y="5873449"/>
                <a:ext cx="838200" cy="8382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800" i="1">
                          <a:solidFill>
                            <a:schemeClr val="tx1"/>
                          </a:solidFill>
                          <a:latin typeface="Cambria Math" panose="02040503050406030204" pitchFamily="18" charset="0"/>
                          <a:ea typeface="新細明體" pitchFamily="-106" charset="-120"/>
                          <a:cs typeface="Times"/>
                        </a:rPr>
                        <m:t>𝐶</m:t>
                      </m:r>
                    </m:oMath>
                  </m:oMathPara>
                </a14:m>
                <a:endParaRPr lang="en-US" sz="2800"/>
              </a:p>
            </p:txBody>
          </p:sp>
        </mc:Choice>
        <mc:Fallback xmlns="">
          <p:sp>
            <p:nvSpPr>
              <p:cNvPr id="16" name="Oval 15">
                <a:extLst>
                  <a:ext uri="{FF2B5EF4-FFF2-40B4-BE49-F238E27FC236}">
                    <a16:creationId xmlns:a16="http://schemas.microsoft.com/office/drawing/2014/main" id="{5A7C507D-7D5B-E342-A4FB-87C703C49034}"/>
                  </a:ext>
                </a:extLst>
              </p:cNvPr>
              <p:cNvSpPr>
                <a:spLocks noRot="1" noChangeAspect="1" noMove="1" noResize="1" noEditPoints="1" noAdjustHandles="1" noChangeArrowheads="1" noChangeShapeType="1" noTextEdit="1"/>
              </p:cNvSpPr>
              <p:nvPr/>
            </p:nvSpPr>
            <p:spPr>
              <a:xfrm>
                <a:off x="6506633" y="5873449"/>
                <a:ext cx="838200" cy="838200"/>
              </a:xfrm>
              <a:prstGeom prst="ellipse">
                <a:avLst/>
              </a:prstGeom>
              <a:blipFill>
                <a:blip r:embed="rId9"/>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04B9779-6E14-B243-B59F-AB193DCE5EE7}"/>
                  </a:ext>
                </a:extLst>
              </p:cNvPr>
              <p:cNvSpPr txBox="1"/>
              <p:nvPr/>
            </p:nvSpPr>
            <p:spPr>
              <a:xfrm>
                <a:off x="2253963" y="2507664"/>
                <a:ext cx="3963595" cy="1477328"/>
              </a:xfrm>
              <a:prstGeom prst="rect">
                <a:avLst/>
              </a:prstGeom>
              <a:noFill/>
            </p:spPr>
            <p:txBody>
              <a:bodyPr wrap="square" rtlCol="0">
                <a:spAutoFit/>
              </a:bodyPr>
              <a:lstStyle/>
              <a:p>
                <a:r>
                  <a:rPr lang="en-US" dirty="0"/>
                  <a:t>Independent causes:</a:t>
                </a:r>
              </a:p>
              <a:p>
                <a:r>
                  <a:rPr lang="en-US" b="0" dirty="0"/>
                  <a:t>“I can be late either because of rain or because I was sick”</a:t>
                </a:r>
              </a:p>
              <a:p>
                <a:endParaRPr lang="en-US" b="0" dirty="0"/>
              </a:p>
              <a:p>
                <a:r>
                  <a:rPr lang="en-US" b="0" dirty="0"/>
                  <a:t>(in logic: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rPr>
                      <m:t>→</m:t>
                    </m:r>
                    <m:r>
                      <a:rPr lang="en-US" b="0" i="1" smtClean="0">
                        <a:latin typeface="Cambria Math" panose="02040503050406030204" pitchFamily="18" charset="0"/>
                      </a:rPr>
                      <m:t>𝐶</m:t>
                    </m:r>
                  </m:oMath>
                </a14:m>
                <a:r>
                  <a:rPr lang="en-US" b="0" dirty="0"/>
                  <a:t>)</a:t>
                </a:r>
              </a:p>
            </p:txBody>
          </p:sp>
        </mc:Choice>
        <mc:Fallback xmlns="">
          <p:sp>
            <p:nvSpPr>
              <p:cNvPr id="10" name="TextBox 9">
                <a:extLst>
                  <a:ext uri="{FF2B5EF4-FFF2-40B4-BE49-F238E27FC236}">
                    <a16:creationId xmlns:a16="http://schemas.microsoft.com/office/drawing/2014/main" id="{304B9779-6E14-B243-B59F-AB193DCE5EE7}"/>
                  </a:ext>
                </a:extLst>
              </p:cNvPr>
              <p:cNvSpPr txBox="1">
                <a:spLocks noRot="1" noChangeAspect="1" noMove="1" noResize="1" noEditPoints="1" noAdjustHandles="1" noChangeArrowheads="1" noChangeShapeType="1" noTextEdit="1"/>
              </p:cNvSpPr>
              <p:nvPr/>
            </p:nvSpPr>
            <p:spPr>
              <a:xfrm>
                <a:off x="2253963" y="2507664"/>
                <a:ext cx="3963595" cy="1477328"/>
              </a:xfrm>
              <a:prstGeom prst="rect">
                <a:avLst/>
              </a:prstGeom>
              <a:blipFill>
                <a:blip r:embed="rId10"/>
                <a:stretch>
                  <a:fillRect l="-1278" t="-1709" b="-5983"/>
                </a:stretch>
              </a:blipFill>
            </p:spPr>
            <p:txBody>
              <a:bodyPr/>
              <a:lstStyle/>
              <a:p>
                <a:r>
                  <a:rPr lang="en-GB">
                    <a:noFill/>
                  </a:rPr>
                  <a:t> </a:t>
                </a: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898" name="Rectangle 2"/>
          <p:cNvSpPr>
            <a:spLocks noGrp="1" noChangeArrowheads="1"/>
          </p:cNvSpPr>
          <p:nvPr>
            <p:ph type="title"/>
          </p:nvPr>
        </p:nvSpPr>
        <p:spPr>
          <a:xfrm>
            <a:off x="2506134" y="457202"/>
            <a:ext cx="7704667" cy="914399"/>
          </a:xfrm>
        </p:spPr>
        <p:txBody>
          <a:bodyPr/>
          <a:lstStyle/>
          <a:p>
            <a:r>
              <a:rPr lang="en-US" altLang="zh-TW">
                <a:ea typeface="新細明體" pitchFamily="-106" charset="-120"/>
                <a:cs typeface="新細明體" pitchFamily="-106" charset="-120"/>
              </a:rPr>
              <a:t>Examples</a:t>
            </a:r>
          </a:p>
        </p:txBody>
      </p:sp>
      <mc:AlternateContent xmlns:mc="http://schemas.openxmlformats.org/markup-compatibility/2006" xmlns:a14="http://schemas.microsoft.com/office/drawing/2010/main">
        <mc:Choice Requires="a14">
          <p:sp>
            <p:nvSpPr>
              <p:cNvPr id="592899" name="Rectangle 3"/>
              <p:cNvSpPr>
                <a:spLocks noGrp="1" noChangeArrowheads="1"/>
              </p:cNvSpPr>
              <p:nvPr>
                <p:ph idx="1"/>
              </p:nvPr>
            </p:nvSpPr>
            <p:spPr>
              <a:xfrm>
                <a:off x="2506133" y="1389743"/>
                <a:ext cx="7848600" cy="5083555"/>
              </a:xfrm>
            </p:spPr>
            <p:txBody>
              <a:bodyPr>
                <a:normAutofit/>
              </a:bodyPr>
              <a:lstStyle/>
              <a:p>
                <a:pPr>
                  <a:spcBef>
                    <a:spcPts val="1200"/>
                  </a:spcBef>
                </a:pPr>
                <a14:m>
                  <m:oMath xmlns:m="http://schemas.openxmlformats.org/officeDocument/2006/math">
                    <m:func>
                      <m:funcPr>
                        <m:ctrlPr>
                          <a:rPr lang="en-US" altLang="zh-TW" b="0" i="1" smtClean="0">
                            <a:latin typeface="Cambria Math" panose="02040503050406030204" pitchFamily="18" charset="0"/>
                            <a:ea typeface="新細明體" pitchFamily="-106" charset="-120"/>
                            <a:cs typeface="Times"/>
                          </a:rPr>
                        </m:ctrlPr>
                      </m:funcPr>
                      <m:fName>
                        <m:r>
                          <m:rPr>
                            <m:sty m:val="p"/>
                          </m:rPr>
                          <a:rPr lang="en-US" altLang="zh-TW" b="0" i="0" smtClean="0">
                            <a:latin typeface="Cambria Math" panose="02040503050406030204" pitchFamily="18" charset="0"/>
                            <a:ea typeface="新細明體" pitchFamily="-106" charset="-120"/>
                            <a:cs typeface="Times"/>
                          </a:rPr>
                          <m:t>Pr</m:t>
                        </m:r>
                      </m:fName>
                      <m:e>
                        <m:r>
                          <a:rPr lang="en-US" altLang="zh-TW" b="0" i="1" smtClean="0">
                            <a:latin typeface="Cambria Math" panose="02040503050406030204" pitchFamily="18" charset="0"/>
                            <a:ea typeface="新細明體" pitchFamily="-106" charset="-120"/>
                            <a:cs typeface="Times"/>
                          </a:rPr>
                          <m:t>[</m:t>
                        </m:r>
                        <m:r>
                          <a:rPr lang="en-US" altLang="zh-TW" b="0" i="1" smtClean="0">
                            <a:latin typeface="Cambria Math" panose="02040503050406030204" pitchFamily="18" charset="0"/>
                            <a:ea typeface="新細明體" pitchFamily="-106" charset="-120"/>
                            <a:cs typeface="Times"/>
                          </a:rPr>
                          <m:t>𝐴</m:t>
                        </m:r>
                        <m:r>
                          <a:rPr lang="en-US" altLang="zh-TW" b="0" i="1" smtClean="0">
                            <a:latin typeface="Cambria Math" panose="02040503050406030204" pitchFamily="18" charset="0"/>
                            <a:ea typeface="新細明體" pitchFamily="-106" charset="-120"/>
                            <a:cs typeface="Times"/>
                          </a:rPr>
                          <m:t>∧</m:t>
                        </m:r>
                        <m:r>
                          <a:rPr lang="en-US" altLang="zh-TW" b="0" i="1" smtClean="0">
                            <a:latin typeface="Cambria Math" panose="02040503050406030204" pitchFamily="18" charset="0"/>
                            <a:ea typeface="新細明體" pitchFamily="-106" charset="-120"/>
                            <a:cs typeface="Times"/>
                          </a:rPr>
                          <m:t>𝐵</m:t>
                        </m:r>
                        <m:r>
                          <a:rPr lang="en-US" altLang="zh-TW" b="0" i="1" smtClean="0">
                            <a:latin typeface="Cambria Math" panose="02040503050406030204" pitchFamily="18" charset="0"/>
                            <a:ea typeface="新細明體" pitchFamily="-106" charset="-120"/>
                            <a:cs typeface="Times"/>
                          </a:rPr>
                          <m:t>∧</m:t>
                        </m:r>
                        <m:r>
                          <a:rPr lang="en-US" altLang="zh-TW" b="0" i="1" smtClean="0">
                            <a:latin typeface="Cambria Math" panose="02040503050406030204" pitchFamily="18" charset="0"/>
                            <a:ea typeface="新細明體" pitchFamily="-106" charset="-120"/>
                            <a:cs typeface="Times"/>
                          </a:rPr>
                          <m:t>𝐶</m:t>
                        </m:r>
                        <m:r>
                          <a:rPr lang="en-US" altLang="zh-TW" b="0" i="1" smtClean="0">
                            <a:latin typeface="Cambria Math" panose="02040503050406030204" pitchFamily="18" charset="0"/>
                            <a:ea typeface="新細明體" pitchFamily="-106" charset="-120"/>
                            <a:cs typeface="Times"/>
                          </a:rPr>
                          <m:t>]</m:t>
                        </m:r>
                      </m:e>
                    </m:func>
                    <m:r>
                      <a:rPr lang="en-US" altLang="zh-TW" b="0" i="1" smtClean="0">
                        <a:latin typeface="Cambria Math" panose="02040503050406030204" pitchFamily="18" charset="0"/>
                        <a:ea typeface="新細明體" pitchFamily="-106" charset="-120"/>
                        <a:cs typeface="Times"/>
                      </a:rPr>
                      <m:t>=</m:t>
                    </m:r>
                    <m:func>
                      <m:funcPr>
                        <m:ctrlPr>
                          <a:rPr lang="en-US" altLang="zh-TW" b="0" i="1" smtClean="0">
                            <a:latin typeface="Cambria Math" panose="02040503050406030204" pitchFamily="18" charset="0"/>
                            <a:ea typeface="新細明體" pitchFamily="-106" charset="-120"/>
                            <a:cs typeface="Times"/>
                          </a:rPr>
                        </m:ctrlPr>
                      </m:funcPr>
                      <m:fName>
                        <m:r>
                          <m:rPr>
                            <m:sty m:val="p"/>
                          </m:rPr>
                          <a:rPr lang="en-US" altLang="zh-TW" b="0" i="0" smtClean="0">
                            <a:latin typeface="Cambria Math" panose="02040503050406030204" pitchFamily="18" charset="0"/>
                            <a:ea typeface="新細明體" pitchFamily="-106" charset="-120"/>
                            <a:cs typeface="Times"/>
                          </a:rPr>
                          <m:t>Pr</m:t>
                        </m:r>
                      </m:fName>
                      <m:e>
                        <m:d>
                          <m:dPr>
                            <m:begChr m:val="["/>
                            <m:endChr m:val="]"/>
                            <m:sepChr m:val="∣"/>
                            <m:ctrlPr>
                              <a:rPr lang="en-US" altLang="zh-TW" b="0" i="1" smtClean="0">
                                <a:latin typeface="Cambria Math" panose="02040503050406030204" pitchFamily="18" charset="0"/>
                                <a:ea typeface="新細明體" pitchFamily="-106" charset="-120"/>
                                <a:cs typeface="Times"/>
                              </a:rPr>
                            </m:ctrlPr>
                          </m:dPr>
                          <m:e>
                            <m:r>
                              <a:rPr lang="en-US" altLang="zh-TW" b="0" i="1" smtClean="0">
                                <a:latin typeface="Cambria Math" panose="02040503050406030204" pitchFamily="18" charset="0"/>
                                <a:ea typeface="新細明體" pitchFamily="-106" charset="-120"/>
                                <a:cs typeface="Times"/>
                              </a:rPr>
                              <m:t>𝐶</m:t>
                            </m:r>
                          </m:e>
                          <m:e>
                            <m:r>
                              <a:rPr lang="en-US" altLang="zh-TW" b="0" i="1" smtClean="0">
                                <a:latin typeface="Cambria Math" panose="02040503050406030204" pitchFamily="18" charset="0"/>
                                <a:ea typeface="新細明體" pitchFamily="-106" charset="-120"/>
                                <a:cs typeface="Times"/>
                              </a:rPr>
                              <m:t>𝐴</m:t>
                            </m:r>
                          </m:e>
                        </m:d>
                      </m:e>
                    </m:func>
                    <m:func>
                      <m:funcPr>
                        <m:ctrlPr>
                          <a:rPr lang="en-US" altLang="zh-TW" b="0" i="1" smtClean="0">
                            <a:latin typeface="Cambria Math" panose="02040503050406030204" pitchFamily="18" charset="0"/>
                            <a:ea typeface="新細明體" pitchFamily="-106" charset="-120"/>
                            <a:cs typeface="Times"/>
                          </a:rPr>
                        </m:ctrlPr>
                      </m:funcPr>
                      <m:fName>
                        <m:r>
                          <m:rPr>
                            <m:sty m:val="p"/>
                          </m:rPr>
                          <a:rPr lang="en-US" altLang="zh-TW" b="0" i="0" smtClean="0">
                            <a:latin typeface="Cambria Math" panose="02040503050406030204" pitchFamily="18" charset="0"/>
                            <a:ea typeface="新細明體" pitchFamily="-106" charset="-120"/>
                            <a:cs typeface="Times"/>
                          </a:rPr>
                          <m:t>Pr</m:t>
                        </m:r>
                      </m:fName>
                      <m:e>
                        <m:d>
                          <m:dPr>
                            <m:begChr m:val="["/>
                            <m:endChr m:val="]"/>
                            <m:ctrlPr>
                              <a:rPr lang="en-US" altLang="zh-TW" b="0" i="1" smtClean="0">
                                <a:latin typeface="Cambria Math" panose="02040503050406030204" pitchFamily="18" charset="0"/>
                                <a:ea typeface="新細明體" pitchFamily="-106" charset="-120"/>
                                <a:cs typeface="Times"/>
                              </a:rPr>
                            </m:ctrlPr>
                          </m:dPr>
                          <m:e>
                            <m:r>
                              <a:rPr lang="en-US" altLang="zh-TW" b="0" i="1" smtClean="0">
                                <a:latin typeface="Cambria Math" panose="02040503050406030204" pitchFamily="18" charset="0"/>
                                <a:ea typeface="新細明體" pitchFamily="-106" charset="-120"/>
                                <a:cs typeface="Times"/>
                              </a:rPr>
                              <m:t>𝐵</m:t>
                            </m:r>
                            <m:r>
                              <a:rPr lang="en-US" altLang="zh-TW" b="0" i="1" smtClean="0">
                                <a:latin typeface="Cambria Math" panose="02040503050406030204" pitchFamily="18" charset="0"/>
                                <a:ea typeface="新細明體" pitchFamily="-106" charset="-120"/>
                                <a:cs typeface="Times"/>
                              </a:rPr>
                              <m:t>∣</m:t>
                            </m:r>
                            <m:r>
                              <a:rPr lang="en-US" altLang="zh-TW" b="0" i="1" smtClean="0">
                                <a:latin typeface="Cambria Math" panose="02040503050406030204" pitchFamily="18" charset="0"/>
                                <a:ea typeface="新細明體" pitchFamily="-106" charset="-120"/>
                                <a:cs typeface="Times"/>
                              </a:rPr>
                              <m:t>𝐴</m:t>
                            </m:r>
                          </m:e>
                        </m:d>
                      </m:e>
                    </m:func>
                    <m:func>
                      <m:funcPr>
                        <m:ctrlPr>
                          <a:rPr lang="en-US" altLang="zh-TW" b="0" i="1" smtClean="0">
                            <a:latin typeface="Cambria Math" panose="02040503050406030204" pitchFamily="18" charset="0"/>
                            <a:ea typeface="新細明體" pitchFamily="-106" charset="-120"/>
                            <a:cs typeface="Times"/>
                          </a:rPr>
                        </m:ctrlPr>
                      </m:funcPr>
                      <m:fName>
                        <m:r>
                          <m:rPr>
                            <m:sty m:val="p"/>
                          </m:rPr>
                          <a:rPr lang="en-US" altLang="zh-TW" b="0" i="0" smtClean="0">
                            <a:latin typeface="Cambria Math" panose="02040503050406030204" pitchFamily="18" charset="0"/>
                            <a:ea typeface="新細明體" pitchFamily="-106" charset="-120"/>
                            <a:cs typeface="Times"/>
                          </a:rPr>
                          <m:t>Pr</m:t>
                        </m:r>
                      </m:fName>
                      <m:e>
                        <m:d>
                          <m:dPr>
                            <m:begChr m:val="["/>
                            <m:endChr m:val="]"/>
                            <m:ctrlPr>
                              <a:rPr lang="en-US" altLang="zh-TW" b="0" i="1" smtClean="0">
                                <a:latin typeface="Cambria Math" panose="02040503050406030204" pitchFamily="18" charset="0"/>
                                <a:ea typeface="新細明體" pitchFamily="-106" charset="-120"/>
                                <a:cs typeface="Times"/>
                              </a:rPr>
                            </m:ctrlPr>
                          </m:dPr>
                          <m:e>
                            <m:r>
                              <a:rPr lang="en-US" altLang="zh-TW" b="0" i="1" smtClean="0">
                                <a:latin typeface="Cambria Math" panose="02040503050406030204" pitchFamily="18" charset="0"/>
                                <a:ea typeface="新細明體" pitchFamily="-106" charset="-120"/>
                                <a:cs typeface="Times"/>
                              </a:rPr>
                              <m:t>𝐴</m:t>
                            </m:r>
                          </m:e>
                        </m:d>
                      </m:e>
                    </m:func>
                  </m:oMath>
                </a14:m>
                <a:endParaRPr lang="en-US" altLang="zh-TW" b="0" dirty="0">
                  <a:latin typeface="Corbel" panose="020B0503020204020204" pitchFamily="34" charset="0"/>
                  <a:ea typeface="新細明體" pitchFamily="-106" charset="-120"/>
                  <a:cs typeface="Times"/>
                </a:endParaRPr>
              </a:p>
              <a:p>
                <a:pPr>
                  <a:spcBef>
                    <a:spcPts val="1200"/>
                  </a:spcBef>
                </a:pPr>
                <a:endParaRPr lang="en-US" altLang="zh-TW" sz="2400" dirty="0">
                  <a:latin typeface="Corbel" panose="020B0503020204020204" pitchFamily="34" charset="0"/>
                  <a:ea typeface="新細明體" pitchFamily="-106" charset="-120"/>
                  <a:cs typeface="Times"/>
                </a:endParaRPr>
              </a:p>
              <a:p>
                <a:pPr>
                  <a:spcBef>
                    <a:spcPts val="1200"/>
                  </a:spcBef>
                </a:pPr>
                <a:endParaRPr lang="en-US" altLang="zh-TW" dirty="0">
                  <a:latin typeface="Corbel" panose="020B0503020204020204" pitchFamily="34" charset="0"/>
                  <a:ea typeface="新細明體" pitchFamily="-106" charset="-120"/>
                  <a:cs typeface="Times"/>
                </a:endParaRPr>
              </a:p>
              <a:p>
                <a:pPr>
                  <a:spcBef>
                    <a:spcPts val="1200"/>
                  </a:spcBef>
                </a:pPr>
                <a:endParaRPr lang="en-US" altLang="zh-TW" sz="2400" dirty="0">
                  <a:latin typeface="Corbel" panose="020B0503020204020204" pitchFamily="34" charset="0"/>
                  <a:ea typeface="新細明體" pitchFamily="-106" charset="-120"/>
                  <a:cs typeface="Times"/>
                </a:endParaRPr>
              </a:p>
              <a:p>
                <a:pPr>
                  <a:spcBef>
                    <a:spcPts val="1200"/>
                  </a:spcBef>
                </a:pPr>
                <a:endParaRPr lang="en-US" altLang="zh-TW" dirty="0">
                  <a:latin typeface="Corbel" panose="020B0503020204020204" pitchFamily="34" charset="0"/>
                  <a:ea typeface="新細明體" pitchFamily="-106" charset="-120"/>
                  <a:cs typeface="Times"/>
                </a:endParaRPr>
              </a:p>
              <a:p>
                <a:pPr>
                  <a:spcBef>
                    <a:spcPts val="1200"/>
                  </a:spcBef>
                </a:pPr>
                <a:endParaRPr lang="en-US" altLang="zh-TW" dirty="0">
                  <a:latin typeface="Corbel" panose="020B0503020204020204" pitchFamily="34" charset="0"/>
                  <a:ea typeface="新細明體" pitchFamily="-106" charset="-120"/>
                  <a:cs typeface="Times"/>
                </a:endParaRPr>
              </a:p>
              <a:p>
                <a:pPr>
                  <a:spcBef>
                    <a:spcPts val="1200"/>
                  </a:spcBef>
                </a:pPr>
                <a14:m>
                  <m:oMath xmlns:m="http://schemas.openxmlformats.org/officeDocument/2006/math">
                    <m:func>
                      <m:funcPr>
                        <m:ctrlPr>
                          <a:rPr lang="en-US" altLang="zh-TW" i="1">
                            <a:latin typeface="Cambria Math" panose="02040503050406030204" pitchFamily="18" charset="0"/>
                            <a:ea typeface="新細明體" pitchFamily="-106" charset="-120"/>
                            <a:cs typeface="Times"/>
                          </a:rPr>
                        </m:ctrlPr>
                      </m:funcPr>
                      <m:fName>
                        <m:r>
                          <m:rPr>
                            <m:sty m:val="p"/>
                          </m:rPr>
                          <a:rPr lang="en-US" altLang="zh-TW">
                            <a:latin typeface="Cambria Math" panose="02040503050406030204" pitchFamily="18" charset="0"/>
                            <a:ea typeface="新細明體" pitchFamily="-106" charset="-120"/>
                            <a:cs typeface="Times"/>
                          </a:rPr>
                          <m:t>Pr</m:t>
                        </m:r>
                      </m:fName>
                      <m:e>
                        <m:r>
                          <a:rPr lang="en-US" altLang="zh-TW" i="1">
                            <a:latin typeface="Cambria Math" panose="02040503050406030204" pitchFamily="18" charset="0"/>
                            <a:ea typeface="新細明體" pitchFamily="-106" charset="-120"/>
                            <a:cs typeface="Times"/>
                          </a:rPr>
                          <m:t>[</m:t>
                        </m:r>
                        <m:r>
                          <a:rPr lang="en-US" altLang="zh-TW" i="1">
                            <a:latin typeface="Cambria Math" panose="02040503050406030204" pitchFamily="18" charset="0"/>
                            <a:ea typeface="新細明體" pitchFamily="-106" charset="-120"/>
                            <a:cs typeface="Times"/>
                          </a:rPr>
                          <m:t>𝐴</m:t>
                        </m:r>
                        <m:r>
                          <a:rPr lang="en-US" altLang="zh-TW" i="1">
                            <a:latin typeface="Cambria Math" panose="02040503050406030204" pitchFamily="18" charset="0"/>
                            <a:ea typeface="新細明體" pitchFamily="-106" charset="-120"/>
                            <a:cs typeface="Times"/>
                          </a:rPr>
                          <m:t>∧</m:t>
                        </m:r>
                        <m:r>
                          <a:rPr lang="en-US" altLang="zh-TW" i="1">
                            <a:latin typeface="Cambria Math" panose="02040503050406030204" pitchFamily="18" charset="0"/>
                            <a:ea typeface="新細明體" pitchFamily="-106" charset="-120"/>
                            <a:cs typeface="Times"/>
                          </a:rPr>
                          <m:t>𝐵</m:t>
                        </m:r>
                        <m:r>
                          <a:rPr lang="en-US" altLang="zh-TW" i="1">
                            <a:latin typeface="Cambria Math" panose="02040503050406030204" pitchFamily="18" charset="0"/>
                            <a:ea typeface="新細明體" pitchFamily="-106" charset="-120"/>
                            <a:cs typeface="Times"/>
                          </a:rPr>
                          <m:t>∧</m:t>
                        </m:r>
                        <m:r>
                          <a:rPr lang="en-US" altLang="zh-TW" i="1">
                            <a:latin typeface="Cambria Math" panose="02040503050406030204" pitchFamily="18" charset="0"/>
                            <a:ea typeface="新細明體" pitchFamily="-106" charset="-120"/>
                            <a:cs typeface="Times"/>
                          </a:rPr>
                          <m:t>𝐶</m:t>
                        </m:r>
                        <m:r>
                          <a:rPr lang="en-US" altLang="zh-TW" i="1">
                            <a:latin typeface="Cambria Math" panose="02040503050406030204" pitchFamily="18" charset="0"/>
                            <a:ea typeface="新細明體" pitchFamily="-106" charset="-120"/>
                            <a:cs typeface="Times"/>
                          </a:rPr>
                          <m:t>]</m:t>
                        </m:r>
                      </m:e>
                    </m:func>
                    <m:r>
                      <a:rPr lang="en-US" altLang="zh-TW" i="1">
                        <a:latin typeface="Cambria Math" panose="02040503050406030204" pitchFamily="18" charset="0"/>
                        <a:ea typeface="新細明體" pitchFamily="-106" charset="-120"/>
                        <a:cs typeface="Times"/>
                      </a:rPr>
                      <m:t>=</m:t>
                    </m:r>
                    <m:func>
                      <m:funcPr>
                        <m:ctrlPr>
                          <a:rPr lang="en-US" altLang="zh-TW" i="1">
                            <a:latin typeface="Cambria Math" panose="02040503050406030204" pitchFamily="18" charset="0"/>
                            <a:ea typeface="新細明體" pitchFamily="-106" charset="-120"/>
                            <a:cs typeface="Times"/>
                          </a:rPr>
                        </m:ctrlPr>
                      </m:funcPr>
                      <m:fName>
                        <m:r>
                          <m:rPr>
                            <m:sty m:val="p"/>
                          </m:rPr>
                          <a:rPr lang="en-US" altLang="zh-TW">
                            <a:latin typeface="Cambria Math" panose="02040503050406030204" pitchFamily="18" charset="0"/>
                            <a:ea typeface="新細明體" pitchFamily="-106" charset="-120"/>
                            <a:cs typeface="Times"/>
                          </a:rPr>
                          <m:t>Pr</m:t>
                        </m:r>
                      </m:fName>
                      <m:e>
                        <m:d>
                          <m:dPr>
                            <m:begChr m:val="["/>
                            <m:endChr m:val="]"/>
                            <m:ctrlPr>
                              <a:rPr lang="en-US" altLang="zh-TW" b="0" i="1" smtClean="0">
                                <a:latin typeface="Cambria Math" panose="02040503050406030204" pitchFamily="18" charset="0"/>
                                <a:ea typeface="新細明體" pitchFamily="-106" charset="-120"/>
                                <a:cs typeface="Times"/>
                              </a:rPr>
                            </m:ctrlPr>
                          </m:dPr>
                          <m:e>
                            <m:r>
                              <a:rPr lang="en-US" altLang="zh-TW" b="0" i="1" smtClean="0">
                                <a:latin typeface="Cambria Math" panose="02040503050406030204" pitchFamily="18" charset="0"/>
                                <a:ea typeface="新細明體" pitchFamily="-106" charset="-120"/>
                                <a:cs typeface="Times"/>
                              </a:rPr>
                              <m:t>𝐶</m:t>
                            </m:r>
                            <m:r>
                              <a:rPr lang="en-US" altLang="zh-TW" b="0" i="1" smtClean="0">
                                <a:latin typeface="Cambria Math" panose="02040503050406030204" pitchFamily="18" charset="0"/>
                                <a:ea typeface="新細明體" pitchFamily="-106" charset="-120"/>
                                <a:cs typeface="Times"/>
                              </a:rPr>
                              <m:t>∣</m:t>
                            </m:r>
                            <m:r>
                              <a:rPr lang="en-US" altLang="zh-TW" b="0" i="1" smtClean="0">
                                <a:latin typeface="Cambria Math" panose="02040503050406030204" pitchFamily="18" charset="0"/>
                                <a:ea typeface="新細明體" pitchFamily="-106" charset="-120"/>
                                <a:cs typeface="Times"/>
                              </a:rPr>
                              <m:t>𝐵</m:t>
                            </m:r>
                          </m:e>
                        </m:d>
                      </m:e>
                    </m:func>
                    <m:func>
                      <m:funcPr>
                        <m:ctrlPr>
                          <a:rPr lang="en-US" altLang="zh-TW" i="1">
                            <a:latin typeface="Cambria Math" panose="02040503050406030204" pitchFamily="18" charset="0"/>
                            <a:ea typeface="新細明體" pitchFamily="-106" charset="-120"/>
                            <a:cs typeface="Times"/>
                          </a:rPr>
                        </m:ctrlPr>
                      </m:funcPr>
                      <m:fName>
                        <m:r>
                          <m:rPr>
                            <m:sty m:val="p"/>
                          </m:rPr>
                          <a:rPr lang="en-US" altLang="zh-TW">
                            <a:latin typeface="Cambria Math" panose="02040503050406030204" pitchFamily="18" charset="0"/>
                            <a:ea typeface="新細明體" pitchFamily="-106" charset="-120"/>
                            <a:cs typeface="Times"/>
                          </a:rPr>
                          <m:t>Pr</m:t>
                        </m:r>
                      </m:fName>
                      <m:e>
                        <m:d>
                          <m:dPr>
                            <m:begChr m:val="["/>
                            <m:endChr m:val="]"/>
                            <m:ctrlPr>
                              <a:rPr lang="en-US" altLang="zh-TW" i="1">
                                <a:latin typeface="Cambria Math" panose="02040503050406030204" pitchFamily="18" charset="0"/>
                                <a:ea typeface="新細明體" pitchFamily="-106" charset="-120"/>
                                <a:cs typeface="Times"/>
                              </a:rPr>
                            </m:ctrlPr>
                          </m:dPr>
                          <m:e>
                            <m:r>
                              <a:rPr lang="en-US" altLang="zh-TW" b="0" i="1" smtClean="0">
                                <a:latin typeface="Cambria Math" panose="02040503050406030204" pitchFamily="18" charset="0"/>
                                <a:ea typeface="新細明體" pitchFamily="-106" charset="-120"/>
                                <a:cs typeface="Times"/>
                              </a:rPr>
                              <m:t>𝐵</m:t>
                            </m:r>
                            <m:r>
                              <a:rPr lang="en-US" altLang="zh-TW" b="0" i="1" smtClean="0">
                                <a:latin typeface="Cambria Math" panose="02040503050406030204" pitchFamily="18" charset="0"/>
                                <a:ea typeface="新細明體" pitchFamily="-106" charset="-120"/>
                                <a:cs typeface="Times"/>
                              </a:rPr>
                              <m:t>∣</m:t>
                            </m:r>
                            <m:r>
                              <a:rPr lang="en-US" altLang="zh-TW" b="0" i="1" smtClean="0">
                                <a:latin typeface="Cambria Math" panose="02040503050406030204" pitchFamily="18" charset="0"/>
                                <a:ea typeface="新細明體" pitchFamily="-106" charset="-120"/>
                                <a:cs typeface="Times"/>
                              </a:rPr>
                              <m:t>𝐴</m:t>
                            </m:r>
                          </m:e>
                        </m:d>
                      </m:e>
                    </m:func>
                    <m:func>
                      <m:funcPr>
                        <m:ctrlPr>
                          <a:rPr lang="en-US" altLang="zh-TW" i="1">
                            <a:latin typeface="Cambria Math" panose="02040503050406030204" pitchFamily="18" charset="0"/>
                            <a:ea typeface="新細明體" pitchFamily="-106" charset="-120"/>
                            <a:cs typeface="Times"/>
                          </a:rPr>
                        </m:ctrlPr>
                      </m:funcPr>
                      <m:fName>
                        <m:r>
                          <m:rPr>
                            <m:sty m:val="p"/>
                          </m:rPr>
                          <a:rPr lang="en-US" altLang="zh-TW">
                            <a:latin typeface="Cambria Math" panose="02040503050406030204" pitchFamily="18" charset="0"/>
                            <a:ea typeface="新細明體" pitchFamily="-106" charset="-120"/>
                            <a:cs typeface="Times"/>
                          </a:rPr>
                          <m:t>Pr</m:t>
                        </m:r>
                      </m:fName>
                      <m:e>
                        <m:d>
                          <m:dPr>
                            <m:begChr m:val="["/>
                            <m:endChr m:val="]"/>
                            <m:ctrlPr>
                              <a:rPr lang="en-US" altLang="zh-TW" i="1">
                                <a:latin typeface="Cambria Math" panose="02040503050406030204" pitchFamily="18" charset="0"/>
                                <a:ea typeface="新細明體" pitchFamily="-106" charset="-120"/>
                                <a:cs typeface="Times"/>
                              </a:rPr>
                            </m:ctrlPr>
                          </m:dPr>
                          <m:e>
                            <m:r>
                              <a:rPr lang="en-US" altLang="zh-TW" b="0" i="1" smtClean="0">
                                <a:latin typeface="Cambria Math" panose="02040503050406030204" pitchFamily="18" charset="0"/>
                                <a:ea typeface="新細明體" pitchFamily="-106" charset="-120"/>
                                <a:cs typeface="Times"/>
                              </a:rPr>
                              <m:t>𝐴</m:t>
                            </m:r>
                          </m:e>
                        </m:d>
                      </m:e>
                    </m:func>
                  </m:oMath>
                </a14:m>
                <a:endParaRPr lang="en-US" altLang="zh-TW" dirty="0">
                  <a:latin typeface="Corbel" panose="020B0503020204020204" pitchFamily="34" charset="0"/>
                  <a:ea typeface="新細明體" pitchFamily="-106" charset="-120"/>
                  <a:cs typeface="Times"/>
                </a:endParaRPr>
              </a:p>
              <a:p>
                <a:pPr>
                  <a:spcBef>
                    <a:spcPts val="1200"/>
                  </a:spcBef>
                </a:pPr>
                <a:endParaRPr lang="en-US" altLang="zh-TW" dirty="0">
                  <a:latin typeface="Corbel" panose="020B0503020204020204" pitchFamily="34" charset="0"/>
                  <a:ea typeface="新細明體" pitchFamily="-106" charset="-120"/>
                  <a:cs typeface="Times"/>
                </a:endParaRPr>
              </a:p>
            </p:txBody>
          </p:sp>
        </mc:Choice>
        <mc:Fallback xmlns="">
          <p:sp>
            <p:nvSpPr>
              <p:cNvPr id="592899" name="Rectangle 3"/>
              <p:cNvSpPr>
                <a:spLocks noGrp="1" noRot="1" noChangeAspect="1" noMove="1" noResize="1" noEditPoints="1" noAdjustHandles="1" noChangeArrowheads="1" noChangeShapeType="1" noTextEdit="1"/>
              </p:cNvSpPr>
              <p:nvPr>
                <p:ph idx="1"/>
              </p:nvPr>
            </p:nvSpPr>
            <p:spPr>
              <a:xfrm>
                <a:off x="2506133" y="1389743"/>
                <a:ext cx="7848600" cy="5083555"/>
              </a:xfrm>
              <a:blipFill>
                <a:blip r:embed="rId3"/>
                <a:stretch>
                  <a:fillRect l="-646"/>
                </a:stretch>
              </a:blipFill>
            </p:spPr>
            <p:txBody>
              <a:bodyPr/>
              <a:lstStyle/>
              <a:p>
                <a:r>
                  <a:rPr lang="en-GB">
                    <a:noFill/>
                  </a:rPr>
                  <a:t> </a:t>
                </a:r>
              </a:p>
            </p:txBody>
          </p:sp>
        </mc:Fallback>
      </mc:AlternateContent>
      <p:sp>
        <p:nvSpPr>
          <p:cNvPr id="5" name="Slide Number Placeholder 4"/>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28</a:t>
            </a:fld>
            <a:endParaRPr lang="en-US" altLang="zh-TW"/>
          </a:p>
        </p:txBody>
      </p:sp>
      <mc:AlternateContent xmlns:mc="http://schemas.openxmlformats.org/markup-compatibility/2006" xmlns:a14="http://schemas.microsoft.com/office/drawing/2010/main">
        <mc:Choice Requires="a14">
          <p:sp>
            <p:nvSpPr>
              <p:cNvPr id="2" name="Oval 1">
                <a:extLst>
                  <a:ext uri="{FF2B5EF4-FFF2-40B4-BE49-F238E27FC236}">
                    <a16:creationId xmlns:a16="http://schemas.microsoft.com/office/drawing/2014/main" id="{06CB1AAD-8842-9C4E-A7F2-9D667E930A9B}"/>
                  </a:ext>
                </a:extLst>
              </p:cNvPr>
              <p:cNvSpPr/>
              <p:nvPr/>
            </p:nvSpPr>
            <p:spPr>
              <a:xfrm>
                <a:off x="6477000" y="2438400"/>
                <a:ext cx="838200" cy="8382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800" i="1">
                          <a:solidFill>
                            <a:schemeClr val="tx1"/>
                          </a:solidFill>
                          <a:latin typeface="Cambria Math" panose="02040503050406030204" pitchFamily="18" charset="0"/>
                          <a:ea typeface="新細明體" pitchFamily="-106" charset="-120"/>
                          <a:cs typeface="Times"/>
                        </a:rPr>
                        <m:t>𝐴</m:t>
                      </m:r>
                    </m:oMath>
                  </m:oMathPara>
                </a14:m>
                <a:endParaRPr lang="en-US" sz="2800"/>
              </a:p>
            </p:txBody>
          </p:sp>
        </mc:Choice>
        <mc:Fallback xmlns="">
          <p:sp>
            <p:nvSpPr>
              <p:cNvPr id="2" name="Oval 1">
                <a:extLst>
                  <a:ext uri="{FF2B5EF4-FFF2-40B4-BE49-F238E27FC236}">
                    <a16:creationId xmlns:a16="http://schemas.microsoft.com/office/drawing/2014/main" id="{06CB1AAD-8842-9C4E-A7F2-9D667E930A9B}"/>
                  </a:ext>
                </a:extLst>
              </p:cNvPr>
              <p:cNvSpPr>
                <a:spLocks noRot="1" noChangeAspect="1" noMove="1" noResize="1" noEditPoints="1" noAdjustHandles="1" noChangeArrowheads="1" noChangeShapeType="1" noTextEdit="1"/>
              </p:cNvSpPr>
              <p:nvPr/>
            </p:nvSpPr>
            <p:spPr>
              <a:xfrm>
                <a:off x="6477000" y="2438400"/>
                <a:ext cx="838200" cy="838200"/>
              </a:xfrm>
              <a:prstGeom prst="ellipse">
                <a:avLst/>
              </a:prstGeom>
              <a:blipFill>
                <a:blip r:embed="rId4"/>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C67452D5-9970-5F41-B98C-7A9653AC26CA}"/>
                  </a:ext>
                </a:extLst>
              </p:cNvPr>
              <p:cNvSpPr/>
              <p:nvPr/>
            </p:nvSpPr>
            <p:spPr>
              <a:xfrm>
                <a:off x="8313057" y="2438400"/>
                <a:ext cx="838200" cy="8382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800" i="1">
                          <a:solidFill>
                            <a:schemeClr val="tx1"/>
                          </a:solidFill>
                          <a:latin typeface="Cambria Math" panose="02040503050406030204" pitchFamily="18" charset="0"/>
                          <a:ea typeface="新細明體" pitchFamily="-106" charset="-120"/>
                          <a:cs typeface="Times"/>
                        </a:rPr>
                        <m:t>𝐵</m:t>
                      </m:r>
                    </m:oMath>
                  </m:oMathPara>
                </a14:m>
                <a:endParaRPr lang="en-US" sz="2800"/>
              </a:p>
            </p:txBody>
          </p:sp>
        </mc:Choice>
        <mc:Fallback xmlns="">
          <p:sp>
            <p:nvSpPr>
              <p:cNvPr id="7" name="Oval 6">
                <a:extLst>
                  <a:ext uri="{FF2B5EF4-FFF2-40B4-BE49-F238E27FC236}">
                    <a16:creationId xmlns:a16="http://schemas.microsoft.com/office/drawing/2014/main" id="{C67452D5-9970-5F41-B98C-7A9653AC26CA}"/>
                  </a:ext>
                </a:extLst>
              </p:cNvPr>
              <p:cNvSpPr>
                <a:spLocks noRot="1" noChangeAspect="1" noMove="1" noResize="1" noEditPoints="1" noAdjustHandles="1" noChangeArrowheads="1" noChangeShapeType="1" noTextEdit="1"/>
              </p:cNvSpPr>
              <p:nvPr/>
            </p:nvSpPr>
            <p:spPr>
              <a:xfrm>
                <a:off x="8313057" y="2438400"/>
                <a:ext cx="838200" cy="838200"/>
              </a:xfrm>
              <a:prstGeom prst="ellipse">
                <a:avLst/>
              </a:prstGeom>
              <a:blipFill>
                <a:blip r:embed="rId5"/>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DC4B7A17-B1BA-E844-86F3-0DB4657B9379}"/>
                  </a:ext>
                </a:extLst>
              </p:cNvPr>
              <p:cNvSpPr/>
              <p:nvPr/>
            </p:nvSpPr>
            <p:spPr>
              <a:xfrm>
                <a:off x="7391400" y="3924300"/>
                <a:ext cx="838200" cy="8382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800" i="1">
                          <a:solidFill>
                            <a:schemeClr val="tx1"/>
                          </a:solidFill>
                          <a:latin typeface="Cambria Math" panose="02040503050406030204" pitchFamily="18" charset="0"/>
                          <a:ea typeface="新細明體" pitchFamily="-106" charset="-120"/>
                          <a:cs typeface="Times"/>
                        </a:rPr>
                        <m:t>𝐶</m:t>
                      </m:r>
                    </m:oMath>
                  </m:oMathPara>
                </a14:m>
                <a:endParaRPr lang="en-US" sz="2800"/>
              </a:p>
            </p:txBody>
          </p:sp>
        </mc:Choice>
        <mc:Fallback xmlns="">
          <p:sp>
            <p:nvSpPr>
              <p:cNvPr id="8" name="Oval 7">
                <a:extLst>
                  <a:ext uri="{FF2B5EF4-FFF2-40B4-BE49-F238E27FC236}">
                    <a16:creationId xmlns:a16="http://schemas.microsoft.com/office/drawing/2014/main" id="{DC4B7A17-B1BA-E844-86F3-0DB4657B9379}"/>
                  </a:ext>
                </a:extLst>
              </p:cNvPr>
              <p:cNvSpPr>
                <a:spLocks noRot="1" noChangeAspect="1" noMove="1" noResize="1" noEditPoints="1" noAdjustHandles="1" noChangeArrowheads="1" noChangeShapeType="1" noTextEdit="1"/>
              </p:cNvSpPr>
              <p:nvPr/>
            </p:nvSpPr>
            <p:spPr>
              <a:xfrm>
                <a:off x="7391400" y="3924300"/>
                <a:ext cx="838200" cy="838200"/>
              </a:xfrm>
              <a:prstGeom prst="ellipse">
                <a:avLst/>
              </a:prstGeom>
              <a:blipFill>
                <a:blip r:embed="rId6"/>
                <a:stretch>
                  <a:fillRect/>
                </a:stretch>
              </a:blipFill>
              <a:ln>
                <a:solidFill>
                  <a:schemeClr val="tx1"/>
                </a:solidFill>
              </a:ln>
            </p:spPr>
            <p:txBody>
              <a:bodyPr/>
              <a:lstStyle/>
              <a:p>
                <a:r>
                  <a:rPr lang="en-GB">
                    <a:noFill/>
                  </a:rPr>
                  <a:t> </a:t>
                </a:r>
              </a:p>
            </p:txBody>
          </p:sp>
        </mc:Fallback>
      </mc:AlternateContent>
      <p:cxnSp>
        <p:nvCxnSpPr>
          <p:cNvPr id="4" name="Straight Arrow Connector 3">
            <a:extLst>
              <a:ext uri="{FF2B5EF4-FFF2-40B4-BE49-F238E27FC236}">
                <a16:creationId xmlns:a16="http://schemas.microsoft.com/office/drawing/2014/main" id="{0FAAAEEA-980F-9444-9727-CFFCC896D79A}"/>
              </a:ext>
            </a:extLst>
          </p:cNvPr>
          <p:cNvCxnSpPr>
            <a:endCxn id="8" idx="1"/>
          </p:cNvCxnSpPr>
          <p:nvPr/>
        </p:nvCxnSpPr>
        <p:spPr>
          <a:xfrm>
            <a:off x="6896100" y="3276600"/>
            <a:ext cx="618052" cy="7704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ECC0BB5-D5E8-7640-898D-CF5A727B1CC1}"/>
              </a:ext>
            </a:extLst>
          </p:cNvPr>
          <p:cNvCxnSpPr>
            <a:cxnSpLocks/>
            <a:stCxn id="2" idx="6"/>
            <a:endCxn id="7" idx="2"/>
          </p:cNvCxnSpPr>
          <p:nvPr/>
        </p:nvCxnSpPr>
        <p:spPr>
          <a:xfrm>
            <a:off x="7315201" y="2857500"/>
            <a:ext cx="99785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Oval 13">
                <a:extLst>
                  <a:ext uri="{FF2B5EF4-FFF2-40B4-BE49-F238E27FC236}">
                    <a16:creationId xmlns:a16="http://schemas.microsoft.com/office/drawing/2014/main" id="{93A241F9-79A2-BE43-9BD9-C12F4B6767CB}"/>
                  </a:ext>
                </a:extLst>
              </p:cNvPr>
              <p:cNvSpPr/>
              <p:nvPr/>
            </p:nvSpPr>
            <p:spPr>
              <a:xfrm>
                <a:off x="3878943" y="5871635"/>
                <a:ext cx="838200" cy="8382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800" i="1">
                          <a:solidFill>
                            <a:schemeClr val="tx1"/>
                          </a:solidFill>
                          <a:latin typeface="Cambria Math" panose="02040503050406030204" pitchFamily="18" charset="0"/>
                          <a:ea typeface="新細明體" pitchFamily="-106" charset="-120"/>
                          <a:cs typeface="Times"/>
                        </a:rPr>
                        <m:t>𝐴</m:t>
                      </m:r>
                    </m:oMath>
                  </m:oMathPara>
                </a14:m>
                <a:endParaRPr lang="en-US" sz="2800"/>
              </a:p>
            </p:txBody>
          </p:sp>
        </mc:Choice>
        <mc:Fallback xmlns="">
          <p:sp>
            <p:nvSpPr>
              <p:cNvPr id="14" name="Oval 13">
                <a:extLst>
                  <a:ext uri="{FF2B5EF4-FFF2-40B4-BE49-F238E27FC236}">
                    <a16:creationId xmlns:a16="http://schemas.microsoft.com/office/drawing/2014/main" id="{93A241F9-79A2-BE43-9BD9-C12F4B6767CB}"/>
                  </a:ext>
                </a:extLst>
              </p:cNvPr>
              <p:cNvSpPr>
                <a:spLocks noRot="1" noChangeAspect="1" noMove="1" noResize="1" noEditPoints="1" noAdjustHandles="1" noChangeArrowheads="1" noChangeShapeType="1" noTextEdit="1"/>
              </p:cNvSpPr>
              <p:nvPr/>
            </p:nvSpPr>
            <p:spPr>
              <a:xfrm>
                <a:off x="3878943" y="5871635"/>
                <a:ext cx="838200" cy="838200"/>
              </a:xfrm>
              <a:prstGeom prst="ellipse">
                <a:avLst/>
              </a:prstGeom>
              <a:blipFill>
                <a:blip r:embed="rId7"/>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Oval 14">
                <a:extLst>
                  <a:ext uri="{FF2B5EF4-FFF2-40B4-BE49-F238E27FC236}">
                    <a16:creationId xmlns:a16="http://schemas.microsoft.com/office/drawing/2014/main" id="{F68CC3BF-7EEF-CE49-8116-1277F20989EC}"/>
                  </a:ext>
                </a:extLst>
              </p:cNvPr>
              <p:cNvSpPr/>
              <p:nvPr/>
            </p:nvSpPr>
            <p:spPr>
              <a:xfrm>
                <a:off x="5192486" y="5871635"/>
                <a:ext cx="838200" cy="8382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800" i="1">
                          <a:solidFill>
                            <a:schemeClr val="tx1"/>
                          </a:solidFill>
                          <a:latin typeface="Cambria Math" panose="02040503050406030204" pitchFamily="18" charset="0"/>
                          <a:ea typeface="新細明體" pitchFamily="-106" charset="-120"/>
                          <a:cs typeface="Times"/>
                        </a:rPr>
                        <m:t>𝐵</m:t>
                      </m:r>
                    </m:oMath>
                  </m:oMathPara>
                </a14:m>
                <a:endParaRPr lang="en-US" sz="2800"/>
              </a:p>
            </p:txBody>
          </p:sp>
        </mc:Choice>
        <mc:Fallback xmlns="">
          <p:sp>
            <p:nvSpPr>
              <p:cNvPr id="15" name="Oval 14">
                <a:extLst>
                  <a:ext uri="{FF2B5EF4-FFF2-40B4-BE49-F238E27FC236}">
                    <a16:creationId xmlns:a16="http://schemas.microsoft.com/office/drawing/2014/main" id="{F68CC3BF-7EEF-CE49-8116-1277F20989EC}"/>
                  </a:ext>
                </a:extLst>
              </p:cNvPr>
              <p:cNvSpPr>
                <a:spLocks noRot="1" noChangeAspect="1" noMove="1" noResize="1" noEditPoints="1" noAdjustHandles="1" noChangeArrowheads="1" noChangeShapeType="1" noTextEdit="1"/>
              </p:cNvSpPr>
              <p:nvPr/>
            </p:nvSpPr>
            <p:spPr>
              <a:xfrm>
                <a:off x="5192486" y="5871635"/>
                <a:ext cx="838200" cy="838200"/>
              </a:xfrm>
              <a:prstGeom prst="ellipse">
                <a:avLst/>
              </a:prstGeom>
              <a:blipFill>
                <a:blip r:embed="rId8"/>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Oval 15">
                <a:extLst>
                  <a:ext uri="{FF2B5EF4-FFF2-40B4-BE49-F238E27FC236}">
                    <a16:creationId xmlns:a16="http://schemas.microsoft.com/office/drawing/2014/main" id="{5A7C507D-7D5B-E342-A4FB-87C703C49034}"/>
                  </a:ext>
                </a:extLst>
              </p:cNvPr>
              <p:cNvSpPr/>
              <p:nvPr/>
            </p:nvSpPr>
            <p:spPr>
              <a:xfrm>
                <a:off x="6506633" y="5873449"/>
                <a:ext cx="838200" cy="8382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800" i="1">
                          <a:solidFill>
                            <a:schemeClr val="tx1"/>
                          </a:solidFill>
                          <a:latin typeface="Cambria Math" panose="02040503050406030204" pitchFamily="18" charset="0"/>
                          <a:ea typeface="新細明體" pitchFamily="-106" charset="-120"/>
                          <a:cs typeface="Times"/>
                        </a:rPr>
                        <m:t>𝐶</m:t>
                      </m:r>
                    </m:oMath>
                  </m:oMathPara>
                </a14:m>
                <a:endParaRPr lang="en-US" sz="2800"/>
              </a:p>
            </p:txBody>
          </p:sp>
        </mc:Choice>
        <mc:Fallback xmlns="">
          <p:sp>
            <p:nvSpPr>
              <p:cNvPr id="16" name="Oval 15">
                <a:extLst>
                  <a:ext uri="{FF2B5EF4-FFF2-40B4-BE49-F238E27FC236}">
                    <a16:creationId xmlns:a16="http://schemas.microsoft.com/office/drawing/2014/main" id="{5A7C507D-7D5B-E342-A4FB-87C703C49034}"/>
                  </a:ext>
                </a:extLst>
              </p:cNvPr>
              <p:cNvSpPr>
                <a:spLocks noRot="1" noChangeAspect="1" noMove="1" noResize="1" noEditPoints="1" noAdjustHandles="1" noChangeArrowheads="1" noChangeShapeType="1" noTextEdit="1"/>
              </p:cNvSpPr>
              <p:nvPr/>
            </p:nvSpPr>
            <p:spPr>
              <a:xfrm>
                <a:off x="6506633" y="5873449"/>
                <a:ext cx="838200" cy="838200"/>
              </a:xfrm>
              <a:prstGeom prst="ellipse">
                <a:avLst/>
              </a:prstGeom>
              <a:blipFill>
                <a:blip r:embed="rId9"/>
                <a:stretch>
                  <a:fillRect/>
                </a:stretch>
              </a:blipFill>
              <a:ln>
                <a:solidFill>
                  <a:schemeClr val="tx1"/>
                </a:solidFill>
              </a:ln>
            </p:spPr>
            <p:txBody>
              <a:bodyPr/>
              <a:lstStyle/>
              <a:p>
                <a:r>
                  <a:rPr lang="en-GB">
                    <a:noFill/>
                  </a:rPr>
                  <a:t> </a:t>
                </a:r>
              </a:p>
            </p:txBody>
          </p:sp>
        </mc:Fallback>
      </mc:AlternateContent>
      <p:cxnSp>
        <p:nvCxnSpPr>
          <p:cNvPr id="17" name="Straight Arrow Connector 16">
            <a:extLst>
              <a:ext uri="{FF2B5EF4-FFF2-40B4-BE49-F238E27FC236}">
                <a16:creationId xmlns:a16="http://schemas.microsoft.com/office/drawing/2014/main" id="{A39428F5-F337-6F4D-AD5A-D53AB408DBE8}"/>
              </a:ext>
            </a:extLst>
          </p:cNvPr>
          <p:cNvCxnSpPr>
            <a:cxnSpLocks/>
            <a:stCxn id="14" idx="6"/>
            <a:endCxn id="15" idx="2"/>
          </p:cNvCxnSpPr>
          <p:nvPr/>
        </p:nvCxnSpPr>
        <p:spPr>
          <a:xfrm>
            <a:off x="4717144" y="6290735"/>
            <a:ext cx="47534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7BEA16B-3904-0D4A-A5E4-A457D28EA584}"/>
              </a:ext>
            </a:extLst>
          </p:cNvPr>
          <p:cNvCxnSpPr>
            <a:cxnSpLocks/>
            <a:stCxn id="15" idx="6"/>
            <a:endCxn id="16" idx="2"/>
          </p:cNvCxnSpPr>
          <p:nvPr/>
        </p:nvCxnSpPr>
        <p:spPr>
          <a:xfrm>
            <a:off x="6030687" y="6290735"/>
            <a:ext cx="475947" cy="18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220C8BFD-2F7A-C74C-9487-9DBF955B809D}"/>
                  </a:ext>
                </a:extLst>
              </p:cNvPr>
              <p:cNvSpPr txBox="1"/>
              <p:nvPr/>
            </p:nvSpPr>
            <p:spPr>
              <a:xfrm>
                <a:off x="2336506" y="2291861"/>
                <a:ext cx="3963595" cy="1477328"/>
              </a:xfrm>
              <a:prstGeom prst="rect">
                <a:avLst/>
              </a:prstGeom>
              <a:noFill/>
            </p:spPr>
            <p:txBody>
              <a:bodyPr wrap="square" rtlCol="0">
                <a:spAutoFit/>
              </a:bodyPr>
              <a:lstStyle/>
              <a:p>
                <a:r>
                  <a:rPr lang="en-US" dirty="0"/>
                  <a:t>Conditionally independent effects:</a:t>
                </a:r>
              </a:p>
              <a:p>
                <a:r>
                  <a:rPr lang="en-US" b="0" dirty="0"/>
                  <a:t>“A disease can cause two independent tests to be positive”</a:t>
                </a:r>
              </a:p>
              <a:p>
                <a:endParaRPr lang="en-US" b="0" dirty="0"/>
              </a:p>
              <a:p>
                <a:r>
                  <a:rPr lang="en-US" b="0" dirty="0"/>
                  <a:t>(in logic: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𝐶</m:t>
                    </m:r>
                  </m:oMath>
                </a14:m>
                <a:r>
                  <a:rPr lang="en-US" b="0" dirty="0"/>
                  <a:t>)</a:t>
                </a:r>
              </a:p>
            </p:txBody>
          </p:sp>
        </mc:Choice>
        <mc:Fallback xmlns="">
          <p:sp>
            <p:nvSpPr>
              <p:cNvPr id="22" name="TextBox 21">
                <a:extLst>
                  <a:ext uri="{FF2B5EF4-FFF2-40B4-BE49-F238E27FC236}">
                    <a16:creationId xmlns:a16="http://schemas.microsoft.com/office/drawing/2014/main" id="{220C8BFD-2F7A-C74C-9487-9DBF955B809D}"/>
                  </a:ext>
                </a:extLst>
              </p:cNvPr>
              <p:cNvSpPr txBox="1">
                <a:spLocks noRot="1" noChangeAspect="1" noMove="1" noResize="1" noEditPoints="1" noAdjustHandles="1" noChangeArrowheads="1" noChangeShapeType="1" noTextEdit="1"/>
              </p:cNvSpPr>
              <p:nvPr/>
            </p:nvSpPr>
            <p:spPr>
              <a:xfrm>
                <a:off x="2336506" y="2291861"/>
                <a:ext cx="3963595" cy="1477328"/>
              </a:xfrm>
              <a:prstGeom prst="rect">
                <a:avLst/>
              </a:prstGeom>
              <a:blipFill>
                <a:blip r:embed="rId10"/>
                <a:stretch>
                  <a:fillRect l="-958" t="-1709" b="-5983"/>
                </a:stretch>
              </a:blipFill>
            </p:spPr>
            <p:txBody>
              <a:bodyPr/>
              <a:lstStyle/>
              <a:p>
                <a:r>
                  <a:rPr lang="en-GB">
                    <a:noFill/>
                  </a:rPr>
                  <a:t> </a:t>
                </a:r>
              </a:p>
            </p:txBody>
          </p:sp>
        </mc:Fallback>
      </mc:AlternateContent>
    </p:spTree>
    <p:extLst>
      <p:ext uri="{BB962C8B-B14F-4D97-AF65-F5344CB8AC3E}">
        <p14:creationId xmlns:p14="http://schemas.microsoft.com/office/powerpoint/2010/main" val="4509461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22" name="Rectangle 2"/>
          <p:cNvSpPr>
            <a:spLocks noGrp="1" noChangeArrowheads="1"/>
          </p:cNvSpPr>
          <p:nvPr>
            <p:ph type="title"/>
          </p:nvPr>
        </p:nvSpPr>
        <p:spPr>
          <a:xfrm>
            <a:off x="2506134" y="457202"/>
            <a:ext cx="7704667" cy="914399"/>
          </a:xfrm>
        </p:spPr>
        <p:txBody>
          <a:bodyPr/>
          <a:lstStyle/>
          <a:p>
            <a:r>
              <a:rPr lang="en-US" altLang="zh-TW">
                <a:ea typeface="新細明體" pitchFamily="-106" charset="-120"/>
                <a:cs typeface="新細明體" pitchFamily="-106" charset="-120"/>
              </a:rPr>
              <a:t>Example With More Variables</a:t>
            </a:r>
          </a:p>
        </p:txBody>
      </p:sp>
      <mc:AlternateContent xmlns:mc="http://schemas.openxmlformats.org/markup-compatibility/2006" xmlns:a14="http://schemas.microsoft.com/office/drawing/2010/main">
        <mc:Choice Requires="a14">
          <p:sp>
            <p:nvSpPr>
              <p:cNvPr id="593923" name="Rectangle 3"/>
              <p:cNvSpPr>
                <a:spLocks noGrp="1" noChangeArrowheads="1"/>
              </p:cNvSpPr>
              <p:nvPr>
                <p:ph idx="1"/>
              </p:nvPr>
            </p:nvSpPr>
            <p:spPr>
              <a:xfrm>
                <a:off x="2506133" y="1197999"/>
                <a:ext cx="8305800" cy="5257800"/>
              </a:xfrm>
            </p:spPr>
            <p:txBody>
              <a:bodyPr>
                <a:normAutofit/>
              </a:bodyPr>
              <a:lstStyle/>
              <a:p>
                <a:pPr>
                  <a:spcBef>
                    <a:spcPts val="1200"/>
                  </a:spcBef>
                </a:pPr>
                <a:r>
                  <a:rPr lang="en-US" altLang="zh-TW" sz="2800" dirty="0">
                    <a:latin typeface="Corbel" panose="020B0503020204020204" pitchFamily="34" charset="0"/>
                    <a:ea typeface="新細明體" pitchFamily="-106" charset="-120"/>
                    <a:cs typeface="Times"/>
                  </a:rPr>
                  <a:t>I'm at work </a:t>
                </a:r>
              </a:p>
              <a:p>
                <a:pPr lvl="1">
                  <a:spcBef>
                    <a:spcPts val="1200"/>
                  </a:spcBef>
                </a:pPr>
                <a:r>
                  <a:rPr lang="en-US" altLang="zh-TW" sz="2400" dirty="0">
                    <a:latin typeface="Corbel" panose="020B0503020204020204" pitchFamily="34" charset="0"/>
                    <a:ea typeface="新細明體" pitchFamily="-106" charset="-120"/>
                    <a:cs typeface="Times"/>
                  </a:rPr>
                  <a:t>neighbor John calls to say my house alarm is ringing</a:t>
                </a:r>
              </a:p>
              <a:p>
                <a:pPr lvl="1">
                  <a:spcBef>
                    <a:spcPts val="1200"/>
                  </a:spcBef>
                </a:pPr>
                <a:r>
                  <a:rPr lang="en-US" altLang="zh-TW" sz="2400" dirty="0">
                    <a:latin typeface="Corbel" panose="020B0503020204020204" pitchFamily="34" charset="0"/>
                    <a:ea typeface="新細明體" pitchFamily="-106" charset="-120"/>
                    <a:cs typeface="Times"/>
                  </a:rPr>
                  <a:t>neighbor Mary doesn't call </a:t>
                </a:r>
              </a:p>
              <a:p>
                <a:pPr lvl="1">
                  <a:spcBef>
                    <a:spcPts val="1200"/>
                  </a:spcBef>
                </a:pPr>
                <a:r>
                  <a:rPr lang="en-US" altLang="zh-TW" sz="2400" dirty="0">
                    <a:latin typeface="Corbel" panose="020B0503020204020204" pitchFamily="34" charset="0"/>
                    <a:ea typeface="新細明體" pitchFamily="-106" charset="-120"/>
                    <a:cs typeface="Times"/>
                  </a:rPr>
                  <a:t>Alarm sometimes set off by minor earthquake. </a:t>
                </a:r>
              </a:p>
              <a:p>
                <a:pPr lvl="1">
                  <a:spcBef>
                    <a:spcPts val="1200"/>
                  </a:spcBef>
                </a:pPr>
                <a:r>
                  <a:rPr lang="en-US" altLang="zh-TW" sz="2400" dirty="0">
                    <a:latin typeface="Corbel" panose="020B0503020204020204" pitchFamily="34" charset="0"/>
                    <a:ea typeface="新細明體" pitchFamily="-106" charset="-120"/>
                    <a:cs typeface="Times"/>
                  </a:rPr>
                  <a:t>Is there a burglar?</a:t>
                </a:r>
              </a:p>
              <a:p>
                <a:pPr>
                  <a:spcBef>
                    <a:spcPts val="1200"/>
                  </a:spcBef>
                </a:pPr>
                <a:r>
                  <a:rPr lang="en-US" altLang="zh-TW" sz="2800" dirty="0">
                    <a:latin typeface="Corbel" panose="020B0503020204020204" pitchFamily="34" charset="0"/>
                    <a:ea typeface="新細明體" pitchFamily="-106" charset="-120"/>
                    <a:cs typeface="Times"/>
                  </a:rPr>
                  <a:t>Variables: </a:t>
                </a:r>
                <a14:m>
                  <m:oMath xmlns:m="http://schemas.openxmlformats.org/officeDocument/2006/math">
                    <m:r>
                      <a:rPr lang="en-US" altLang="zh-TW" sz="2800" i="1">
                        <a:latin typeface="Cambria Math" panose="02040503050406030204" pitchFamily="18" charset="0"/>
                        <a:ea typeface="新細明體" pitchFamily="-106" charset="-120"/>
                        <a:cs typeface="Times"/>
                      </a:rPr>
                      <m:t>𝐵</m:t>
                    </m:r>
                  </m:oMath>
                </a14:m>
                <a:r>
                  <a:rPr lang="en-US" altLang="zh-TW" sz="2800" dirty="0">
                    <a:latin typeface="Corbel" panose="020B0503020204020204" pitchFamily="34" charset="0"/>
                    <a:ea typeface="新細明體" pitchFamily="-106" charset="-120"/>
                    <a:cs typeface="Times"/>
                  </a:rPr>
                  <a:t>, </a:t>
                </a:r>
                <a14:m>
                  <m:oMath xmlns:m="http://schemas.openxmlformats.org/officeDocument/2006/math">
                    <m:r>
                      <a:rPr lang="en-US" altLang="zh-TW" sz="2800" i="1">
                        <a:latin typeface="Cambria Math" panose="02040503050406030204" pitchFamily="18" charset="0"/>
                        <a:ea typeface="新細明體" pitchFamily="-106" charset="-120"/>
                        <a:cs typeface="Times"/>
                      </a:rPr>
                      <m:t>𝐸</m:t>
                    </m:r>
                  </m:oMath>
                </a14:m>
                <a:r>
                  <a:rPr lang="en-US" altLang="zh-TW" sz="2800" dirty="0">
                    <a:latin typeface="Corbel" panose="020B0503020204020204" pitchFamily="34" charset="0"/>
                    <a:ea typeface="新細明體" pitchFamily="-106" charset="-120"/>
                    <a:cs typeface="Times"/>
                  </a:rPr>
                  <a:t>, </a:t>
                </a:r>
                <a14:m>
                  <m:oMath xmlns:m="http://schemas.openxmlformats.org/officeDocument/2006/math">
                    <m:r>
                      <a:rPr lang="en-US" altLang="zh-TW" sz="2800" i="1">
                        <a:latin typeface="Cambria Math" panose="02040503050406030204" pitchFamily="18" charset="0"/>
                        <a:ea typeface="新細明體" pitchFamily="-106" charset="-120"/>
                        <a:cs typeface="Times"/>
                      </a:rPr>
                      <m:t>𝐴</m:t>
                    </m:r>
                  </m:oMath>
                </a14:m>
                <a:r>
                  <a:rPr lang="en-US" altLang="zh-TW" sz="2800" dirty="0">
                    <a:latin typeface="Corbel" panose="020B0503020204020204" pitchFamily="34" charset="0"/>
                    <a:ea typeface="新細明體" pitchFamily="-106" charset="-120"/>
                    <a:cs typeface="Times"/>
                  </a:rPr>
                  <a:t>, </a:t>
                </a:r>
                <a14:m>
                  <m:oMath xmlns:m="http://schemas.openxmlformats.org/officeDocument/2006/math">
                    <m:r>
                      <a:rPr lang="en-US" altLang="zh-TW" sz="2800" i="1">
                        <a:latin typeface="Cambria Math" panose="02040503050406030204" pitchFamily="18" charset="0"/>
                        <a:ea typeface="新細明體" pitchFamily="-106" charset="-120"/>
                        <a:cs typeface="Times"/>
                      </a:rPr>
                      <m:t>𝐽</m:t>
                    </m:r>
                  </m:oMath>
                </a14:m>
                <a:r>
                  <a:rPr lang="en-US" altLang="zh-TW" sz="2800" dirty="0">
                    <a:latin typeface="Corbel" panose="020B0503020204020204" pitchFamily="34" charset="0"/>
                    <a:ea typeface="新細明體" pitchFamily="-106" charset="-120"/>
                    <a:cs typeface="Times"/>
                  </a:rPr>
                  <a:t>, </a:t>
                </a:r>
                <a14:m>
                  <m:oMath xmlns:m="http://schemas.openxmlformats.org/officeDocument/2006/math">
                    <m:r>
                      <a:rPr lang="en-US" altLang="zh-TW" sz="2800" i="1">
                        <a:latin typeface="Cambria Math" panose="02040503050406030204" pitchFamily="18" charset="0"/>
                        <a:ea typeface="新細明體" pitchFamily="-106" charset="-120"/>
                        <a:cs typeface="Times"/>
                      </a:rPr>
                      <m:t>𝑀</m:t>
                    </m:r>
                  </m:oMath>
                </a14:m>
                <a:endParaRPr lang="en-US" altLang="zh-TW" sz="2800" dirty="0">
                  <a:latin typeface="Corbel" panose="020B0503020204020204" pitchFamily="34" charset="0"/>
                  <a:ea typeface="新細明體" pitchFamily="-106" charset="-120"/>
                  <a:cs typeface="Times"/>
                </a:endParaRPr>
              </a:p>
              <a:p>
                <a:pPr>
                  <a:spcBef>
                    <a:spcPts val="1200"/>
                  </a:spcBef>
                </a:pPr>
                <a:r>
                  <a:rPr lang="en-US" altLang="zh-TW" sz="2800" dirty="0">
                    <a:latin typeface="Corbel" panose="020B0503020204020204" pitchFamily="34" charset="0"/>
                    <a:ea typeface="新細明體" pitchFamily="-106" charset="-120"/>
                    <a:cs typeface="Times"/>
                  </a:rPr>
                  <a:t>5 binary variables: joint distribution table size </a:t>
                </a:r>
                <a14:m>
                  <m:oMath xmlns:m="http://schemas.openxmlformats.org/officeDocument/2006/math">
                    <m:sSup>
                      <m:sSupPr>
                        <m:ctrlPr>
                          <a:rPr lang="en-US" altLang="zh-TW" b="0" i="1" smtClean="0">
                            <a:latin typeface="Cambria Math" panose="02040503050406030204" pitchFamily="18" charset="0"/>
                            <a:ea typeface="新細明體" pitchFamily="-106" charset="-120"/>
                            <a:cs typeface="Times"/>
                          </a:rPr>
                        </m:ctrlPr>
                      </m:sSupPr>
                      <m:e>
                        <m:r>
                          <a:rPr lang="en-US" altLang="zh-TW" b="0" i="1" smtClean="0">
                            <a:latin typeface="Cambria Math" panose="02040503050406030204" pitchFamily="18" charset="0"/>
                            <a:ea typeface="新細明體" pitchFamily="-106" charset="-120"/>
                            <a:cs typeface="Times"/>
                          </a:rPr>
                          <m:t>2</m:t>
                        </m:r>
                      </m:e>
                      <m:sup>
                        <m:r>
                          <a:rPr lang="en-US" altLang="zh-TW" b="0" i="1" smtClean="0">
                            <a:latin typeface="Cambria Math" panose="02040503050406030204" pitchFamily="18" charset="0"/>
                            <a:ea typeface="新細明體" pitchFamily="-106" charset="-120"/>
                            <a:cs typeface="Times"/>
                          </a:rPr>
                          <m:t>5</m:t>
                        </m:r>
                      </m:sup>
                    </m:sSup>
                    <m:r>
                      <a:rPr lang="en-US" altLang="zh-TW" b="0" i="1" smtClean="0">
                        <a:latin typeface="Cambria Math" panose="02040503050406030204" pitchFamily="18" charset="0"/>
                        <a:ea typeface="新細明體" pitchFamily="-106" charset="-120"/>
                        <a:cs typeface="Times"/>
                      </a:rPr>
                      <m:t>−1</m:t>
                    </m:r>
                  </m:oMath>
                </a14:m>
                <a:r>
                  <a:rPr lang="en-US" altLang="zh-TW" sz="2400" dirty="0">
                    <a:latin typeface="Corbel" panose="020B0503020204020204" pitchFamily="34" charset="0"/>
                    <a:ea typeface="新細明體" pitchFamily="-106" charset="-120"/>
                    <a:cs typeface="Times"/>
                  </a:rPr>
                  <a:t> </a:t>
                </a:r>
              </a:p>
              <a:p>
                <a:pPr>
                  <a:spcBef>
                    <a:spcPts val="1200"/>
                  </a:spcBef>
                </a:pPr>
                <a:r>
                  <a:rPr lang="en-US" altLang="zh-TW" sz="2800" dirty="0">
                    <a:latin typeface="Corbel" panose="020B0503020204020204" pitchFamily="34" charset="0"/>
                    <a:ea typeface="新細明體" pitchFamily="-106" charset="-120"/>
                    <a:cs typeface="Times"/>
                  </a:rPr>
                  <a:t>Exploit domain knowledge </a:t>
                </a:r>
                <a14:m>
                  <m:oMath xmlns:m="http://schemas.openxmlformats.org/officeDocument/2006/math">
                    <m:r>
                      <a:rPr lang="en-US" altLang="zh-TW" sz="2800" i="1">
                        <a:latin typeface="Cambria Math" panose="02040503050406030204" pitchFamily="18" charset="0"/>
                        <a:ea typeface="新細明體" pitchFamily="-106" charset="-120"/>
                        <a:cs typeface="Times"/>
                      </a:rPr>
                      <m:t>→</m:t>
                    </m:r>
                  </m:oMath>
                </a14:m>
                <a:r>
                  <a:rPr lang="en-US" altLang="zh-TW" sz="2800" dirty="0">
                    <a:latin typeface="Corbel" panose="020B0503020204020204" pitchFamily="34" charset="0"/>
                    <a:ea typeface="新細明體" pitchFamily="-106" charset="-120"/>
                    <a:cs typeface="Times"/>
                  </a:rPr>
                  <a:t> smaller representation.</a:t>
                </a:r>
              </a:p>
            </p:txBody>
          </p:sp>
        </mc:Choice>
        <mc:Fallback xmlns="">
          <p:sp>
            <p:nvSpPr>
              <p:cNvPr id="593923" name="Rectangle 3"/>
              <p:cNvSpPr>
                <a:spLocks noGrp="1" noRot="1" noChangeAspect="1" noMove="1" noResize="1" noEditPoints="1" noAdjustHandles="1" noChangeArrowheads="1" noChangeShapeType="1" noTextEdit="1"/>
              </p:cNvSpPr>
              <p:nvPr>
                <p:ph idx="1"/>
              </p:nvPr>
            </p:nvSpPr>
            <p:spPr>
              <a:xfrm>
                <a:off x="2506133" y="1197999"/>
                <a:ext cx="8305800" cy="5257800"/>
              </a:xfrm>
              <a:blipFill>
                <a:blip r:embed="rId3"/>
                <a:stretch>
                  <a:fillRect l="-458" t="-1205" r="-1221"/>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29</a:t>
            </a:fld>
            <a:endParaRPr lang="en-US" altLang="zh-TW"/>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30</a:t>
            </a:fld>
            <a:endParaRPr lang="en-US" altLang="zh-TW"/>
          </a:p>
        </p:txBody>
      </p:sp>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3D3439E9-9FB1-2A4A-AB30-CC7B0D7A7248}"/>
                  </a:ext>
                </a:extLst>
              </p:cNvPr>
              <p:cNvSpPr/>
              <p:nvPr/>
            </p:nvSpPr>
            <p:spPr>
              <a:xfrm>
                <a:off x="3429000" y="762000"/>
                <a:ext cx="2057400" cy="8382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800" i="1">
                          <a:solidFill>
                            <a:schemeClr val="tx1"/>
                          </a:solidFill>
                          <a:latin typeface="Cambria Math" panose="02040503050406030204" pitchFamily="18" charset="0"/>
                          <a:ea typeface="新細明體" pitchFamily="-106" charset="-120"/>
                          <a:cs typeface="Times"/>
                        </a:rPr>
                        <m:t>𝐵𝑢𝑟𝑔𝑙𝑎𝑟𝑦</m:t>
                      </m:r>
                    </m:oMath>
                  </m:oMathPara>
                </a14:m>
                <a:endParaRPr lang="en-US" sz="2800"/>
              </a:p>
            </p:txBody>
          </p:sp>
        </mc:Choice>
        <mc:Fallback xmlns="">
          <p:sp>
            <p:nvSpPr>
              <p:cNvPr id="7" name="Oval 6">
                <a:extLst>
                  <a:ext uri="{FF2B5EF4-FFF2-40B4-BE49-F238E27FC236}">
                    <a16:creationId xmlns:a16="http://schemas.microsoft.com/office/drawing/2014/main" id="{3D3439E9-9FB1-2A4A-AB30-CC7B0D7A7248}"/>
                  </a:ext>
                </a:extLst>
              </p:cNvPr>
              <p:cNvSpPr>
                <a:spLocks noRot="1" noChangeAspect="1" noMove="1" noResize="1" noEditPoints="1" noAdjustHandles="1" noChangeArrowheads="1" noChangeShapeType="1" noTextEdit="1"/>
              </p:cNvSpPr>
              <p:nvPr/>
            </p:nvSpPr>
            <p:spPr>
              <a:xfrm>
                <a:off x="3429000" y="762000"/>
                <a:ext cx="2057400" cy="838200"/>
              </a:xfrm>
              <a:prstGeom prst="ellipse">
                <a:avLst/>
              </a:prstGeom>
              <a:blipFill>
                <a:blip r:embed="rId3"/>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BDFA885B-A053-4E4F-B48D-AB0527CDCD51}"/>
                  </a:ext>
                </a:extLst>
              </p:cNvPr>
              <p:cNvSpPr/>
              <p:nvPr/>
            </p:nvSpPr>
            <p:spPr>
              <a:xfrm>
                <a:off x="6858000" y="762000"/>
                <a:ext cx="2362200" cy="8382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800" i="1">
                          <a:solidFill>
                            <a:schemeClr val="tx1"/>
                          </a:solidFill>
                          <a:latin typeface="Cambria Math" panose="02040503050406030204" pitchFamily="18" charset="0"/>
                          <a:ea typeface="新細明體" pitchFamily="-106" charset="-120"/>
                          <a:cs typeface="Times"/>
                        </a:rPr>
                        <m:t>𝐸𝑎𝑟𝑡h𝑞𝑢𝑎𝑘𝑒</m:t>
                      </m:r>
                    </m:oMath>
                  </m:oMathPara>
                </a14:m>
                <a:endParaRPr lang="en-US" sz="2800"/>
              </a:p>
            </p:txBody>
          </p:sp>
        </mc:Choice>
        <mc:Fallback xmlns="">
          <p:sp>
            <p:nvSpPr>
              <p:cNvPr id="8" name="Oval 7">
                <a:extLst>
                  <a:ext uri="{FF2B5EF4-FFF2-40B4-BE49-F238E27FC236}">
                    <a16:creationId xmlns:a16="http://schemas.microsoft.com/office/drawing/2014/main" id="{BDFA885B-A053-4E4F-B48D-AB0527CDCD51}"/>
                  </a:ext>
                </a:extLst>
              </p:cNvPr>
              <p:cNvSpPr>
                <a:spLocks noRot="1" noChangeAspect="1" noMove="1" noResize="1" noEditPoints="1" noAdjustHandles="1" noChangeArrowheads="1" noChangeShapeType="1" noTextEdit="1"/>
              </p:cNvSpPr>
              <p:nvPr/>
            </p:nvSpPr>
            <p:spPr>
              <a:xfrm>
                <a:off x="6858000" y="762000"/>
                <a:ext cx="2362200" cy="838200"/>
              </a:xfrm>
              <a:prstGeom prst="ellipse">
                <a:avLst/>
              </a:prstGeom>
              <a:blipFill>
                <a:blip r:embed="rId4"/>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08593FEF-5CA9-5949-AA6E-39D2CD6609B5}"/>
                  </a:ext>
                </a:extLst>
              </p:cNvPr>
              <p:cNvSpPr/>
              <p:nvPr/>
            </p:nvSpPr>
            <p:spPr>
              <a:xfrm>
                <a:off x="5943600" y="2819400"/>
                <a:ext cx="1752600" cy="8382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800" i="1">
                          <a:solidFill>
                            <a:schemeClr val="tx1"/>
                          </a:solidFill>
                          <a:latin typeface="Cambria Math" panose="02040503050406030204" pitchFamily="18" charset="0"/>
                          <a:ea typeface="新細明體" pitchFamily="-106" charset="-120"/>
                          <a:cs typeface="Times"/>
                        </a:rPr>
                        <m:t>𝐴𝑙𝑎𝑟𝑚</m:t>
                      </m:r>
                    </m:oMath>
                  </m:oMathPara>
                </a14:m>
                <a:endParaRPr lang="en-US" sz="2800"/>
              </a:p>
            </p:txBody>
          </p:sp>
        </mc:Choice>
        <mc:Fallback xmlns="">
          <p:sp>
            <p:nvSpPr>
              <p:cNvPr id="9" name="Oval 8">
                <a:extLst>
                  <a:ext uri="{FF2B5EF4-FFF2-40B4-BE49-F238E27FC236}">
                    <a16:creationId xmlns:a16="http://schemas.microsoft.com/office/drawing/2014/main" id="{08593FEF-5CA9-5949-AA6E-39D2CD6609B5}"/>
                  </a:ext>
                </a:extLst>
              </p:cNvPr>
              <p:cNvSpPr>
                <a:spLocks noRot="1" noChangeAspect="1" noMove="1" noResize="1" noEditPoints="1" noAdjustHandles="1" noChangeArrowheads="1" noChangeShapeType="1" noTextEdit="1"/>
              </p:cNvSpPr>
              <p:nvPr/>
            </p:nvSpPr>
            <p:spPr>
              <a:xfrm>
                <a:off x="5943600" y="2819400"/>
                <a:ext cx="1752600" cy="838200"/>
              </a:xfrm>
              <a:prstGeom prst="ellipse">
                <a:avLst/>
              </a:prstGeom>
              <a:blipFill>
                <a:blip r:embed="rId5"/>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E91E2D8D-A78A-914C-B072-575A5B7AD944}"/>
                  </a:ext>
                </a:extLst>
              </p:cNvPr>
              <p:cNvSpPr/>
              <p:nvPr/>
            </p:nvSpPr>
            <p:spPr>
              <a:xfrm>
                <a:off x="3619500" y="5562600"/>
                <a:ext cx="2286000" cy="8382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800" i="1">
                          <a:solidFill>
                            <a:schemeClr val="tx1"/>
                          </a:solidFill>
                          <a:latin typeface="Cambria Math" panose="02040503050406030204" pitchFamily="18" charset="0"/>
                          <a:ea typeface="新細明體" pitchFamily="-106" charset="-120"/>
                          <a:cs typeface="Times"/>
                        </a:rPr>
                        <m:t>𝐽𝑜h𝑛𝐶𝑎𝑙𝑙𝑠</m:t>
                      </m:r>
                    </m:oMath>
                  </m:oMathPara>
                </a14:m>
                <a:endParaRPr lang="en-US" sz="2800"/>
              </a:p>
            </p:txBody>
          </p:sp>
        </mc:Choice>
        <mc:Fallback xmlns="">
          <p:sp>
            <p:nvSpPr>
              <p:cNvPr id="10" name="Oval 9">
                <a:extLst>
                  <a:ext uri="{FF2B5EF4-FFF2-40B4-BE49-F238E27FC236}">
                    <a16:creationId xmlns:a16="http://schemas.microsoft.com/office/drawing/2014/main" id="{E91E2D8D-A78A-914C-B072-575A5B7AD944}"/>
                  </a:ext>
                </a:extLst>
              </p:cNvPr>
              <p:cNvSpPr>
                <a:spLocks noRot="1" noChangeAspect="1" noMove="1" noResize="1" noEditPoints="1" noAdjustHandles="1" noChangeArrowheads="1" noChangeShapeType="1" noTextEdit="1"/>
              </p:cNvSpPr>
              <p:nvPr/>
            </p:nvSpPr>
            <p:spPr>
              <a:xfrm>
                <a:off x="3619500" y="5562600"/>
                <a:ext cx="2286000" cy="838200"/>
              </a:xfrm>
              <a:prstGeom prst="ellipse">
                <a:avLst/>
              </a:prstGeom>
              <a:blipFill>
                <a:blip r:embed="rId6"/>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Oval 10">
                <a:extLst>
                  <a:ext uri="{FF2B5EF4-FFF2-40B4-BE49-F238E27FC236}">
                    <a16:creationId xmlns:a16="http://schemas.microsoft.com/office/drawing/2014/main" id="{3D49D7DA-3512-4A44-9E82-E8818B4993F6}"/>
                  </a:ext>
                </a:extLst>
              </p:cNvPr>
              <p:cNvSpPr/>
              <p:nvPr/>
            </p:nvSpPr>
            <p:spPr>
              <a:xfrm>
                <a:off x="7239000" y="5562600"/>
                <a:ext cx="2286000" cy="8382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800" i="1">
                          <a:solidFill>
                            <a:schemeClr val="tx1"/>
                          </a:solidFill>
                          <a:latin typeface="Cambria Math" panose="02040503050406030204" pitchFamily="18" charset="0"/>
                          <a:ea typeface="新細明體" pitchFamily="-106" charset="-120"/>
                          <a:cs typeface="Times"/>
                        </a:rPr>
                        <m:t>𝑀𝑎𝑟𝑦𝐶𝑎𝑙𝑙𝑠</m:t>
                      </m:r>
                    </m:oMath>
                  </m:oMathPara>
                </a14:m>
                <a:endParaRPr lang="en-US" sz="2800"/>
              </a:p>
            </p:txBody>
          </p:sp>
        </mc:Choice>
        <mc:Fallback xmlns="">
          <p:sp>
            <p:nvSpPr>
              <p:cNvPr id="11" name="Oval 10">
                <a:extLst>
                  <a:ext uri="{FF2B5EF4-FFF2-40B4-BE49-F238E27FC236}">
                    <a16:creationId xmlns:a16="http://schemas.microsoft.com/office/drawing/2014/main" id="{3D49D7DA-3512-4A44-9E82-E8818B4993F6}"/>
                  </a:ext>
                </a:extLst>
              </p:cNvPr>
              <p:cNvSpPr>
                <a:spLocks noRot="1" noChangeAspect="1" noMove="1" noResize="1" noEditPoints="1" noAdjustHandles="1" noChangeArrowheads="1" noChangeShapeType="1" noTextEdit="1"/>
              </p:cNvSpPr>
              <p:nvPr/>
            </p:nvSpPr>
            <p:spPr>
              <a:xfrm>
                <a:off x="7239000" y="5562600"/>
                <a:ext cx="2286000" cy="838200"/>
              </a:xfrm>
              <a:prstGeom prst="ellipse">
                <a:avLst/>
              </a:prstGeom>
              <a:blipFill>
                <a:blip r:embed="rId7"/>
                <a:stretch>
                  <a:fillRect/>
                </a:stretch>
              </a:blipFill>
              <a:ln>
                <a:solidFill>
                  <a:schemeClr val="tx1"/>
                </a:solidFill>
              </a:ln>
            </p:spPr>
            <p:txBody>
              <a:bodyPr/>
              <a:lstStyle/>
              <a:p>
                <a:r>
                  <a:rPr lang="en-GB">
                    <a:noFill/>
                  </a:rPr>
                  <a:t> </a:t>
                </a:r>
              </a:p>
            </p:txBody>
          </p:sp>
        </mc:Fallback>
      </mc:AlternateContent>
      <p:cxnSp>
        <p:nvCxnSpPr>
          <p:cNvPr id="6" name="Straight Arrow Connector 5">
            <a:extLst>
              <a:ext uri="{FF2B5EF4-FFF2-40B4-BE49-F238E27FC236}">
                <a16:creationId xmlns:a16="http://schemas.microsoft.com/office/drawing/2014/main" id="{20C30C4C-1F22-4A47-B68D-79761E262C1F}"/>
              </a:ext>
            </a:extLst>
          </p:cNvPr>
          <p:cNvCxnSpPr>
            <a:stCxn id="7" idx="4"/>
            <a:endCxn id="9" idx="1"/>
          </p:cNvCxnSpPr>
          <p:nvPr/>
        </p:nvCxnSpPr>
        <p:spPr>
          <a:xfrm>
            <a:off x="4457700" y="1600200"/>
            <a:ext cx="1742562" cy="134195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A96718D-FD27-DB45-A84B-F7A9D022D29C}"/>
              </a:ext>
            </a:extLst>
          </p:cNvPr>
          <p:cNvCxnSpPr>
            <a:cxnSpLocks/>
            <a:stCxn id="8" idx="4"/>
            <a:endCxn id="9" idx="7"/>
          </p:cNvCxnSpPr>
          <p:nvPr/>
        </p:nvCxnSpPr>
        <p:spPr>
          <a:xfrm flipH="1">
            <a:off x="7439538" y="1600200"/>
            <a:ext cx="599562" cy="134195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92C15E5-3922-114F-AB1F-A9CF77B3FBDF}"/>
              </a:ext>
            </a:extLst>
          </p:cNvPr>
          <p:cNvCxnSpPr>
            <a:cxnSpLocks/>
            <a:stCxn id="9" idx="3"/>
            <a:endCxn id="10" idx="0"/>
          </p:cNvCxnSpPr>
          <p:nvPr/>
        </p:nvCxnSpPr>
        <p:spPr>
          <a:xfrm flipH="1">
            <a:off x="4762500" y="3534848"/>
            <a:ext cx="1437762" cy="202775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037F591-7E40-2D47-9FC8-D26B09CB8836}"/>
              </a:ext>
            </a:extLst>
          </p:cNvPr>
          <p:cNvCxnSpPr>
            <a:cxnSpLocks/>
            <a:stCxn id="9" idx="5"/>
            <a:endCxn id="11" idx="0"/>
          </p:cNvCxnSpPr>
          <p:nvPr/>
        </p:nvCxnSpPr>
        <p:spPr>
          <a:xfrm>
            <a:off x="7439538" y="3534848"/>
            <a:ext cx="942462" cy="202775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21" name="Table 20">
                <a:extLst>
                  <a:ext uri="{FF2B5EF4-FFF2-40B4-BE49-F238E27FC236}">
                    <a16:creationId xmlns:a16="http://schemas.microsoft.com/office/drawing/2014/main" id="{2C96E2D6-04BF-BB4C-902F-339F87F33751}"/>
                  </a:ext>
                </a:extLst>
              </p:cNvPr>
              <p:cNvGraphicFramePr>
                <a:graphicFrameLocks noGrp="1"/>
              </p:cNvGraphicFramePr>
              <p:nvPr/>
            </p:nvGraphicFramePr>
            <p:xfrm>
              <a:off x="5562600" y="267532"/>
              <a:ext cx="1219200" cy="1036320"/>
            </p:xfrm>
            <a:graphic>
              <a:graphicData uri="http://schemas.openxmlformats.org/drawingml/2006/table">
                <a:tbl>
                  <a:tblPr firstRow="1" bandRow="1">
                    <a:tableStyleId>{5940675A-B579-460E-94D1-54222C63F5DA}</a:tableStyleId>
                  </a:tblPr>
                  <a:tblGrid>
                    <a:gridCol w="1219200">
                      <a:extLst>
                        <a:ext uri="{9D8B030D-6E8A-4147-A177-3AD203B41FA5}">
                          <a16:colId xmlns:a16="http://schemas.microsoft.com/office/drawing/2014/main" val="1468312611"/>
                        </a:ext>
                      </a:extLst>
                    </a:gridCol>
                  </a:tblGrid>
                  <a:tr h="370840">
                    <a:tc>
                      <a:txBody>
                        <a:bodyPr/>
                        <a:lstStyle/>
                        <a:p>
                          <a:pPr algn="ctr"/>
                          <a14:m>
                            <m:oMathPara xmlns:m="http://schemas.openxmlformats.org/officeDocument/2006/math">
                              <m:oMathParaPr>
                                <m:jc m:val="centerGroup"/>
                              </m:oMathParaPr>
                              <m:oMath xmlns:m="http://schemas.openxmlformats.org/officeDocument/2006/math">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Pr</m:t>
                                    </m:r>
                                  </m:fName>
                                  <m:e>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𝐵</m:t>
                                        </m:r>
                                      </m:e>
                                    </m:d>
                                  </m:e>
                                </m:func>
                              </m:oMath>
                            </m:oMathPara>
                          </a14:m>
                          <a:endParaRPr lang="en-US" sz="2800"/>
                        </a:p>
                      </a:txBody>
                      <a:tcPr/>
                    </a:tc>
                    <a:extLst>
                      <a:ext uri="{0D108BD9-81ED-4DB2-BD59-A6C34878D82A}">
                        <a16:rowId xmlns:a16="http://schemas.microsoft.com/office/drawing/2014/main" val="3023590104"/>
                      </a:ext>
                    </a:extLst>
                  </a:tr>
                  <a:tr h="370840">
                    <a:tc>
                      <a:txBody>
                        <a:bodyPr/>
                        <a:lstStyle/>
                        <a:p>
                          <a:pPr algn="ct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0.001</m:t>
                                </m:r>
                              </m:oMath>
                            </m:oMathPara>
                          </a14:m>
                          <a:endParaRPr lang="en-US" sz="2800"/>
                        </a:p>
                      </a:txBody>
                      <a:tcPr/>
                    </a:tc>
                    <a:extLst>
                      <a:ext uri="{0D108BD9-81ED-4DB2-BD59-A6C34878D82A}">
                        <a16:rowId xmlns:a16="http://schemas.microsoft.com/office/drawing/2014/main" val="3867994566"/>
                      </a:ext>
                    </a:extLst>
                  </a:tr>
                </a:tbl>
              </a:graphicData>
            </a:graphic>
          </p:graphicFrame>
        </mc:Choice>
        <mc:Fallback xmlns="">
          <p:graphicFrame>
            <p:nvGraphicFramePr>
              <p:cNvPr id="21" name="Table 20">
                <a:extLst>
                  <a:ext uri="{FF2B5EF4-FFF2-40B4-BE49-F238E27FC236}">
                    <a16:creationId xmlns:a16="http://schemas.microsoft.com/office/drawing/2014/main" id="{2C96E2D6-04BF-BB4C-902F-339F87F33751}"/>
                  </a:ext>
                </a:extLst>
              </p:cNvPr>
              <p:cNvGraphicFramePr>
                <a:graphicFrameLocks noGrp="1"/>
              </p:cNvGraphicFramePr>
              <p:nvPr/>
            </p:nvGraphicFramePr>
            <p:xfrm>
              <a:off x="5562600" y="267532"/>
              <a:ext cx="1219200" cy="1036320"/>
            </p:xfrm>
            <a:graphic>
              <a:graphicData uri="http://schemas.openxmlformats.org/drawingml/2006/table">
                <a:tbl>
                  <a:tblPr firstRow="1" bandRow="1">
                    <a:tableStyleId>{5940675A-B579-460E-94D1-54222C63F5DA}</a:tableStyleId>
                  </a:tblPr>
                  <a:tblGrid>
                    <a:gridCol w="1219200">
                      <a:extLst>
                        <a:ext uri="{9D8B030D-6E8A-4147-A177-3AD203B41FA5}">
                          <a16:colId xmlns:a16="http://schemas.microsoft.com/office/drawing/2014/main" val="1468312611"/>
                        </a:ext>
                      </a:extLst>
                    </a:gridCol>
                  </a:tblGrid>
                  <a:tr h="518160">
                    <a:tc>
                      <a:txBody>
                        <a:bodyPr/>
                        <a:lstStyle/>
                        <a:p>
                          <a:endParaRPr lang="en-US"/>
                        </a:p>
                      </a:txBody>
                      <a:tcPr>
                        <a:blipFill>
                          <a:blip r:embed="rId8"/>
                          <a:stretch>
                            <a:fillRect l="-1042" t="-2439" r="-2083" b="-102439"/>
                          </a:stretch>
                        </a:blipFill>
                      </a:tcPr>
                    </a:tc>
                    <a:extLst>
                      <a:ext uri="{0D108BD9-81ED-4DB2-BD59-A6C34878D82A}">
                        <a16:rowId xmlns:a16="http://schemas.microsoft.com/office/drawing/2014/main" val="3023590104"/>
                      </a:ext>
                    </a:extLst>
                  </a:tr>
                  <a:tr h="518160">
                    <a:tc>
                      <a:txBody>
                        <a:bodyPr/>
                        <a:lstStyle/>
                        <a:p>
                          <a:endParaRPr lang="en-US"/>
                        </a:p>
                      </a:txBody>
                      <a:tcPr>
                        <a:blipFill>
                          <a:blip r:embed="rId8"/>
                          <a:stretch>
                            <a:fillRect l="-1042" t="-102439" r="-2083" b="-2439"/>
                          </a:stretch>
                        </a:blipFill>
                      </a:tcPr>
                    </a:tc>
                    <a:extLst>
                      <a:ext uri="{0D108BD9-81ED-4DB2-BD59-A6C34878D82A}">
                        <a16:rowId xmlns:a16="http://schemas.microsoft.com/office/drawing/2014/main" val="386799456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5" name="Table 24">
                <a:extLst>
                  <a:ext uri="{FF2B5EF4-FFF2-40B4-BE49-F238E27FC236}">
                    <a16:creationId xmlns:a16="http://schemas.microsoft.com/office/drawing/2014/main" id="{A6E37C02-802A-364D-9167-E01817270364}"/>
                  </a:ext>
                </a:extLst>
              </p:cNvPr>
              <p:cNvGraphicFramePr>
                <a:graphicFrameLocks noGrp="1"/>
              </p:cNvGraphicFramePr>
              <p:nvPr/>
            </p:nvGraphicFramePr>
            <p:xfrm>
              <a:off x="9332686" y="267532"/>
              <a:ext cx="1219200" cy="1036320"/>
            </p:xfrm>
            <a:graphic>
              <a:graphicData uri="http://schemas.openxmlformats.org/drawingml/2006/table">
                <a:tbl>
                  <a:tblPr firstRow="1" bandRow="1">
                    <a:tableStyleId>{5940675A-B579-460E-94D1-54222C63F5DA}</a:tableStyleId>
                  </a:tblPr>
                  <a:tblGrid>
                    <a:gridCol w="1219200">
                      <a:extLst>
                        <a:ext uri="{9D8B030D-6E8A-4147-A177-3AD203B41FA5}">
                          <a16:colId xmlns:a16="http://schemas.microsoft.com/office/drawing/2014/main" val="1468312611"/>
                        </a:ext>
                      </a:extLst>
                    </a:gridCol>
                  </a:tblGrid>
                  <a:tr h="370840">
                    <a:tc>
                      <a:txBody>
                        <a:bodyPr/>
                        <a:lstStyle/>
                        <a:p>
                          <a:pPr algn="ctr"/>
                          <a14:m>
                            <m:oMathPara xmlns:m="http://schemas.openxmlformats.org/officeDocument/2006/math">
                              <m:oMathParaPr>
                                <m:jc m:val="centerGroup"/>
                              </m:oMathParaPr>
                              <m:oMath xmlns:m="http://schemas.openxmlformats.org/officeDocument/2006/math">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Pr</m:t>
                                    </m:r>
                                  </m:fName>
                                  <m:e>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𝐸</m:t>
                                        </m:r>
                                      </m:e>
                                    </m:d>
                                  </m:e>
                                </m:func>
                              </m:oMath>
                            </m:oMathPara>
                          </a14:m>
                          <a:endParaRPr lang="en-US" sz="2800"/>
                        </a:p>
                      </a:txBody>
                      <a:tcPr/>
                    </a:tc>
                    <a:extLst>
                      <a:ext uri="{0D108BD9-81ED-4DB2-BD59-A6C34878D82A}">
                        <a16:rowId xmlns:a16="http://schemas.microsoft.com/office/drawing/2014/main" val="3023590104"/>
                      </a:ext>
                    </a:extLst>
                  </a:tr>
                  <a:tr h="370840">
                    <a:tc>
                      <a:txBody>
                        <a:bodyPr/>
                        <a:lstStyle/>
                        <a:p>
                          <a:pPr algn="ct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0.00</m:t>
                                </m:r>
                                <m:r>
                                  <a:rPr lang="en-US" sz="2800" b="0" i="1" smtClean="0">
                                    <a:latin typeface="Cambria Math" panose="02040503050406030204" pitchFamily="18" charset="0"/>
                                  </a:rPr>
                                  <m:t>2</m:t>
                                </m:r>
                              </m:oMath>
                            </m:oMathPara>
                          </a14:m>
                          <a:endParaRPr lang="en-US" sz="2800"/>
                        </a:p>
                      </a:txBody>
                      <a:tcPr/>
                    </a:tc>
                    <a:extLst>
                      <a:ext uri="{0D108BD9-81ED-4DB2-BD59-A6C34878D82A}">
                        <a16:rowId xmlns:a16="http://schemas.microsoft.com/office/drawing/2014/main" val="3867994566"/>
                      </a:ext>
                    </a:extLst>
                  </a:tr>
                </a:tbl>
              </a:graphicData>
            </a:graphic>
          </p:graphicFrame>
        </mc:Choice>
        <mc:Fallback xmlns="">
          <p:graphicFrame>
            <p:nvGraphicFramePr>
              <p:cNvPr id="25" name="Table 24">
                <a:extLst>
                  <a:ext uri="{FF2B5EF4-FFF2-40B4-BE49-F238E27FC236}">
                    <a16:creationId xmlns:a16="http://schemas.microsoft.com/office/drawing/2014/main" id="{A6E37C02-802A-364D-9167-E01817270364}"/>
                  </a:ext>
                </a:extLst>
              </p:cNvPr>
              <p:cNvGraphicFramePr>
                <a:graphicFrameLocks noGrp="1"/>
              </p:cNvGraphicFramePr>
              <p:nvPr/>
            </p:nvGraphicFramePr>
            <p:xfrm>
              <a:off x="9332686" y="267532"/>
              <a:ext cx="1219200" cy="1036320"/>
            </p:xfrm>
            <a:graphic>
              <a:graphicData uri="http://schemas.openxmlformats.org/drawingml/2006/table">
                <a:tbl>
                  <a:tblPr firstRow="1" bandRow="1">
                    <a:tableStyleId>{5940675A-B579-460E-94D1-54222C63F5DA}</a:tableStyleId>
                  </a:tblPr>
                  <a:tblGrid>
                    <a:gridCol w="1219200">
                      <a:extLst>
                        <a:ext uri="{9D8B030D-6E8A-4147-A177-3AD203B41FA5}">
                          <a16:colId xmlns:a16="http://schemas.microsoft.com/office/drawing/2014/main" val="1468312611"/>
                        </a:ext>
                      </a:extLst>
                    </a:gridCol>
                  </a:tblGrid>
                  <a:tr h="518160">
                    <a:tc>
                      <a:txBody>
                        <a:bodyPr/>
                        <a:lstStyle/>
                        <a:p>
                          <a:endParaRPr lang="en-US"/>
                        </a:p>
                      </a:txBody>
                      <a:tcPr>
                        <a:blipFill>
                          <a:blip r:embed="rId9"/>
                          <a:stretch>
                            <a:fillRect l="-1031" t="-2439" r="-2062" b="-102439"/>
                          </a:stretch>
                        </a:blipFill>
                      </a:tcPr>
                    </a:tc>
                    <a:extLst>
                      <a:ext uri="{0D108BD9-81ED-4DB2-BD59-A6C34878D82A}">
                        <a16:rowId xmlns:a16="http://schemas.microsoft.com/office/drawing/2014/main" val="3023590104"/>
                      </a:ext>
                    </a:extLst>
                  </a:tr>
                  <a:tr h="518160">
                    <a:tc>
                      <a:txBody>
                        <a:bodyPr/>
                        <a:lstStyle/>
                        <a:p>
                          <a:endParaRPr lang="en-US"/>
                        </a:p>
                      </a:txBody>
                      <a:tcPr>
                        <a:blipFill>
                          <a:blip r:embed="rId9"/>
                          <a:stretch>
                            <a:fillRect l="-1031" t="-102439" r="-2062" b="-2439"/>
                          </a:stretch>
                        </a:blipFill>
                      </a:tcPr>
                    </a:tc>
                    <a:extLst>
                      <a:ext uri="{0D108BD9-81ED-4DB2-BD59-A6C34878D82A}">
                        <a16:rowId xmlns:a16="http://schemas.microsoft.com/office/drawing/2014/main" val="386799456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6" name="Table 25">
                <a:extLst>
                  <a:ext uri="{FF2B5EF4-FFF2-40B4-BE49-F238E27FC236}">
                    <a16:creationId xmlns:a16="http://schemas.microsoft.com/office/drawing/2014/main" id="{989F3DC0-5E08-C24D-A750-A5D256DCE4B1}"/>
                  </a:ext>
                </a:extLst>
              </p:cNvPr>
              <p:cNvGraphicFramePr>
                <a:graphicFrameLocks noGrp="1"/>
              </p:cNvGraphicFramePr>
              <p:nvPr/>
            </p:nvGraphicFramePr>
            <p:xfrm>
              <a:off x="1912743" y="2391848"/>
              <a:ext cx="3239347" cy="2286000"/>
            </p:xfrm>
            <a:graphic>
              <a:graphicData uri="http://schemas.openxmlformats.org/drawingml/2006/table">
                <a:tbl>
                  <a:tblPr firstRow="1" bandRow="1">
                    <a:tableStyleId>{5940675A-B579-460E-94D1-54222C63F5DA}</a:tableStyleId>
                  </a:tblPr>
                  <a:tblGrid>
                    <a:gridCol w="622952">
                      <a:extLst>
                        <a:ext uri="{9D8B030D-6E8A-4147-A177-3AD203B41FA5}">
                          <a16:colId xmlns:a16="http://schemas.microsoft.com/office/drawing/2014/main" val="385741478"/>
                        </a:ext>
                      </a:extLst>
                    </a:gridCol>
                    <a:gridCol w="737958">
                      <a:extLst>
                        <a:ext uri="{9D8B030D-6E8A-4147-A177-3AD203B41FA5}">
                          <a16:colId xmlns:a16="http://schemas.microsoft.com/office/drawing/2014/main" val="2257044320"/>
                        </a:ext>
                      </a:extLst>
                    </a:gridCol>
                    <a:gridCol w="1878437">
                      <a:extLst>
                        <a:ext uri="{9D8B030D-6E8A-4147-A177-3AD203B41FA5}">
                          <a16:colId xmlns:a16="http://schemas.microsoft.com/office/drawing/2014/main" val="1468312611"/>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𝐵</m:t>
                                </m:r>
                              </m:oMath>
                            </m:oMathPara>
                          </a14:m>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𝐸</m:t>
                                </m:r>
                              </m:oMath>
                            </m:oMathPara>
                          </a14:m>
                          <a:endParaRPr 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Pr</m:t>
                                    </m:r>
                                  </m:fName>
                                  <m:e>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𝐴</m:t>
                                        </m:r>
                                        <m:r>
                                          <a:rPr lang="en-US" sz="2400" b="0" i="1" smtClean="0">
                                            <a:latin typeface="Cambria Math" panose="02040503050406030204" pitchFamily="18" charset="0"/>
                                          </a:rPr>
                                          <m:t>∣</m:t>
                                        </m:r>
                                        <m:r>
                                          <a:rPr lang="en-US" sz="2400" b="0" i="1" smtClean="0">
                                            <a:latin typeface="Cambria Math" panose="02040503050406030204" pitchFamily="18" charset="0"/>
                                          </a:rPr>
                                          <m:t>𝐵</m:t>
                                        </m:r>
                                        <m:r>
                                          <a:rPr lang="en-US" sz="2400" b="0" i="1" smtClean="0">
                                            <a:latin typeface="Cambria Math" panose="02040503050406030204" pitchFamily="18" charset="0"/>
                                          </a:rPr>
                                          <m:t>,</m:t>
                                        </m:r>
                                        <m:r>
                                          <a:rPr lang="en-US" sz="2400" b="0" i="1" smtClean="0">
                                            <a:latin typeface="Cambria Math" panose="02040503050406030204" pitchFamily="18" charset="0"/>
                                          </a:rPr>
                                          <m:t>𝐸</m:t>
                                        </m:r>
                                      </m:e>
                                    </m:d>
                                  </m:e>
                                </m:func>
                              </m:oMath>
                            </m:oMathPara>
                          </a14:m>
                          <a:endParaRPr 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23590104"/>
                      </a:ext>
                    </a:extLst>
                  </a:tr>
                  <a:tr h="370840">
                    <a:tc>
                      <a:txBody>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𝑇</m:t>
                                </m:r>
                              </m:oMath>
                            </m:oMathPara>
                          </a14:m>
                          <a:endParaRPr 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𝑇</m:t>
                                </m:r>
                              </m:oMath>
                            </m:oMathPara>
                          </a14:m>
                          <a:endParaRPr 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0.95</m:t>
                                </m:r>
                              </m:oMath>
                            </m:oMathPara>
                          </a14:m>
                          <a:endParaRPr 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67994566"/>
                      </a:ext>
                    </a:extLst>
                  </a:tr>
                  <a:tr h="370840">
                    <a:tc>
                      <a:txBody>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𝑇</m:t>
                                </m:r>
                              </m:oMath>
                            </m:oMathPara>
                          </a14:m>
                          <a:endParaRPr 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𝐹</m:t>
                                </m:r>
                              </m:oMath>
                            </m:oMathPara>
                          </a14:m>
                          <a:endParaRPr 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0.94</m:t>
                                </m:r>
                              </m:oMath>
                            </m:oMathPara>
                          </a14:m>
                          <a:endParaRPr 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22216401"/>
                      </a:ext>
                    </a:extLst>
                  </a:tr>
                  <a:tr h="370840">
                    <a:tc>
                      <a:txBody>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𝐹</m:t>
                                </m:r>
                              </m:oMath>
                            </m:oMathPara>
                          </a14:m>
                          <a:endParaRPr 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𝑇</m:t>
                                </m:r>
                              </m:oMath>
                            </m:oMathPara>
                          </a14:m>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0.29</m:t>
                                </m:r>
                              </m:oMath>
                            </m:oMathPara>
                          </a14:m>
                          <a:endParaRPr 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3201802"/>
                      </a:ext>
                    </a:extLst>
                  </a:tr>
                  <a:tr h="370840">
                    <a:tc>
                      <a:txBody>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𝐹</m:t>
                                </m:r>
                              </m:oMath>
                            </m:oMathPara>
                          </a14:m>
                          <a:endParaRPr 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𝐹</m:t>
                                </m:r>
                              </m:oMath>
                            </m:oMathPara>
                          </a14:m>
                          <a:endParaRPr 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0.001</m:t>
                                </m:r>
                              </m:oMath>
                            </m:oMathPara>
                          </a14:m>
                          <a:endParaRPr 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98372132"/>
                      </a:ext>
                    </a:extLst>
                  </a:tr>
                </a:tbl>
              </a:graphicData>
            </a:graphic>
          </p:graphicFrame>
        </mc:Choice>
        <mc:Fallback xmlns="">
          <p:graphicFrame>
            <p:nvGraphicFramePr>
              <p:cNvPr id="26" name="Table 25">
                <a:extLst>
                  <a:ext uri="{FF2B5EF4-FFF2-40B4-BE49-F238E27FC236}">
                    <a16:creationId xmlns:a16="http://schemas.microsoft.com/office/drawing/2014/main" id="{989F3DC0-5E08-C24D-A750-A5D256DCE4B1}"/>
                  </a:ext>
                </a:extLst>
              </p:cNvPr>
              <p:cNvGraphicFramePr>
                <a:graphicFrameLocks noGrp="1"/>
              </p:cNvGraphicFramePr>
              <p:nvPr/>
            </p:nvGraphicFramePr>
            <p:xfrm>
              <a:off x="1912743" y="2391848"/>
              <a:ext cx="3239347" cy="2286000"/>
            </p:xfrm>
            <a:graphic>
              <a:graphicData uri="http://schemas.openxmlformats.org/drawingml/2006/table">
                <a:tbl>
                  <a:tblPr firstRow="1" bandRow="1">
                    <a:tableStyleId>{5940675A-B579-460E-94D1-54222C63F5DA}</a:tableStyleId>
                  </a:tblPr>
                  <a:tblGrid>
                    <a:gridCol w="622952">
                      <a:extLst>
                        <a:ext uri="{9D8B030D-6E8A-4147-A177-3AD203B41FA5}">
                          <a16:colId xmlns:a16="http://schemas.microsoft.com/office/drawing/2014/main" val="385741478"/>
                        </a:ext>
                      </a:extLst>
                    </a:gridCol>
                    <a:gridCol w="737958">
                      <a:extLst>
                        <a:ext uri="{9D8B030D-6E8A-4147-A177-3AD203B41FA5}">
                          <a16:colId xmlns:a16="http://schemas.microsoft.com/office/drawing/2014/main" val="2257044320"/>
                        </a:ext>
                      </a:extLst>
                    </a:gridCol>
                    <a:gridCol w="1878437">
                      <a:extLst>
                        <a:ext uri="{9D8B030D-6E8A-4147-A177-3AD203B41FA5}">
                          <a16:colId xmlns:a16="http://schemas.microsoft.com/office/drawing/2014/main" val="1468312611"/>
                        </a:ext>
                      </a:extLst>
                    </a:gridCol>
                  </a:tblGrid>
                  <a:tr h="4572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0"/>
                          <a:stretch>
                            <a:fillRect l="-2041" t="-2778" r="-426531" b="-40555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0"/>
                          <a:stretch>
                            <a:fillRect l="-84746" t="-2778" r="-254237" b="-40555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0"/>
                          <a:stretch>
                            <a:fillRect l="-73649" t="-2778" r="-1351" b="-405556"/>
                          </a:stretch>
                        </a:blipFill>
                      </a:tcPr>
                    </a:tc>
                    <a:extLst>
                      <a:ext uri="{0D108BD9-81ED-4DB2-BD59-A6C34878D82A}">
                        <a16:rowId xmlns:a16="http://schemas.microsoft.com/office/drawing/2014/main" val="3023590104"/>
                      </a:ext>
                    </a:extLst>
                  </a:tr>
                  <a:tr h="4572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0"/>
                          <a:stretch>
                            <a:fillRect l="-2041" t="-102778" r="-426531" b="-30555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0"/>
                          <a:stretch>
                            <a:fillRect l="-84746" t="-102778" r="-254237" b="-30555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0"/>
                          <a:stretch>
                            <a:fillRect l="-73649" t="-102778" r="-1351" b="-305556"/>
                          </a:stretch>
                        </a:blipFill>
                      </a:tcPr>
                    </a:tc>
                    <a:extLst>
                      <a:ext uri="{0D108BD9-81ED-4DB2-BD59-A6C34878D82A}">
                        <a16:rowId xmlns:a16="http://schemas.microsoft.com/office/drawing/2014/main" val="3867994566"/>
                      </a:ext>
                    </a:extLst>
                  </a:tr>
                  <a:tr h="4572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0"/>
                          <a:stretch>
                            <a:fillRect l="-2041" t="-197297" r="-426531" b="-19729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0"/>
                          <a:stretch>
                            <a:fillRect l="-84746" t="-197297" r="-254237" b="-19729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0"/>
                          <a:stretch>
                            <a:fillRect l="-73649" t="-197297" r="-1351" b="-197297"/>
                          </a:stretch>
                        </a:blipFill>
                      </a:tcPr>
                    </a:tc>
                    <a:extLst>
                      <a:ext uri="{0D108BD9-81ED-4DB2-BD59-A6C34878D82A}">
                        <a16:rowId xmlns:a16="http://schemas.microsoft.com/office/drawing/2014/main" val="622216401"/>
                      </a:ext>
                    </a:extLst>
                  </a:tr>
                  <a:tr h="4572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0"/>
                          <a:stretch>
                            <a:fillRect l="-2041" t="-305556" r="-426531" b="-10277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0"/>
                          <a:stretch>
                            <a:fillRect l="-84746" t="-305556" r="-254237" b="-10277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0"/>
                          <a:stretch>
                            <a:fillRect l="-73649" t="-305556" r="-1351" b="-102778"/>
                          </a:stretch>
                        </a:blipFill>
                      </a:tcPr>
                    </a:tc>
                    <a:extLst>
                      <a:ext uri="{0D108BD9-81ED-4DB2-BD59-A6C34878D82A}">
                        <a16:rowId xmlns:a16="http://schemas.microsoft.com/office/drawing/2014/main" val="4113201802"/>
                      </a:ext>
                    </a:extLst>
                  </a:tr>
                  <a:tr h="4572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0"/>
                          <a:stretch>
                            <a:fillRect l="-2041" t="-405556" r="-426531" b="-277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0"/>
                          <a:stretch>
                            <a:fillRect l="-84746" t="-405556" r="-254237" b="-277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0"/>
                          <a:stretch>
                            <a:fillRect l="-73649" t="-405556" r="-1351" b="-2778"/>
                          </a:stretch>
                        </a:blipFill>
                      </a:tcPr>
                    </a:tc>
                    <a:extLst>
                      <a:ext uri="{0D108BD9-81ED-4DB2-BD59-A6C34878D82A}">
                        <a16:rowId xmlns:a16="http://schemas.microsoft.com/office/drawing/2014/main" val="149837213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7" name="Table 26">
                <a:extLst>
                  <a:ext uri="{FF2B5EF4-FFF2-40B4-BE49-F238E27FC236}">
                    <a16:creationId xmlns:a16="http://schemas.microsoft.com/office/drawing/2014/main" id="{397ADC66-C90C-DA44-9399-A6C12A4EE07B}"/>
                  </a:ext>
                </a:extLst>
              </p:cNvPr>
              <p:cNvGraphicFramePr>
                <a:graphicFrameLocks noGrp="1"/>
              </p:cNvGraphicFramePr>
              <p:nvPr/>
            </p:nvGraphicFramePr>
            <p:xfrm>
              <a:off x="1672380" y="5295900"/>
              <a:ext cx="1816765" cy="1371600"/>
            </p:xfrm>
            <a:graphic>
              <a:graphicData uri="http://schemas.openxmlformats.org/drawingml/2006/table">
                <a:tbl>
                  <a:tblPr firstRow="1" bandRow="1">
                    <a:tableStyleId>{5940675A-B579-460E-94D1-54222C63F5DA}</a:tableStyleId>
                  </a:tblPr>
                  <a:tblGrid>
                    <a:gridCol w="452452">
                      <a:extLst>
                        <a:ext uri="{9D8B030D-6E8A-4147-A177-3AD203B41FA5}">
                          <a16:colId xmlns:a16="http://schemas.microsoft.com/office/drawing/2014/main" val="385741478"/>
                        </a:ext>
                      </a:extLst>
                    </a:gridCol>
                    <a:gridCol w="1364313">
                      <a:extLst>
                        <a:ext uri="{9D8B030D-6E8A-4147-A177-3AD203B41FA5}">
                          <a16:colId xmlns:a16="http://schemas.microsoft.com/office/drawing/2014/main" val="1468312611"/>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𝐴</m:t>
                                </m:r>
                              </m:oMath>
                            </m:oMathPara>
                          </a14:m>
                          <a:endParaRPr 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Pr</m:t>
                                    </m:r>
                                  </m:fName>
                                  <m:e>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𝐽</m:t>
                                        </m:r>
                                        <m:r>
                                          <a:rPr lang="en-US" sz="2400" b="0" i="1" smtClean="0">
                                            <a:latin typeface="Cambria Math" panose="02040503050406030204" pitchFamily="18" charset="0"/>
                                          </a:rPr>
                                          <m:t>∣</m:t>
                                        </m:r>
                                        <m:r>
                                          <a:rPr lang="en-US" sz="2400" b="0" i="1" smtClean="0">
                                            <a:latin typeface="Cambria Math" panose="02040503050406030204" pitchFamily="18" charset="0"/>
                                          </a:rPr>
                                          <m:t>𝐴</m:t>
                                        </m:r>
                                      </m:e>
                                    </m:d>
                                  </m:e>
                                </m:func>
                              </m:oMath>
                            </m:oMathPara>
                          </a14:m>
                          <a:endParaRPr 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23590104"/>
                      </a:ext>
                    </a:extLst>
                  </a:tr>
                  <a:tr h="370840">
                    <a:tc>
                      <a:txBody>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𝑇</m:t>
                                </m:r>
                              </m:oMath>
                            </m:oMathPara>
                          </a14:m>
                          <a:endParaRPr 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0.9</m:t>
                                </m:r>
                              </m:oMath>
                            </m:oMathPara>
                          </a14:m>
                          <a:endParaRPr 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67994566"/>
                      </a:ext>
                    </a:extLst>
                  </a:tr>
                  <a:tr h="370840">
                    <a:tc>
                      <a:txBody>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𝐹</m:t>
                                </m:r>
                              </m:oMath>
                            </m:oMathPara>
                          </a14:m>
                          <a:endParaRPr 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0.05</m:t>
                                </m:r>
                              </m:oMath>
                            </m:oMathPara>
                          </a14:m>
                          <a:endParaRPr 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22216401"/>
                      </a:ext>
                    </a:extLst>
                  </a:tr>
                </a:tbl>
              </a:graphicData>
            </a:graphic>
          </p:graphicFrame>
        </mc:Choice>
        <mc:Fallback xmlns="">
          <p:graphicFrame>
            <p:nvGraphicFramePr>
              <p:cNvPr id="27" name="Table 26">
                <a:extLst>
                  <a:ext uri="{FF2B5EF4-FFF2-40B4-BE49-F238E27FC236}">
                    <a16:creationId xmlns:a16="http://schemas.microsoft.com/office/drawing/2014/main" id="{397ADC66-C90C-DA44-9399-A6C12A4EE07B}"/>
                  </a:ext>
                </a:extLst>
              </p:cNvPr>
              <p:cNvGraphicFramePr>
                <a:graphicFrameLocks noGrp="1"/>
              </p:cNvGraphicFramePr>
              <p:nvPr/>
            </p:nvGraphicFramePr>
            <p:xfrm>
              <a:off x="1672380" y="5295900"/>
              <a:ext cx="1816765" cy="1371600"/>
            </p:xfrm>
            <a:graphic>
              <a:graphicData uri="http://schemas.openxmlformats.org/drawingml/2006/table">
                <a:tbl>
                  <a:tblPr firstRow="1" bandRow="1">
                    <a:tableStyleId>{5940675A-B579-460E-94D1-54222C63F5DA}</a:tableStyleId>
                  </a:tblPr>
                  <a:tblGrid>
                    <a:gridCol w="452452">
                      <a:extLst>
                        <a:ext uri="{9D8B030D-6E8A-4147-A177-3AD203B41FA5}">
                          <a16:colId xmlns:a16="http://schemas.microsoft.com/office/drawing/2014/main" val="385741478"/>
                        </a:ext>
                      </a:extLst>
                    </a:gridCol>
                    <a:gridCol w="1364313">
                      <a:extLst>
                        <a:ext uri="{9D8B030D-6E8A-4147-A177-3AD203B41FA5}">
                          <a16:colId xmlns:a16="http://schemas.microsoft.com/office/drawing/2014/main" val="1468312611"/>
                        </a:ext>
                      </a:extLst>
                    </a:gridCol>
                  </a:tblGrid>
                  <a:tr h="4572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t="-2778" r="-302778" b="-20555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l="-33333" t="-2778" r="-926" b="-205556"/>
                          </a:stretch>
                        </a:blipFill>
                      </a:tcPr>
                    </a:tc>
                    <a:extLst>
                      <a:ext uri="{0D108BD9-81ED-4DB2-BD59-A6C34878D82A}">
                        <a16:rowId xmlns:a16="http://schemas.microsoft.com/office/drawing/2014/main" val="3023590104"/>
                      </a:ext>
                    </a:extLst>
                  </a:tr>
                  <a:tr h="4572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t="-102778" r="-302778" b="-10555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l="-33333" t="-102778" r="-926" b="-105556"/>
                          </a:stretch>
                        </a:blipFill>
                      </a:tcPr>
                    </a:tc>
                    <a:extLst>
                      <a:ext uri="{0D108BD9-81ED-4DB2-BD59-A6C34878D82A}">
                        <a16:rowId xmlns:a16="http://schemas.microsoft.com/office/drawing/2014/main" val="3867994566"/>
                      </a:ext>
                    </a:extLst>
                  </a:tr>
                  <a:tr h="4572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t="-202778" r="-302778" b="-555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l="-33333" t="-202778" r="-926" b="-5556"/>
                          </a:stretch>
                        </a:blipFill>
                      </a:tcPr>
                    </a:tc>
                    <a:extLst>
                      <a:ext uri="{0D108BD9-81ED-4DB2-BD59-A6C34878D82A}">
                        <a16:rowId xmlns:a16="http://schemas.microsoft.com/office/drawing/2014/main" val="62221640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8" name="Table 27">
                <a:extLst>
                  <a:ext uri="{FF2B5EF4-FFF2-40B4-BE49-F238E27FC236}">
                    <a16:creationId xmlns:a16="http://schemas.microsoft.com/office/drawing/2014/main" id="{DC8AE358-2979-774C-9952-CACCA770A70F}"/>
                  </a:ext>
                </a:extLst>
              </p:cNvPr>
              <p:cNvGraphicFramePr>
                <a:graphicFrameLocks noGrp="1"/>
              </p:cNvGraphicFramePr>
              <p:nvPr/>
            </p:nvGraphicFramePr>
            <p:xfrm>
              <a:off x="8382000" y="3686629"/>
              <a:ext cx="2042976" cy="1371600"/>
            </p:xfrm>
            <a:graphic>
              <a:graphicData uri="http://schemas.openxmlformats.org/drawingml/2006/table">
                <a:tbl>
                  <a:tblPr firstRow="1" bandRow="1">
                    <a:tableStyleId>{5940675A-B579-460E-94D1-54222C63F5DA}</a:tableStyleId>
                  </a:tblPr>
                  <a:tblGrid>
                    <a:gridCol w="508788">
                      <a:extLst>
                        <a:ext uri="{9D8B030D-6E8A-4147-A177-3AD203B41FA5}">
                          <a16:colId xmlns:a16="http://schemas.microsoft.com/office/drawing/2014/main" val="385741478"/>
                        </a:ext>
                      </a:extLst>
                    </a:gridCol>
                    <a:gridCol w="1534188">
                      <a:extLst>
                        <a:ext uri="{9D8B030D-6E8A-4147-A177-3AD203B41FA5}">
                          <a16:colId xmlns:a16="http://schemas.microsoft.com/office/drawing/2014/main" val="1468312611"/>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𝐴</m:t>
                                </m:r>
                              </m:oMath>
                            </m:oMathPara>
                          </a14:m>
                          <a:endParaRPr 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Pr</m:t>
                                    </m:r>
                                  </m:fName>
                                  <m:e>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𝑀</m:t>
                                        </m:r>
                                        <m:r>
                                          <a:rPr lang="en-US" sz="2400" b="0" i="1" smtClean="0">
                                            <a:latin typeface="Cambria Math" panose="02040503050406030204" pitchFamily="18" charset="0"/>
                                          </a:rPr>
                                          <m:t>∣</m:t>
                                        </m:r>
                                        <m:r>
                                          <a:rPr lang="en-US" sz="2400" b="0" i="1" smtClean="0">
                                            <a:latin typeface="Cambria Math" panose="02040503050406030204" pitchFamily="18" charset="0"/>
                                          </a:rPr>
                                          <m:t>𝐴</m:t>
                                        </m:r>
                                      </m:e>
                                    </m:d>
                                  </m:e>
                                </m:func>
                              </m:oMath>
                            </m:oMathPara>
                          </a14:m>
                          <a:endParaRPr 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23590104"/>
                      </a:ext>
                    </a:extLst>
                  </a:tr>
                  <a:tr h="370840">
                    <a:tc>
                      <a:txBody>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𝑇</m:t>
                                </m:r>
                              </m:oMath>
                            </m:oMathPara>
                          </a14:m>
                          <a:endParaRPr 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0.7</m:t>
                                </m:r>
                              </m:oMath>
                            </m:oMathPara>
                          </a14:m>
                          <a:endParaRPr 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67994566"/>
                      </a:ext>
                    </a:extLst>
                  </a:tr>
                  <a:tr h="370840">
                    <a:tc>
                      <a:txBody>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𝐹</m:t>
                                </m:r>
                              </m:oMath>
                            </m:oMathPara>
                          </a14:m>
                          <a:endParaRPr 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0.01</m:t>
                                </m:r>
                              </m:oMath>
                            </m:oMathPara>
                          </a14:m>
                          <a:endParaRPr 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22216401"/>
                      </a:ext>
                    </a:extLst>
                  </a:tr>
                </a:tbl>
              </a:graphicData>
            </a:graphic>
          </p:graphicFrame>
        </mc:Choice>
        <mc:Fallback xmlns="">
          <p:graphicFrame>
            <p:nvGraphicFramePr>
              <p:cNvPr id="28" name="Table 27">
                <a:extLst>
                  <a:ext uri="{FF2B5EF4-FFF2-40B4-BE49-F238E27FC236}">
                    <a16:creationId xmlns:a16="http://schemas.microsoft.com/office/drawing/2014/main" id="{DC8AE358-2979-774C-9952-CACCA770A70F}"/>
                  </a:ext>
                </a:extLst>
              </p:cNvPr>
              <p:cNvGraphicFramePr>
                <a:graphicFrameLocks noGrp="1"/>
              </p:cNvGraphicFramePr>
              <p:nvPr/>
            </p:nvGraphicFramePr>
            <p:xfrm>
              <a:off x="8382000" y="3686629"/>
              <a:ext cx="2042976" cy="1371600"/>
            </p:xfrm>
            <a:graphic>
              <a:graphicData uri="http://schemas.openxmlformats.org/drawingml/2006/table">
                <a:tbl>
                  <a:tblPr firstRow="1" bandRow="1">
                    <a:tableStyleId>{5940675A-B579-460E-94D1-54222C63F5DA}</a:tableStyleId>
                  </a:tblPr>
                  <a:tblGrid>
                    <a:gridCol w="508788">
                      <a:extLst>
                        <a:ext uri="{9D8B030D-6E8A-4147-A177-3AD203B41FA5}">
                          <a16:colId xmlns:a16="http://schemas.microsoft.com/office/drawing/2014/main" val="385741478"/>
                        </a:ext>
                      </a:extLst>
                    </a:gridCol>
                    <a:gridCol w="1534188">
                      <a:extLst>
                        <a:ext uri="{9D8B030D-6E8A-4147-A177-3AD203B41FA5}">
                          <a16:colId xmlns:a16="http://schemas.microsoft.com/office/drawing/2014/main" val="1468312611"/>
                        </a:ext>
                      </a:extLst>
                    </a:gridCol>
                  </a:tblGrid>
                  <a:tr h="4572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2500" t="-2778" r="-307500" b="-20555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33884" t="-2778" r="-1653" b="-205556"/>
                          </a:stretch>
                        </a:blipFill>
                      </a:tcPr>
                    </a:tc>
                    <a:extLst>
                      <a:ext uri="{0D108BD9-81ED-4DB2-BD59-A6C34878D82A}">
                        <a16:rowId xmlns:a16="http://schemas.microsoft.com/office/drawing/2014/main" val="3023590104"/>
                      </a:ext>
                    </a:extLst>
                  </a:tr>
                  <a:tr h="4572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2500" t="-100000" r="-307500" b="-100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33884" t="-100000" r="-1653" b="-100000"/>
                          </a:stretch>
                        </a:blipFill>
                      </a:tcPr>
                    </a:tc>
                    <a:extLst>
                      <a:ext uri="{0D108BD9-81ED-4DB2-BD59-A6C34878D82A}">
                        <a16:rowId xmlns:a16="http://schemas.microsoft.com/office/drawing/2014/main" val="3867994566"/>
                      </a:ext>
                    </a:extLst>
                  </a:tr>
                  <a:tr h="4572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2500" t="-205556" r="-307500" b="-277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33884" t="-205556" r="-1653" b="-2778"/>
                          </a:stretch>
                        </a:blipFill>
                      </a:tcPr>
                    </a:tc>
                    <a:extLst>
                      <a:ext uri="{0D108BD9-81ED-4DB2-BD59-A6C34878D82A}">
                        <a16:rowId xmlns:a16="http://schemas.microsoft.com/office/drawing/2014/main" val="622216401"/>
                      </a:ext>
                    </a:extLst>
                  </a:tr>
                </a:tbl>
              </a:graphicData>
            </a:graphic>
          </p:graphicFrame>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95971" name="Rectangle 3"/>
              <p:cNvSpPr>
                <a:spLocks noGrp="1" noChangeArrowheads="1"/>
              </p:cNvSpPr>
              <p:nvPr>
                <p:ph idx="1"/>
              </p:nvPr>
            </p:nvSpPr>
            <p:spPr>
              <a:xfrm>
                <a:off x="2506133" y="1752600"/>
                <a:ext cx="8153400" cy="4038600"/>
              </a:xfrm>
            </p:spPr>
            <p:txBody>
              <a:bodyPr>
                <a:normAutofit/>
              </a:bodyPr>
              <a:lstStyle/>
              <a:p>
                <a:pPr>
                  <a:spcBef>
                    <a:spcPts val="1200"/>
                  </a:spcBef>
                </a:pPr>
                <a:r>
                  <a:rPr lang="en-US" altLang="zh-TW" sz="2400" dirty="0">
                    <a:latin typeface="Corbel" panose="020B0503020204020204" pitchFamily="34" charset="0"/>
                    <a:ea typeface="新細明體" pitchFamily="-106" charset="-120"/>
                    <a:cs typeface="Times"/>
                  </a:rPr>
                  <a:t>Conditional </a:t>
                </a:r>
                <a:r>
                  <a:rPr lang="en-US" altLang="zh-TW" dirty="0">
                    <a:latin typeface="Corbel" panose="020B0503020204020204" pitchFamily="34" charset="0"/>
                    <a:ea typeface="新細明體" pitchFamily="-106" charset="-120"/>
                    <a:cs typeface="Times"/>
                  </a:rPr>
                  <a:t>p</a:t>
                </a:r>
                <a:r>
                  <a:rPr lang="en-US" altLang="zh-TW" sz="2400" dirty="0">
                    <a:latin typeface="Corbel" panose="020B0503020204020204" pitchFamily="34" charset="0"/>
                    <a:ea typeface="新細明體" pitchFamily="-106" charset="-120"/>
                    <a:cs typeface="Times"/>
                  </a:rPr>
                  <a:t>robability </a:t>
                </a:r>
                <a:r>
                  <a:rPr lang="en-US" altLang="zh-TW" dirty="0">
                    <a:latin typeface="Corbel" panose="020B0503020204020204" pitchFamily="34" charset="0"/>
                    <a:ea typeface="新細明體" pitchFamily="-106" charset="-120"/>
                    <a:cs typeface="Times"/>
                  </a:rPr>
                  <a:t>t</a:t>
                </a:r>
                <a:r>
                  <a:rPr lang="en-US" altLang="zh-TW" sz="2400" dirty="0">
                    <a:latin typeface="Corbel" panose="020B0503020204020204" pitchFamily="34" charset="0"/>
                    <a:ea typeface="新細明體" pitchFamily="-106" charset="-120"/>
                    <a:cs typeface="Times"/>
                  </a:rPr>
                  <a:t>able for Boolean </a:t>
                </a:r>
                <a14:m>
                  <m:oMath xmlns:m="http://schemas.openxmlformats.org/officeDocument/2006/math">
                    <m:r>
                      <a:rPr lang="en-US" b="0" i="1" smtClean="0">
                        <a:latin typeface="Cambria Math" panose="02040503050406030204" pitchFamily="18" charset="0"/>
                      </a:rPr>
                      <m:t>𝑋</m:t>
                    </m:r>
                  </m:oMath>
                </a14:m>
                <a:r>
                  <a:rPr lang="en-US" altLang="zh-TW" sz="2400" dirty="0">
                    <a:latin typeface="Corbel" panose="020B0503020204020204" pitchFamily="34" charset="0"/>
                    <a:ea typeface="新細明體" pitchFamily="-106" charset="-120"/>
                    <a:cs typeface="Times"/>
                  </a:rPr>
                  <a:t> with </a:t>
                </a:r>
                <a14:m>
                  <m:oMath xmlns:m="http://schemas.openxmlformats.org/officeDocument/2006/math">
                    <m:r>
                      <a:rPr lang="en-US" b="0" i="1" smtClean="0">
                        <a:latin typeface="Cambria Math" panose="02040503050406030204" pitchFamily="18" charset="0"/>
                      </a:rPr>
                      <m:t>𝑘</m:t>
                    </m:r>
                  </m:oMath>
                </a14:m>
                <a:r>
                  <a:rPr lang="en-US" altLang="zh-TW" sz="2400" dirty="0">
                    <a:latin typeface="Corbel" panose="020B0503020204020204" pitchFamily="34" charset="0"/>
                    <a:ea typeface="新細明體" pitchFamily="-106" charset="-120"/>
                    <a:cs typeface="Times"/>
                  </a:rPr>
                  <a:t> Boolean parents has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𝑘</m:t>
                        </m:r>
                      </m:sup>
                    </m:sSup>
                  </m:oMath>
                </a14:m>
                <a:r>
                  <a:rPr lang="en-US" altLang="zh-TW" sz="2400" dirty="0">
                    <a:latin typeface="Corbel" panose="020B0503020204020204" pitchFamily="34" charset="0"/>
                    <a:ea typeface="新細明體" pitchFamily="-106" charset="-120"/>
                    <a:cs typeface="Times"/>
                  </a:rPr>
                  <a:t> rows: </a:t>
                </a:r>
                <a:r>
                  <a:rPr lang="en-US" altLang="zh-TW" sz="2400" b="1" dirty="0">
                    <a:latin typeface="Corbel" panose="020B0503020204020204" pitchFamily="34" charset="0"/>
                    <a:ea typeface="新細明體" pitchFamily="-106" charset="-120"/>
                    <a:cs typeface="Times"/>
                  </a:rPr>
                  <a:t>all </a:t>
                </a:r>
                <a:r>
                  <a:rPr lang="en-US" altLang="zh-TW" sz="2400" dirty="0">
                    <a:latin typeface="Corbel" panose="020B0503020204020204" pitchFamily="34" charset="0"/>
                    <a:ea typeface="新細明體" pitchFamily="-106" charset="-120"/>
                    <a:cs typeface="Times"/>
                  </a:rPr>
                  <a:t>possible parent values</a:t>
                </a:r>
              </a:p>
              <a:p>
                <a:pPr>
                  <a:spcBef>
                    <a:spcPts val="1200"/>
                  </a:spcBef>
                </a:pPr>
                <a:r>
                  <a:rPr lang="en-US" altLang="zh-TW" sz="2400" dirty="0">
                    <a:latin typeface="Corbel" panose="020B0503020204020204" pitchFamily="34" charset="0"/>
                    <a:ea typeface="新細明體" pitchFamily="-106" charset="-120"/>
                    <a:cs typeface="Times"/>
                  </a:rPr>
                  <a:t>Each row requires one number </a:t>
                </a:r>
                <a14:m>
                  <m:oMath xmlns:m="http://schemas.openxmlformats.org/officeDocument/2006/math">
                    <m:r>
                      <a:rPr lang="en-US" b="0" i="1" smtClean="0">
                        <a:latin typeface="Cambria Math" panose="02040503050406030204" pitchFamily="18" charset="0"/>
                      </a:rPr>
                      <m:t>𝑝</m:t>
                    </m:r>
                  </m:oMath>
                </a14:m>
                <a:r>
                  <a:rPr lang="en-US" altLang="zh-TW" sz="2400" dirty="0">
                    <a:latin typeface="Corbel" panose="020B0503020204020204" pitchFamily="34" charset="0"/>
                    <a:ea typeface="新細明體" pitchFamily="-106" charset="-120"/>
                    <a:cs typeface="Times"/>
                  </a:rPr>
                  <a:t> for </a:t>
                </a:r>
                <a14:m>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𝑇𝑟𝑢𝑒</m:t>
                    </m:r>
                  </m:oMath>
                </a14:m>
                <a:endParaRPr lang="en-US" altLang="zh-TW" sz="2400" dirty="0">
                  <a:latin typeface="Corbel" panose="020B0503020204020204" pitchFamily="34" charset="0"/>
                  <a:ea typeface="新細明體" pitchFamily="-106" charset="-120"/>
                  <a:cs typeface="Times"/>
                </a:endParaRPr>
              </a:p>
              <a:p>
                <a:pPr>
                  <a:spcBef>
                    <a:spcPts val="1200"/>
                  </a:spcBef>
                </a:pPr>
                <a:r>
                  <a:rPr lang="en-US" altLang="zh-TW" sz="2400" dirty="0">
                    <a:latin typeface="Corbel" panose="020B0503020204020204" pitchFamily="34" charset="0"/>
                    <a:ea typeface="新細明體" pitchFamily="-106" charset="-120"/>
                    <a:cs typeface="Times"/>
                  </a:rPr>
                  <a:t>If each variable has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𝑘</m:t>
                    </m:r>
                  </m:oMath>
                </a14:m>
                <a:r>
                  <a:rPr lang="en-US" altLang="zh-TW" sz="2400" dirty="0">
                    <a:latin typeface="Corbel" panose="020B0503020204020204" pitchFamily="34" charset="0"/>
                    <a:ea typeface="新細明體" pitchFamily="-106" charset="-120"/>
                    <a:cs typeface="Times"/>
                  </a:rPr>
                  <a:t> parents, network representation requires </a:t>
                </a:r>
                <a14:m>
                  <m:oMath xmlns:m="http://schemas.openxmlformats.org/officeDocument/2006/math">
                    <m:r>
                      <a:rPr lang="en-US" altLang="zh-TW" sz="2400" i="1">
                        <a:latin typeface="Cambria Math" panose="02040503050406030204" pitchFamily="18" charset="0"/>
                        <a:ea typeface="新細明體" pitchFamily="-106" charset="-120"/>
                        <a:cs typeface="Times"/>
                      </a:rPr>
                      <m:t>𝒪</m:t>
                    </m:r>
                    <m:d>
                      <m:dPr>
                        <m:ctrlPr>
                          <a:rPr lang="en-US" altLang="zh-TW" sz="2400" i="1">
                            <a:latin typeface="Cambria Math" panose="02040503050406030204" pitchFamily="18" charset="0"/>
                            <a:ea typeface="新細明體" pitchFamily="-106" charset="-120"/>
                            <a:cs typeface="Times"/>
                          </a:rPr>
                        </m:ctrlPr>
                      </m:dPr>
                      <m:e>
                        <m:r>
                          <a:rPr lang="en-US" altLang="zh-TW" sz="2400" i="1">
                            <a:latin typeface="Cambria Math" panose="02040503050406030204" pitchFamily="18" charset="0"/>
                            <a:ea typeface="新細明體" pitchFamily="-106" charset="-120"/>
                            <a:cs typeface="Times"/>
                          </a:rPr>
                          <m:t>𝑛</m:t>
                        </m:r>
                        <m:sSup>
                          <m:sSupPr>
                            <m:ctrlPr>
                              <a:rPr lang="en-US" altLang="zh-TW" sz="2400" i="1">
                                <a:latin typeface="Cambria Math" panose="02040503050406030204" pitchFamily="18" charset="0"/>
                                <a:ea typeface="新細明體" pitchFamily="-106" charset="-120"/>
                                <a:cs typeface="Times"/>
                              </a:rPr>
                            </m:ctrlPr>
                          </m:sSupPr>
                          <m:e>
                            <m:r>
                              <a:rPr lang="en-US" altLang="zh-TW" sz="2400" i="1">
                                <a:latin typeface="Cambria Math" panose="02040503050406030204" pitchFamily="18" charset="0"/>
                                <a:ea typeface="新細明體" pitchFamily="-106" charset="-120"/>
                                <a:cs typeface="Times"/>
                              </a:rPr>
                              <m:t>2</m:t>
                            </m:r>
                          </m:e>
                          <m:sup>
                            <m:r>
                              <a:rPr lang="en-US" altLang="zh-TW" sz="2400" i="1">
                                <a:latin typeface="Cambria Math" panose="02040503050406030204" pitchFamily="18" charset="0"/>
                                <a:ea typeface="新細明體" pitchFamily="-106" charset="-120"/>
                                <a:cs typeface="Times"/>
                              </a:rPr>
                              <m:t>𝑘</m:t>
                            </m:r>
                          </m:sup>
                        </m:sSup>
                      </m:e>
                    </m:d>
                  </m:oMath>
                </a14:m>
                <a:r>
                  <a:rPr lang="en-US" altLang="zh-TW" sz="2400" dirty="0">
                    <a:latin typeface="Corbel" panose="020B0503020204020204" pitchFamily="34" charset="0"/>
                    <a:ea typeface="新細明體" pitchFamily="-106" charset="-120"/>
                    <a:cs typeface="Times"/>
                  </a:rPr>
                  <a:t> values, vs. </a:t>
                </a:r>
                <a14:m>
                  <m:oMath xmlns:m="http://schemas.openxmlformats.org/officeDocument/2006/math">
                    <m:r>
                      <a:rPr lang="en-US" b="0" i="1" smtClean="0">
                        <a:latin typeface="Cambria Math" panose="02040503050406030204" pitchFamily="18" charset="0"/>
                      </a:rPr>
                      <m:t>𝒪</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e>
                    </m:d>
                  </m:oMath>
                </a14:m>
                <a:r>
                  <a:rPr lang="en-US" altLang="zh-TW" sz="2400" i="1" dirty="0">
                    <a:latin typeface="Corbel" panose="020B0503020204020204" pitchFamily="34" charset="0"/>
                    <a:ea typeface="新細明體" pitchFamily="-106" charset="-120"/>
                    <a:cs typeface="Times"/>
                  </a:rPr>
                  <a:t> </a:t>
                </a:r>
                <a:r>
                  <a:rPr lang="en-US" altLang="zh-TW" sz="2400" dirty="0">
                    <a:latin typeface="Corbel" panose="020B0503020204020204" pitchFamily="34" charset="0"/>
                    <a:ea typeface="新細明體" pitchFamily="-106" charset="-120"/>
                    <a:cs typeface="Times"/>
                  </a:rPr>
                  <a:t>for full joint distribution.</a:t>
                </a:r>
              </a:p>
              <a:p>
                <a:pPr>
                  <a:spcBef>
                    <a:spcPts val="1200"/>
                  </a:spcBef>
                </a:pPr>
                <a:r>
                  <a:rPr lang="en-US" altLang="zh-TW" sz="2400" dirty="0">
                    <a:latin typeface="Corbel" panose="020B0503020204020204" pitchFamily="34" charset="0"/>
                    <a:ea typeface="新細明體" pitchFamily="-106" charset="-120"/>
                    <a:cs typeface="Times"/>
                  </a:rPr>
                  <a:t>For burglary network, </a:t>
                </a:r>
                <a14:m>
                  <m:oMath xmlns:m="http://schemas.openxmlformats.org/officeDocument/2006/math">
                    <m:r>
                      <a:rPr lang="en-US" altLang="zh-TW" sz="2400" i="1">
                        <a:latin typeface="Cambria Math" panose="02040503050406030204" pitchFamily="18" charset="0"/>
                        <a:ea typeface="新細明體" pitchFamily="-106" charset="-120"/>
                        <a:cs typeface="Times"/>
                      </a:rPr>
                      <m:t>1+1+2+2+4=10</m:t>
                    </m:r>
                  </m:oMath>
                </a14:m>
                <a:r>
                  <a:rPr lang="en-US" altLang="zh-TW" sz="2400" dirty="0">
                    <a:latin typeface="Corbel" panose="020B0503020204020204" pitchFamily="34" charset="0"/>
                    <a:ea typeface="新細明體" pitchFamily="-106" charset="-120"/>
                    <a:cs typeface="Times"/>
                  </a:rPr>
                  <a:t> numbers as compared to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5</m:t>
                        </m:r>
                      </m:sup>
                    </m:sSup>
                    <m:r>
                      <a:rPr lang="en-US" b="0" i="1" smtClean="0">
                        <a:latin typeface="Cambria Math" panose="02040503050406030204" pitchFamily="18" charset="0"/>
                      </a:rPr>
                      <m:t>−1=31</m:t>
                    </m:r>
                  </m:oMath>
                </a14:m>
                <a:r>
                  <a:rPr lang="en-US" altLang="zh-TW" sz="2400" dirty="0">
                    <a:latin typeface="Corbel" panose="020B0503020204020204" pitchFamily="34" charset="0"/>
                    <a:ea typeface="新細明體" pitchFamily="-106" charset="-120"/>
                    <a:cs typeface="Times"/>
                  </a:rPr>
                  <a:t> numbers for full joint distribution</a:t>
                </a:r>
              </a:p>
            </p:txBody>
          </p:sp>
        </mc:Choice>
        <mc:Fallback xmlns="">
          <p:sp>
            <p:nvSpPr>
              <p:cNvPr id="595971" name="Rectangle 3"/>
              <p:cNvSpPr>
                <a:spLocks noGrp="1" noRot="1" noChangeAspect="1" noMove="1" noResize="1" noEditPoints="1" noAdjustHandles="1" noChangeArrowheads="1" noChangeShapeType="1" noTextEdit="1"/>
              </p:cNvSpPr>
              <p:nvPr>
                <p:ph idx="1"/>
              </p:nvPr>
            </p:nvSpPr>
            <p:spPr>
              <a:xfrm>
                <a:off x="2506133" y="1752600"/>
                <a:ext cx="8153400" cy="4038600"/>
              </a:xfrm>
              <a:blipFill>
                <a:blip r:embed="rId3"/>
                <a:stretch>
                  <a:fillRect l="-311" t="-1881" r="-467" b="-2821"/>
                </a:stretch>
              </a:blipFill>
            </p:spPr>
            <p:txBody>
              <a:bodyPr/>
              <a:lstStyle/>
              <a:p>
                <a:r>
                  <a:rPr lang="en-GB">
                    <a:noFill/>
                  </a:rPr>
                  <a:t> </a:t>
                </a:r>
              </a:p>
            </p:txBody>
          </p:sp>
        </mc:Fallback>
      </mc:AlternateContent>
      <p:sp>
        <p:nvSpPr>
          <p:cNvPr id="5" name="Slide Number Placeholder 4"/>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31</a:t>
            </a:fld>
            <a:endParaRPr lang="en-US" altLang="zh-TW"/>
          </a:p>
        </p:txBody>
      </p:sp>
      <p:sp>
        <p:nvSpPr>
          <p:cNvPr id="4" name="Title 3">
            <a:extLst>
              <a:ext uri="{FF2B5EF4-FFF2-40B4-BE49-F238E27FC236}">
                <a16:creationId xmlns:a16="http://schemas.microsoft.com/office/drawing/2014/main" id="{24AF809C-D0DD-EC4A-A371-D4A0F6C9E720}"/>
              </a:ext>
            </a:extLst>
          </p:cNvPr>
          <p:cNvSpPr>
            <a:spLocks noGrp="1"/>
          </p:cNvSpPr>
          <p:nvPr>
            <p:ph type="title"/>
          </p:nvPr>
        </p:nvSpPr>
        <p:spPr>
          <a:xfrm>
            <a:off x="2513391" y="93654"/>
            <a:ext cx="7704667" cy="1981200"/>
          </a:xfrm>
        </p:spPr>
        <p:txBody>
          <a:bodyPr>
            <a:normAutofit/>
          </a:bodyPr>
          <a:lstStyle/>
          <a:p>
            <a:r>
              <a:rPr lang="en-US" sz="3600" dirty="0"/>
              <a:t>Bayesian Networks – Compactly Representing Joint Distributions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994" name="Rectangle 2"/>
          <p:cNvSpPr>
            <a:spLocks noGrp="1" noChangeArrowheads="1"/>
          </p:cNvSpPr>
          <p:nvPr>
            <p:ph type="title"/>
          </p:nvPr>
        </p:nvSpPr>
        <p:spPr>
          <a:xfrm>
            <a:off x="2506134" y="212568"/>
            <a:ext cx="7704667" cy="990599"/>
          </a:xfrm>
        </p:spPr>
        <p:txBody>
          <a:bodyPr/>
          <a:lstStyle/>
          <a:p>
            <a:r>
              <a:rPr lang="en-US" altLang="zh-TW" dirty="0">
                <a:ea typeface="新細明體" pitchFamily="-106" charset="-120"/>
                <a:cs typeface="新細明體" pitchFamily="-106" charset="-120"/>
              </a:rPr>
              <a:t>Inference in Bayesian Networks</a:t>
            </a:r>
          </a:p>
        </p:txBody>
      </p:sp>
      <mc:AlternateContent xmlns:mc="http://schemas.openxmlformats.org/markup-compatibility/2006" xmlns:a14="http://schemas.microsoft.com/office/drawing/2010/main">
        <mc:Choice Requires="a14">
          <p:sp>
            <p:nvSpPr>
              <p:cNvPr id="596995" name="Rectangle 3"/>
              <p:cNvSpPr>
                <a:spLocks noGrp="1" noChangeArrowheads="1"/>
              </p:cNvSpPr>
              <p:nvPr>
                <p:ph idx="1"/>
              </p:nvPr>
            </p:nvSpPr>
            <p:spPr>
              <a:xfrm>
                <a:off x="2477104" y="1032935"/>
                <a:ext cx="8153400" cy="5257800"/>
              </a:xfrm>
            </p:spPr>
            <p:txBody>
              <a:bodyPr>
                <a:noAutofit/>
              </a:bodyPr>
              <a:lstStyle/>
              <a:p>
                <a:pPr marL="0" indent="0">
                  <a:lnSpc>
                    <a:spcPct val="120000"/>
                  </a:lnSpc>
                  <a:spcBef>
                    <a:spcPts val="1200"/>
                  </a:spcBef>
                  <a:buNone/>
                </a:pPr>
                <a:r>
                  <a:rPr lang="en-US" altLang="zh-TW" sz="2000" dirty="0">
                    <a:latin typeface="Corbel" panose="020B0503020204020204" pitchFamily="34" charset="0"/>
                    <a:ea typeface="新細明體" pitchFamily="-106" charset="-120"/>
                    <a:cs typeface="Times"/>
                  </a:rPr>
                  <a:t>A Bayesian Network represents the full joint distribution; can infer any query.</a:t>
                </a:r>
              </a:p>
              <a:p>
                <a:pPr marL="0" indent="0">
                  <a:lnSpc>
                    <a:spcPct val="120000"/>
                  </a:lnSpc>
                  <a:spcBef>
                    <a:spcPts val="1200"/>
                  </a:spcBef>
                  <a:buNone/>
                </a:pPr>
                <a14:m>
                  <m:oMathPara xmlns:m="http://schemas.openxmlformats.org/officeDocument/2006/math">
                    <m:oMathParaPr>
                      <m:jc m:val="centerGroup"/>
                    </m:oMathParaPr>
                    <m:oMath xmlns:m="http://schemas.openxmlformats.org/officeDocument/2006/math">
                      <m:func>
                        <m:funcPr>
                          <m:ctrlPr>
                            <a:rPr lang="en-US" altLang="zh-TW" sz="2000" i="1">
                              <a:latin typeface="Cambria Math" panose="02040503050406030204" pitchFamily="18" charset="0"/>
                              <a:ea typeface="新細明體" pitchFamily="-106" charset="-120"/>
                              <a:cs typeface="Times"/>
                            </a:rPr>
                          </m:ctrlPr>
                        </m:funcPr>
                        <m:fName>
                          <m:r>
                            <m:rPr>
                              <m:sty m:val="p"/>
                            </m:rPr>
                            <a:rPr lang="en-US" altLang="zh-TW" sz="2000">
                              <a:latin typeface="Cambria Math" panose="02040503050406030204" pitchFamily="18" charset="0"/>
                              <a:ea typeface="新細明體" pitchFamily="-106" charset="-120"/>
                              <a:cs typeface="Times"/>
                            </a:rPr>
                            <m:t>Pr</m:t>
                          </m:r>
                        </m:fName>
                        <m:e>
                          <m:d>
                            <m:dPr>
                              <m:begChr m:val="["/>
                              <m:endChr m:val="]"/>
                              <m:sepChr m:val="∣"/>
                              <m:ctrlPr>
                                <a:rPr lang="en-US" altLang="zh-TW" sz="2000" i="1">
                                  <a:latin typeface="Cambria Math" panose="02040503050406030204" pitchFamily="18" charset="0"/>
                                  <a:ea typeface="新細明體" pitchFamily="-106" charset="-120"/>
                                  <a:cs typeface="Times"/>
                                </a:rPr>
                              </m:ctrlPr>
                            </m:dPr>
                            <m:e>
                              <m:r>
                                <a:rPr lang="en-US" altLang="zh-TW" sz="2000" i="1">
                                  <a:latin typeface="Cambria Math" panose="02040503050406030204" pitchFamily="18" charset="0"/>
                                  <a:ea typeface="新細明體" pitchFamily="-106" charset="-120"/>
                                  <a:cs typeface="Times"/>
                                </a:rPr>
                                <m:t>𝐵</m:t>
                              </m:r>
                              <m:r>
                                <a:rPr lang="en-US" altLang="zh-TW" sz="2000" i="1">
                                  <a:latin typeface="Cambria Math" panose="02040503050406030204" pitchFamily="18" charset="0"/>
                                  <a:ea typeface="新細明體" pitchFamily="-106" charset="-120"/>
                                  <a:cs typeface="Times"/>
                                </a:rPr>
                                <m:t>=1</m:t>
                              </m:r>
                            </m:e>
                            <m:e>
                              <m:r>
                                <a:rPr lang="en-US" altLang="zh-TW" sz="2000" i="1">
                                  <a:latin typeface="Cambria Math" panose="02040503050406030204" pitchFamily="18" charset="0"/>
                                  <a:ea typeface="新細明體" pitchFamily="-106" charset="-120"/>
                                  <a:cs typeface="Times"/>
                                </a:rPr>
                                <m:t>𝐽</m:t>
                              </m:r>
                              <m:r>
                                <a:rPr lang="en-US" altLang="zh-TW" sz="2000" i="1">
                                  <a:latin typeface="Cambria Math" panose="02040503050406030204" pitchFamily="18" charset="0"/>
                                  <a:ea typeface="新細明體" pitchFamily="-106" charset="-120"/>
                                  <a:cs typeface="Times"/>
                                </a:rPr>
                                <m:t>=1,</m:t>
                              </m:r>
                              <m:r>
                                <a:rPr lang="en-US" altLang="zh-TW" sz="2000" i="1">
                                  <a:latin typeface="Cambria Math" panose="02040503050406030204" pitchFamily="18" charset="0"/>
                                  <a:ea typeface="新細明體" pitchFamily="-106" charset="-120"/>
                                  <a:cs typeface="Times"/>
                                </a:rPr>
                                <m:t>𝑀</m:t>
                              </m:r>
                              <m:r>
                                <a:rPr lang="en-US" altLang="zh-TW" sz="2000" i="1">
                                  <a:latin typeface="Cambria Math" panose="02040503050406030204" pitchFamily="18" charset="0"/>
                                  <a:ea typeface="新細明體" pitchFamily="-106" charset="-120"/>
                                  <a:cs typeface="Times"/>
                                </a:rPr>
                                <m:t>=0</m:t>
                              </m:r>
                            </m:e>
                          </m:d>
                        </m:e>
                      </m:func>
                      <m:r>
                        <a:rPr lang="en-US" altLang="zh-TW" sz="2000" i="1">
                          <a:latin typeface="Cambria Math" panose="02040503050406030204" pitchFamily="18" charset="0"/>
                          <a:ea typeface="新細明體" pitchFamily="-106" charset="-120"/>
                          <a:cs typeface="Times"/>
                        </a:rPr>
                        <m:t>=</m:t>
                      </m:r>
                      <m:f>
                        <m:fPr>
                          <m:ctrlPr>
                            <a:rPr lang="en-US" altLang="zh-TW" sz="2000" i="1">
                              <a:latin typeface="Cambria Math" panose="02040503050406030204" pitchFamily="18" charset="0"/>
                              <a:ea typeface="新細明體" pitchFamily="-106" charset="-120"/>
                              <a:cs typeface="Times"/>
                            </a:rPr>
                          </m:ctrlPr>
                        </m:fPr>
                        <m:num>
                          <m:func>
                            <m:funcPr>
                              <m:ctrlPr>
                                <a:rPr lang="en-US" altLang="zh-TW" sz="2000" i="1">
                                  <a:latin typeface="Cambria Math" panose="02040503050406030204" pitchFamily="18" charset="0"/>
                                  <a:ea typeface="新細明體" pitchFamily="-106" charset="-120"/>
                                  <a:cs typeface="Times"/>
                                </a:rPr>
                              </m:ctrlPr>
                            </m:funcPr>
                            <m:fName>
                              <m:r>
                                <m:rPr>
                                  <m:sty m:val="p"/>
                                </m:rPr>
                                <a:rPr lang="en-US" altLang="zh-TW" sz="2000">
                                  <a:latin typeface="Cambria Math" panose="02040503050406030204" pitchFamily="18" charset="0"/>
                                  <a:ea typeface="新細明體" pitchFamily="-106" charset="-120"/>
                                  <a:cs typeface="Times"/>
                                </a:rPr>
                                <m:t>Pr</m:t>
                              </m:r>
                            </m:fName>
                            <m:e>
                              <m:d>
                                <m:dPr>
                                  <m:begChr m:val="["/>
                                  <m:endChr m:val="]"/>
                                  <m:ctrlPr>
                                    <a:rPr lang="en-US" altLang="zh-TW" sz="2000" i="1">
                                      <a:latin typeface="Cambria Math" panose="02040503050406030204" pitchFamily="18" charset="0"/>
                                      <a:ea typeface="新細明體" pitchFamily="-106" charset="-120"/>
                                      <a:cs typeface="Times"/>
                                    </a:rPr>
                                  </m:ctrlPr>
                                </m:dPr>
                                <m:e>
                                  <m:r>
                                    <a:rPr lang="en-US" altLang="zh-TW" sz="2000" i="1">
                                      <a:latin typeface="Cambria Math" panose="02040503050406030204" pitchFamily="18" charset="0"/>
                                      <a:ea typeface="新細明體" pitchFamily="-106" charset="-120"/>
                                      <a:cs typeface="Times"/>
                                    </a:rPr>
                                    <m:t>𝐵</m:t>
                                  </m:r>
                                  <m:r>
                                    <a:rPr lang="en-US" altLang="zh-TW" sz="2000" i="1">
                                      <a:latin typeface="Cambria Math" panose="02040503050406030204" pitchFamily="18" charset="0"/>
                                      <a:ea typeface="新細明體" pitchFamily="-106" charset="-120"/>
                                      <a:cs typeface="Times"/>
                                    </a:rPr>
                                    <m:t>=1,</m:t>
                                  </m:r>
                                  <m:r>
                                    <a:rPr lang="en-US" altLang="zh-TW" sz="2000" i="1">
                                      <a:latin typeface="Cambria Math" panose="02040503050406030204" pitchFamily="18" charset="0"/>
                                      <a:ea typeface="新細明體" pitchFamily="-106" charset="-120"/>
                                      <a:cs typeface="Times"/>
                                    </a:rPr>
                                    <m:t>𝐽</m:t>
                                  </m:r>
                                  <m:r>
                                    <a:rPr lang="en-US" altLang="zh-TW" sz="2000" i="1">
                                      <a:latin typeface="Cambria Math" panose="02040503050406030204" pitchFamily="18" charset="0"/>
                                      <a:ea typeface="新細明體" pitchFamily="-106" charset="-120"/>
                                      <a:cs typeface="Times"/>
                                    </a:rPr>
                                    <m:t>=1,</m:t>
                                  </m:r>
                                  <m:r>
                                    <a:rPr lang="en-US" altLang="zh-TW" sz="2000" i="1">
                                      <a:latin typeface="Cambria Math" panose="02040503050406030204" pitchFamily="18" charset="0"/>
                                      <a:ea typeface="新細明體" pitchFamily="-106" charset="-120"/>
                                      <a:cs typeface="Times"/>
                                    </a:rPr>
                                    <m:t>𝑀</m:t>
                                  </m:r>
                                  <m:r>
                                    <a:rPr lang="en-US" altLang="zh-TW" sz="2000" i="1">
                                      <a:latin typeface="Cambria Math" panose="02040503050406030204" pitchFamily="18" charset="0"/>
                                      <a:ea typeface="新細明體" pitchFamily="-106" charset="-120"/>
                                      <a:cs typeface="Times"/>
                                    </a:rPr>
                                    <m:t>=0</m:t>
                                  </m:r>
                                </m:e>
                              </m:d>
                            </m:e>
                          </m:func>
                        </m:num>
                        <m:den>
                          <m:func>
                            <m:funcPr>
                              <m:ctrlPr>
                                <a:rPr lang="en-US" altLang="zh-TW" sz="2000" i="1">
                                  <a:latin typeface="Cambria Math" panose="02040503050406030204" pitchFamily="18" charset="0"/>
                                  <a:ea typeface="新細明體" pitchFamily="-106" charset="-120"/>
                                  <a:cs typeface="Times"/>
                                </a:rPr>
                              </m:ctrlPr>
                            </m:funcPr>
                            <m:fName>
                              <m:r>
                                <m:rPr>
                                  <m:sty m:val="p"/>
                                </m:rPr>
                                <a:rPr lang="en-US" altLang="zh-TW" sz="2000">
                                  <a:latin typeface="Cambria Math" panose="02040503050406030204" pitchFamily="18" charset="0"/>
                                  <a:ea typeface="新細明體" pitchFamily="-106" charset="-120"/>
                                  <a:cs typeface="Times"/>
                                </a:rPr>
                                <m:t>Pr</m:t>
                              </m:r>
                            </m:fName>
                            <m:e>
                              <m:d>
                                <m:dPr>
                                  <m:begChr m:val="["/>
                                  <m:endChr m:val="]"/>
                                  <m:ctrlPr>
                                    <a:rPr lang="en-US" altLang="zh-TW" sz="2000" i="1">
                                      <a:latin typeface="Cambria Math" panose="02040503050406030204" pitchFamily="18" charset="0"/>
                                      <a:ea typeface="新細明體" pitchFamily="-106" charset="-120"/>
                                      <a:cs typeface="Times"/>
                                    </a:rPr>
                                  </m:ctrlPr>
                                </m:dPr>
                                <m:e>
                                  <m:r>
                                    <a:rPr lang="en-US" altLang="zh-TW" sz="2000" i="1">
                                      <a:latin typeface="Cambria Math" panose="02040503050406030204" pitchFamily="18" charset="0"/>
                                      <a:ea typeface="新細明體" pitchFamily="-106" charset="-120"/>
                                      <a:cs typeface="Times"/>
                                    </a:rPr>
                                    <m:t>𝐽</m:t>
                                  </m:r>
                                  <m:r>
                                    <a:rPr lang="en-US" altLang="zh-TW" sz="2000" i="1">
                                      <a:latin typeface="Cambria Math" panose="02040503050406030204" pitchFamily="18" charset="0"/>
                                      <a:ea typeface="新細明體" pitchFamily="-106" charset="-120"/>
                                      <a:cs typeface="Times"/>
                                    </a:rPr>
                                    <m:t>=1,</m:t>
                                  </m:r>
                                  <m:r>
                                    <a:rPr lang="en-US" altLang="zh-TW" sz="2000" i="1">
                                      <a:latin typeface="Cambria Math" panose="02040503050406030204" pitchFamily="18" charset="0"/>
                                      <a:ea typeface="新細明體" pitchFamily="-106" charset="-120"/>
                                      <a:cs typeface="Times"/>
                                    </a:rPr>
                                    <m:t>𝑀</m:t>
                                  </m:r>
                                  <m:r>
                                    <a:rPr lang="en-US" altLang="zh-TW" sz="2000" i="1">
                                      <a:latin typeface="Cambria Math" panose="02040503050406030204" pitchFamily="18" charset="0"/>
                                      <a:ea typeface="新細明體" pitchFamily="-106" charset="-120"/>
                                      <a:cs typeface="Times"/>
                                    </a:rPr>
                                    <m:t>=0</m:t>
                                  </m:r>
                                </m:e>
                              </m:d>
                            </m:e>
                          </m:func>
                        </m:den>
                      </m:f>
                      <m:r>
                        <a:rPr lang="en-US" altLang="zh-TW" sz="2000" i="1">
                          <a:latin typeface="Cambria Math" panose="02040503050406030204" pitchFamily="18" charset="0"/>
                          <a:ea typeface="新細明體" pitchFamily="-106" charset="-120"/>
                          <a:cs typeface="Times"/>
                        </a:rPr>
                        <m:t>=?</m:t>
                      </m:r>
                    </m:oMath>
                  </m:oMathPara>
                </a14:m>
                <a:endParaRPr lang="en-US" altLang="zh-TW" sz="2000" dirty="0">
                  <a:latin typeface="Corbel" panose="020B0503020204020204" pitchFamily="34" charset="0"/>
                  <a:ea typeface="新細明體" pitchFamily="-106" charset="-120"/>
                  <a:cs typeface="Times"/>
                </a:endParaRPr>
              </a:p>
              <a:p>
                <a:pPr marL="0" indent="0">
                  <a:lnSpc>
                    <a:spcPct val="120000"/>
                  </a:lnSpc>
                  <a:spcBef>
                    <a:spcPts val="1200"/>
                  </a:spcBef>
                  <a:buNone/>
                </a:pPr>
                <a14:m>
                  <m:oMathPara xmlns:m="http://schemas.openxmlformats.org/officeDocument/2006/math">
                    <m:oMathParaPr>
                      <m:jc m:val="centerGroup"/>
                    </m:oMathParaPr>
                    <m:oMath xmlns:m="http://schemas.openxmlformats.org/officeDocument/2006/math">
                      <m:func>
                        <m:funcPr>
                          <m:ctrlPr>
                            <a:rPr lang="en-US" altLang="zh-TW" sz="2000" i="1">
                              <a:latin typeface="Cambria Math" panose="02040503050406030204" pitchFamily="18" charset="0"/>
                              <a:ea typeface="新細明體" pitchFamily="-106" charset="-120"/>
                              <a:cs typeface="Times"/>
                            </a:rPr>
                          </m:ctrlPr>
                        </m:funcPr>
                        <m:fName>
                          <m:r>
                            <m:rPr>
                              <m:sty m:val="p"/>
                            </m:rPr>
                            <a:rPr lang="en-US" altLang="zh-TW" sz="2000">
                              <a:latin typeface="Cambria Math" panose="02040503050406030204" pitchFamily="18" charset="0"/>
                              <a:ea typeface="新細明體" pitchFamily="-106" charset="-120"/>
                              <a:cs typeface="Times"/>
                            </a:rPr>
                            <m:t>Pr</m:t>
                          </m:r>
                        </m:fName>
                        <m:e>
                          <m:d>
                            <m:dPr>
                              <m:begChr m:val="["/>
                              <m:endChr m:val="]"/>
                              <m:ctrlPr>
                                <a:rPr lang="en-US" altLang="zh-TW" sz="2000" i="1">
                                  <a:latin typeface="Cambria Math" panose="02040503050406030204" pitchFamily="18" charset="0"/>
                                  <a:ea typeface="新細明體" pitchFamily="-106" charset="-120"/>
                                  <a:cs typeface="Times"/>
                                </a:rPr>
                              </m:ctrlPr>
                            </m:dPr>
                            <m:e>
                              <m:r>
                                <a:rPr lang="en-US" altLang="zh-TW" sz="2000" i="1">
                                  <a:latin typeface="Cambria Math" panose="02040503050406030204" pitchFamily="18" charset="0"/>
                                  <a:ea typeface="新細明體" pitchFamily="-106" charset="-120"/>
                                  <a:cs typeface="Times"/>
                                </a:rPr>
                                <m:t>𝐽</m:t>
                              </m:r>
                              <m:r>
                                <a:rPr lang="en-US" altLang="zh-TW" sz="2000" i="1">
                                  <a:latin typeface="Cambria Math" panose="02040503050406030204" pitchFamily="18" charset="0"/>
                                  <a:ea typeface="新細明體" pitchFamily="-106" charset="-120"/>
                                  <a:cs typeface="Times"/>
                                </a:rPr>
                                <m:t>,</m:t>
                              </m:r>
                              <m:r>
                                <a:rPr lang="en-US" altLang="zh-TW" sz="2000" i="1">
                                  <a:latin typeface="Cambria Math" panose="02040503050406030204" pitchFamily="18" charset="0"/>
                                  <a:ea typeface="新細明體" pitchFamily="-106" charset="-120"/>
                                  <a:cs typeface="Times"/>
                                </a:rPr>
                                <m:t>𝑀</m:t>
                              </m:r>
                              <m:r>
                                <a:rPr lang="en-US" altLang="zh-TW" sz="2000" i="1">
                                  <a:latin typeface="Cambria Math" panose="02040503050406030204" pitchFamily="18" charset="0"/>
                                  <a:ea typeface="新細明體" pitchFamily="-106" charset="-120"/>
                                  <a:cs typeface="Times"/>
                                </a:rPr>
                                <m:t>,</m:t>
                              </m:r>
                              <m:r>
                                <a:rPr lang="en-US" altLang="zh-TW" sz="2000" i="1">
                                  <a:latin typeface="Cambria Math" panose="02040503050406030204" pitchFamily="18" charset="0"/>
                                  <a:ea typeface="新細明體" pitchFamily="-106" charset="-120"/>
                                  <a:cs typeface="Times"/>
                                </a:rPr>
                                <m:t>𝐴</m:t>
                              </m:r>
                              <m:r>
                                <a:rPr lang="en-US" altLang="zh-TW" sz="2000" i="1">
                                  <a:latin typeface="Cambria Math" panose="02040503050406030204" pitchFamily="18" charset="0"/>
                                  <a:ea typeface="新細明體" pitchFamily="-106" charset="-120"/>
                                  <a:cs typeface="Times"/>
                                </a:rPr>
                                <m:t>,</m:t>
                              </m:r>
                              <m:r>
                                <a:rPr lang="en-US" altLang="zh-TW" sz="2000" i="1">
                                  <a:latin typeface="Cambria Math" panose="02040503050406030204" pitchFamily="18" charset="0"/>
                                  <a:ea typeface="新細明體" pitchFamily="-106" charset="-120"/>
                                  <a:cs typeface="Times"/>
                                </a:rPr>
                                <m:t>𝐵</m:t>
                              </m:r>
                              <m:r>
                                <a:rPr lang="en-US" altLang="zh-TW" sz="2000" i="1">
                                  <a:latin typeface="Cambria Math" panose="02040503050406030204" pitchFamily="18" charset="0"/>
                                  <a:ea typeface="新細明體" pitchFamily="-106" charset="-120"/>
                                  <a:cs typeface="Times"/>
                                </a:rPr>
                                <m:t>,</m:t>
                              </m:r>
                              <m:r>
                                <a:rPr lang="en-US" altLang="zh-TW" sz="2000" i="1">
                                  <a:latin typeface="Cambria Math" panose="02040503050406030204" pitchFamily="18" charset="0"/>
                                  <a:ea typeface="新細明體" pitchFamily="-106" charset="-120"/>
                                  <a:cs typeface="Times"/>
                                </a:rPr>
                                <m:t>𝐸</m:t>
                              </m:r>
                            </m:e>
                          </m:d>
                        </m:e>
                      </m:func>
                      <m:r>
                        <a:rPr lang="en-US" altLang="zh-TW" sz="2000" i="1">
                          <a:latin typeface="Cambria Math" panose="02040503050406030204" pitchFamily="18" charset="0"/>
                          <a:ea typeface="新細明體" pitchFamily="-106" charset="-120"/>
                          <a:cs typeface="Times"/>
                        </a:rPr>
                        <m:t>=</m:t>
                      </m:r>
                      <m:func>
                        <m:funcPr>
                          <m:ctrlPr>
                            <a:rPr lang="en-US" altLang="zh-TW" sz="2000" i="1">
                              <a:latin typeface="Cambria Math" panose="02040503050406030204" pitchFamily="18" charset="0"/>
                              <a:ea typeface="新細明體" pitchFamily="-106" charset="-120"/>
                              <a:cs typeface="Times"/>
                            </a:rPr>
                          </m:ctrlPr>
                        </m:funcPr>
                        <m:fName>
                          <m:r>
                            <m:rPr>
                              <m:sty m:val="p"/>
                            </m:rPr>
                            <a:rPr lang="en-US" altLang="zh-TW" sz="2000">
                              <a:latin typeface="Cambria Math" panose="02040503050406030204" pitchFamily="18" charset="0"/>
                              <a:ea typeface="新細明體" pitchFamily="-106" charset="-120"/>
                              <a:cs typeface="Times"/>
                            </a:rPr>
                            <m:t>Pr</m:t>
                          </m:r>
                        </m:fName>
                        <m:e>
                          <m:d>
                            <m:dPr>
                              <m:begChr m:val="["/>
                              <m:endChr m:val="]"/>
                              <m:sepChr m:val="∣"/>
                              <m:ctrlPr>
                                <a:rPr lang="en-US" altLang="zh-TW" sz="2000" i="1">
                                  <a:latin typeface="Cambria Math" panose="02040503050406030204" pitchFamily="18" charset="0"/>
                                  <a:ea typeface="新細明體" pitchFamily="-106" charset="-120"/>
                                  <a:cs typeface="Times"/>
                                </a:rPr>
                              </m:ctrlPr>
                            </m:dPr>
                            <m:e>
                              <m:r>
                                <a:rPr lang="en-US" altLang="zh-TW" sz="2000" i="1">
                                  <a:latin typeface="Cambria Math" panose="02040503050406030204" pitchFamily="18" charset="0"/>
                                  <a:ea typeface="新細明體" pitchFamily="-106" charset="-120"/>
                                  <a:cs typeface="Times"/>
                                </a:rPr>
                                <m:t>𝐽</m:t>
                              </m:r>
                            </m:e>
                            <m:e>
                              <m:r>
                                <a:rPr lang="en-US" altLang="zh-TW" sz="2000" i="1">
                                  <a:latin typeface="Cambria Math" panose="02040503050406030204" pitchFamily="18" charset="0"/>
                                  <a:ea typeface="新細明體" pitchFamily="-106" charset="-120"/>
                                  <a:cs typeface="Times"/>
                                </a:rPr>
                                <m:t>𝐴</m:t>
                              </m:r>
                            </m:e>
                          </m:d>
                        </m:e>
                      </m:func>
                      <m:func>
                        <m:funcPr>
                          <m:ctrlPr>
                            <a:rPr lang="en-US" altLang="zh-TW" sz="2000" i="1">
                              <a:latin typeface="Cambria Math" panose="02040503050406030204" pitchFamily="18" charset="0"/>
                              <a:ea typeface="新細明體" pitchFamily="-106" charset="-120"/>
                              <a:cs typeface="Times"/>
                            </a:rPr>
                          </m:ctrlPr>
                        </m:funcPr>
                        <m:fName>
                          <m:r>
                            <m:rPr>
                              <m:sty m:val="p"/>
                            </m:rPr>
                            <a:rPr lang="en-US" altLang="zh-TW" sz="2000">
                              <a:latin typeface="Cambria Math" panose="02040503050406030204" pitchFamily="18" charset="0"/>
                              <a:ea typeface="新細明體" pitchFamily="-106" charset="-120"/>
                              <a:cs typeface="Times"/>
                            </a:rPr>
                            <m:t>Pr</m:t>
                          </m:r>
                        </m:fName>
                        <m:e>
                          <m:d>
                            <m:dPr>
                              <m:begChr m:val="["/>
                              <m:endChr m:val="]"/>
                              <m:sepChr m:val="∣"/>
                              <m:ctrlPr>
                                <a:rPr lang="en-US" altLang="zh-TW" sz="2000" i="1">
                                  <a:latin typeface="Cambria Math" panose="02040503050406030204" pitchFamily="18" charset="0"/>
                                  <a:ea typeface="新細明體" pitchFamily="-106" charset="-120"/>
                                  <a:cs typeface="Times"/>
                                </a:rPr>
                              </m:ctrlPr>
                            </m:dPr>
                            <m:e>
                              <m:r>
                                <a:rPr lang="en-US" altLang="zh-TW" sz="2000" i="1">
                                  <a:latin typeface="Cambria Math" panose="02040503050406030204" pitchFamily="18" charset="0"/>
                                  <a:ea typeface="新細明體" pitchFamily="-106" charset="-120"/>
                                  <a:cs typeface="Times"/>
                                </a:rPr>
                                <m:t>𝑀</m:t>
                              </m:r>
                            </m:e>
                            <m:e>
                              <m:r>
                                <a:rPr lang="en-US" altLang="zh-TW" sz="2000" i="1">
                                  <a:latin typeface="Cambria Math" panose="02040503050406030204" pitchFamily="18" charset="0"/>
                                  <a:ea typeface="新細明體" pitchFamily="-106" charset="-120"/>
                                  <a:cs typeface="Times"/>
                                </a:rPr>
                                <m:t>𝐴</m:t>
                              </m:r>
                            </m:e>
                          </m:d>
                        </m:e>
                      </m:func>
                      <m:func>
                        <m:funcPr>
                          <m:ctrlPr>
                            <a:rPr lang="en-US" altLang="zh-TW" sz="2000" i="1">
                              <a:latin typeface="Cambria Math" panose="02040503050406030204" pitchFamily="18" charset="0"/>
                              <a:ea typeface="新細明體" pitchFamily="-106" charset="-120"/>
                              <a:cs typeface="Times"/>
                            </a:rPr>
                          </m:ctrlPr>
                        </m:funcPr>
                        <m:fName>
                          <m:r>
                            <m:rPr>
                              <m:sty m:val="p"/>
                            </m:rPr>
                            <a:rPr lang="en-US" altLang="zh-TW" sz="2000">
                              <a:latin typeface="Cambria Math" panose="02040503050406030204" pitchFamily="18" charset="0"/>
                              <a:ea typeface="新細明體" pitchFamily="-106" charset="-120"/>
                              <a:cs typeface="Times"/>
                            </a:rPr>
                            <m:t>Pr</m:t>
                          </m:r>
                        </m:fName>
                        <m:e>
                          <m:d>
                            <m:dPr>
                              <m:begChr m:val="["/>
                              <m:endChr m:val="]"/>
                              <m:sepChr m:val="∣"/>
                              <m:ctrlPr>
                                <a:rPr lang="en-US" altLang="zh-TW" sz="2000" i="1">
                                  <a:latin typeface="Cambria Math" panose="02040503050406030204" pitchFamily="18" charset="0"/>
                                  <a:ea typeface="新細明體" pitchFamily="-106" charset="-120"/>
                                  <a:cs typeface="Times"/>
                                </a:rPr>
                              </m:ctrlPr>
                            </m:dPr>
                            <m:e>
                              <m:r>
                                <a:rPr lang="en-US" altLang="zh-TW" sz="2000" i="1">
                                  <a:latin typeface="Cambria Math" panose="02040503050406030204" pitchFamily="18" charset="0"/>
                                  <a:ea typeface="新細明體" pitchFamily="-106" charset="-120"/>
                                  <a:cs typeface="Times"/>
                                </a:rPr>
                                <m:t>𝐴</m:t>
                              </m:r>
                            </m:e>
                            <m:e>
                              <m:r>
                                <a:rPr lang="en-US" altLang="zh-TW" sz="2000" i="1">
                                  <a:latin typeface="Cambria Math" panose="02040503050406030204" pitchFamily="18" charset="0"/>
                                  <a:ea typeface="新細明體" pitchFamily="-106" charset="-120"/>
                                  <a:cs typeface="Times"/>
                                </a:rPr>
                                <m:t>𝐵</m:t>
                              </m:r>
                              <m:r>
                                <a:rPr lang="en-US" altLang="zh-TW" sz="2000" i="1">
                                  <a:latin typeface="Cambria Math" panose="02040503050406030204" pitchFamily="18" charset="0"/>
                                  <a:ea typeface="新細明體" pitchFamily="-106" charset="-120"/>
                                  <a:cs typeface="Times"/>
                                </a:rPr>
                                <m:t>,</m:t>
                              </m:r>
                              <m:r>
                                <a:rPr lang="en-US" altLang="zh-TW" sz="2000" i="1">
                                  <a:latin typeface="Cambria Math" panose="02040503050406030204" pitchFamily="18" charset="0"/>
                                  <a:ea typeface="新細明體" pitchFamily="-106" charset="-120"/>
                                  <a:cs typeface="Times"/>
                                </a:rPr>
                                <m:t>𝐸</m:t>
                              </m:r>
                            </m:e>
                          </m:d>
                        </m:e>
                      </m:func>
                      <m:func>
                        <m:funcPr>
                          <m:ctrlPr>
                            <a:rPr lang="en-US" altLang="zh-TW" sz="2000" i="1">
                              <a:latin typeface="Cambria Math" panose="02040503050406030204" pitchFamily="18" charset="0"/>
                              <a:ea typeface="新細明體" pitchFamily="-106" charset="-120"/>
                              <a:cs typeface="Times"/>
                            </a:rPr>
                          </m:ctrlPr>
                        </m:funcPr>
                        <m:fName>
                          <m:r>
                            <m:rPr>
                              <m:sty m:val="p"/>
                            </m:rPr>
                            <a:rPr lang="en-US" altLang="zh-TW" sz="2000">
                              <a:latin typeface="Cambria Math" panose="02040503050406030204" pitchFamily="18" charset="0"/>
                              <a:ea typeface="新細明體" pitchFamily="-106" charset="-120"/>
                              <a:cs typeface="Times"/>
                            </a:rPr>
                            <m:t>Pr</m:t>
                          </m:r>
                        </m:fName>
                        <m:e>
                          <m:d>
                            <m:dPr>
                              <m:begChr m:val="["/>
                              <m:endChr m:val="]"/>
                              <m:ctrlPr>
                                <a:rPr lang="en-US" altLang="zh-TW" sz="2000" i="1">
                                  <a:latin typeface="Cambria Math" panose="02040503050406030204" pitchFamily="18" charset="0"/>
                                  <a:ea typeface="新細明體" pitchFamily="-106" charset="-120"/>
                                  <a:cs typeface="Times"/>
                                </a:rPr>
                              </m:ctrlPr>
                            </m:dPr>
                            <m:e>
                              <m:r>
                                <a:rPr lang="en-US" altLang="zh-TW" sz="2000" i="1">
                                  <a:latin typeface="Cambria Math" panose="02040503050406030204" pitchFamily="18" charset="0"/>
                                  <a:ea typeface="新細明體" pitchFamily="-106" charset="-120"/>
                                  <a:cs typeface="Times"/>
                                </a:rPr>
                                <m:t>𝐵</m:t>
                              </m:r>
                            </m:e>
                          </m:d>
                        </m:e>
                      </m:func>
                      <m:func>
                        <m:funcPr>
                          <m:ctrlPr>
                            <a:rPr lang="en-US" altLang="zh-TW" sz="2000" i="1">
                              <a:latin typeface="Cambria Math" panose="02040503050406030204" pitchFamily="18" charset="0"/>
                              <a:ea typeface="新細明體" pitchFamily="-106" charset="-120"/>
                              <a:cs typeface="Times"/>
                            </a:rPr>
                          </m:ctrlPr>
                        </m:funcPr>
                        <m:fName>
                          <m:r>
                            <m:rPr>
                              <m:sty m:val="p"/>
                            </m:rPr>
                            <a:rPr lang="en-US" altLang="zh-TW" sz="2000">
                              <a:latin typeface="Cambria Math" panose="02040503050406030204" pitchFamily="18" charset="0"/>
                              <a:ea typeface="新細明體" pitchFamily="-106" charset="-120"/>
                              <a:cs typeface="Times"/>
                            </a:rPr>
                            <m:t>Pr</m:t>
                          </m:r>
                        </m:fName>
                        <m:e>
                          <m:d>
                            <m:dPr>
                              <m:begChr m:val="["/>
                              <m:endChr m:val="]"/>
                              <m:ctrlPr>
                                <a:rPr lang="en-US" altLang="zh-TW" sz="2000" i="1">
                                  <a:latin typeface="Cambria Math" panose="02040503050406030204" pitchFamily="18" charset="0"/>
                                  <a:ea typeface="新細明體" pitchFamily="-106" charset="-120"/>
                                  <a:cs typeface="Times"/>
                                </a:rPr>
                              </m:ctrlPr>
                            </m:dPr>
                            <m:e>
                              <m:r>
                                <a:rPr lang="en-US" altLang="zh-TW" sz="2000" i="1">
                                  <a:latin typeface="Cambria Math" panose="02040503050406030204" pitchFamily="18" charset="0"/>
                                  <a:ea typeface="新細明體" pitchFamily="-106" charset="-120"/>
                                  <a:cs typeface="Times"/>
                                </a:rPr>
                                <m:t>𝐸</m:t>
                              </m:r>
                            </m:e>
                          </m:d>
                        </m:e>
                      </m:func>
                    </m:oMath>
                  </m:oMathPara>
                </a14:m>
                <a:endParaRPr lang="en-US" altLang="zh-TW" sz="2000" dirty="0">
                  <a:latin typeface="Corbel" panose="020B0503020204020204" pitchFamily="34" charset="0"/>
                  <a:ea typeface="新細明體" pitchFamily="-106" charset="-120"/>
                  <a:cs typeface="Times"/>
                </a:endParaRPr>
              </a:p>
              <a:p>
                <a:pPr marL="0" indent="0">
                  <a:lnSpc>
                    <a:spcPct val="120000"/>
                  </a:lnSpc>
                  <a:spcBef>
                    <a:spcPts val="1200"/>
                  </a:spcBef>
                  <a:buNone/>
                </a:pPr>
                <a:r>
                  <a:rPr lang="en-US" altLang="zh-TW" sz="2000" dirty="0">
                    <a:latin typeface="Corbel" panose="020B0503020204020204" pitchFamily="34" charset="0"/>
                    <a:ea typeface="新細明體" pitchFamily="-106" charset="-120"/>
                    <a:cs typeface="Times"/>
                  </a:rPr>
                  <a:t>e.g. </a:t>
                </a:r>
              </a:p>
              <a:p>
                <a:pPr marL="0" indent="0">
                  <a:lnSpc>
                    <a:spcPct val="120000"/>
                  </a:lnSpc>
                  <a:spcBef>
                    <a:spcPts val="1200"/>
                  </a:spcBef>
                  <a:buNone/>
                </a:pPr>
                <a14:m>
                  <m:oMathPara xmlns:m="http://schemas.openxmlformats.org/officeDocument/2006/math">
                    <m:oMathParaPr>
                      <m:jc m:val="centerGroup"/>
                    </m:oMathParaPr>
                    <m:oMath xmlns:m="http://schemas.openxmlformats.org/officeDocument/2006/math">
                      <m:func>
                        <m:funcPr>
                          <m:ctrlPr>
                            <a:rPr lang="en-US" altLang="zh-TW" sz="2000" i="1">
                              <a:latin typeface="Cambria Math" panose="02040503050406030204" pitchFamily="18" charset="0"/>
                              <a:ea typeface="新細明體" pitchFamily="-106" charset="-120"/>
                              <a:cs typeface="Times"/>
                            </a:rPr>
                          </m:ctrlPr>
                        </m:funcPr>
                        <m:fName>
                          <m:r>
                            <m:rPr>
                              <m:sty m:val="p"/>
                            </m:rPr>
                            <a:rPr lang="en-US" altLang="zh-TW" sz="2000">
                              <a:latin typeface="Cambria Math" panose="02040503050406030204" pitchFamily="18" charset="0"/>
                              <a:ea typeface="新細明體" pitchFamily="-106" charset="-120"/>
                              <a:cs typeface="Times"/>
                            </a:rPr>
                            <m:t>Pr</m:t>
                          </m:r>
                        </m:fName>
                        <m:e>
                          <m:d>
                            <m:dPr>
                              <m:begChr m:val="["/>
                              <m:endChr m:val="]"/>
                              <m:ctrlPr>
                                <a:rPr lang="en-US" altLang="zh-TW" sz="2000" i="1">
                                  <a:latin typeface="Cambria Math" panose="02040503050406030204" pitchFamily="18" charset="0"/>
                                  <a:ea typeface="新細明體" pitchFamily="-106" charset="-120"/>
                                  <a:cs typeface="Times"/>
                                </a:rPr>
                              </m:ctrlPr>
                            </m:dPr>
                            <m:e>
                              <m:r>
                                <a:rPr lang="en-US" altLang="zh-TW" sz="2000" i="1">
                                  <a:latin typeface="Cambria Math" panose="02040503050406030204" pitchFamily="18" charset="0"/>
                                  <a:ea typeface="新細明體" pitchFamily="-106" charset="-120"/>
                                  <a:cs typeface="Times"/>
                                </a:rPr>
                                <m:t>𝐵</m:t>
                              </m:r>
                              <m:r>
                                <a:rPr lang="en-US" altLang="zh-TW" sz="2000" i="1">
                                  <a:latin typeface="Cambria Math" panose="02040503050406030204" pitchFamily="18" charset="0"/>
                                  <a:ea typeface="新細明體" pitchFamily="-106" charset="-120"/>
                                  <a:cs typeface="Times"/>
                                </a:rPr>
                                <m:t>=1,</m:t>
                              </m:r>
                              <m:r>
                                <a:rPr lang="en-US" altLang="zh-TW" sz="2000" i="1">
                                  <a:latin typeface="Cambria Math" panose="02040503050406030204" pitchFamily="18" charset="0"/>
                                  <a:ea typeface="新細明體" pitchFamily="-106" charset="-120"/>
                                  <a:cs typeface="Times"/>
                                </a:rPr>
                                <m:t>𝐽</m:t>
                              </m:r>
                              <m:r>
                                <a:rPr lang="en-US" altLang="zh-TW" sz="2000" i="1">
                                  <a:latin typeface="Cambria Math" panose="02040503050406030204" pitchFamily="18" charset="0"/>
                                  <a:ea typeface="新細明體" pitchFamily="-106" charset="-120"/>
                                  <a:cs typeface="Times"/>
                                </a:rPr>
                                <m:t>=1,</m:t>
                              </m:r>
                              <m:r>
                                <a:rPr lang="en-US" altLang="zh-TW" sz="2000" i="1">
                                  <a:latin typeface="Cambria Math" panose="02040503050406030204" pitchFamily="18" charset="0"/>
                                  <a:ea typeface="新細明體" pitchFamily="-106" charset="-120"/>
                                  <a:cs typeface="Times"/>
                                </a:rPr>
                                <m:t>𝑀</m:t>
                              </m:r>
                              <m:r>
                                <a:rPr lang="en-US" altLang="zh-TW" sz="2000" i="1">
                                  <a:latin typeface="Cambria Math" panose="02040503050406030204" pitchFamily="18" charset="0"/>
                                  <a:ea typeface="新細明體" pitchFamily="-106" charset="-120"/>
                                  <a:cs typeface="Times"/>
                                </a:rPr>
                                <m:t>=0,</m:t>
                              </m:r>
                              <m:r>
                                <a:rPr lang="en-US" altLang="zh-TW" sz="2000" i="1">
                                  <a:latin typeface="Cambria Math" panose="02040503050406030204" pitchFamily="18" charset="0"/>
                                  <a:ea typeface="新細明體" pitchFamily="-106" charset="-120"/>
                                  <a:cs typeface="Times"/>
                                </a:rPr>
                                <m:t>𝐴</m:t>
                              </m:r>
                              <m:r>
                                <a:rPr lang="en-US" altLang="zh-TW" sz="2000" i="1">
                                  <a:latin typeface="Cambria Math" panose="02040503050406030204" pitchFamily="18" charset="0"/>
                                  <a:ea typeface="新細明體" pitchFamily="-106" charset="-120"/>
                                  <a:cs typeface="Times"/>
                                </a:rPr>
                                <m:t>=1,</m:t>
                              </m:r>
                              <m:r>
                                <a:rPr lang="en-US" altLang="zh-TW" sz="2000" i="1">
                                  <a:latin typeface="Cambria Math" panose="02040503050406030204" pitchFamily="18" charset="0"/>
                                  <a:ea typeface="新細明體" pitchFamily="-106" charset="-120"/>
                                  <a:cs typeface="Times"/>
                                </a:rPr>
                                <m:t>𝐸</m:t>
                              </m:r>
                              <m:r>
                                <a:rPr lang="en-US" altLang="zh-TW" sz="2000" i="1">
                                  <a:latin typeface="Cambria Math" panose="02040503050406030204" pitchFamily="18" charset="0"/>
                                  <a:ea typeface="新細明體" pitchFamily="-106" charset="-120"/>
                                  <a:cs typeface="Times"/>
                                </a:rPr>
                                <m:t>=0</m:t>
                              </m:r>
                            </m:e>
                          </m:d>
                        </m:e>
                      </m:func>
                      <m:r>
                        <a:rPr lang="en-US" altLang="zh-TW" sz="2000" i="1">
                          <a:latin typeface="Cambria Math" panose="02040503050406030204" pitchFamily="18" charset="0"/>
                          <a:ea typeface="新細明體" pitchFamily="-106" charset="-120"/>
                          <a:cs typeface="Times"/>
                        </a:rPr>
                        <m:t>=</m:t>
                      </m:r>
                      <m:func>
                        <m:funcPr>
                          <m:ctrlPr>
                            <a:rPr lang="en-US" altLang="zh-TW" sz="2000" i="1">
                              <a:latin typeface="Cambria Math" panose="02040503050406030204" pitchFamily="18" charset="0"/>
                              <a:ea typeface="新細明體" pitchFamily="-106" charset="-120"/>
                              <a:cs typeface="Times"/>
                            </a:rPr>
                          </m:ctrlPr>
                        </m:funcPr>
                        <m:fName>
                          <m:r>
                            <m:rPr>
                              <m:sty m:val="p"/>
                            </m:rPr>
                            <a:rPr lang="en-US" altLang="zh-TW" sz="2000">
                              <a:latin typeface="Cambria Math" panose="02040503050406030204" pitchFamily="18" charset="0"/>
                              <a:ea typeface="新細明體" pitchFamily="-106" charset="-120"/>
                              <a:cs typeface="Times"/>
                            </a:rPr>
                            <m:t>Pr</m:t>
                          </m:r>
                        </m:fName>
                        <m:e>
                          <m:d>
                            <m:dPr>
                              <m:begChr m:val="["/>
                              <m:endChr m:val="]"/>
                              <m:sepChr m:val="∣"/>
                              <m:ctrlPr>
                                <a:rPr lang="en-US" altLang="zh-TW" sz="2000" i="1">
                                  <a:latin typeface="Cambria Math" panose="02040503050406030204" pitchFamily="18" charset="0"/>
                                  <a:ea typeface="新細明體" pitchFamily="-106" charset="-120"/>
                                  <a:cs typeface="Times"/>
                                </a:rPr>
                              </m:ctrlPr>
                            </m:dPr>
                            <m:e>
                              <m:r>
                                <a:rPr lang="en-US" altLang="zh-TW" sz="2000" i="1">
                                  <a:latin typeface="Cambria Math" panose="02040503050406030204" pitchFamily="18" charset="0"/>
                                  <a:ea typeface="新細明體" pitchFamily="-106" charset="-120"/>
                                  <a:cs typeface="Times"/>
                                </a:rPr>
                                <m:t>𝑗</m:t>
                              </m:r>
                            </m:e>
                            <m:e>
                              <m:r>
                                <a:rPr lang="en-US" altLang="zh-TW" sz="2000" i="1">
                                  <a:latin typeface="Cambria Math" panose="02040503050406030204" pitchFamily="18" charset="0"/>
                                  <a:ea typeface="新細明體" pitchFamily="-106" charset="-120"/>
                                  <a:cs typeface="Times"/>
                                </a:rPr>
                                <m:t>𝑎</m:t>
                              </m:r>
                            </m:e>
                          </m:d>
                        </m:e>
                      </m:func>
                      <m:func>
                        <m:funcPr>
                          <m:ctrlPr>
                            <a:rPr lang="en-US" altLang="zh-TW" sz="2000" i="1">
                              <a:latin typeface="Cambria Math" panose="02040503050406030204" pitchFamily="18" charset="0"/>
                              <a:ea typeface="新細明體" pitchFamily="-106" charset="-120"/>
                              <a:cs typeface="Times"/>
                            </a:rPr>
                          </m:ctrlPr>
                        </m:funcPr>
                        <m:fName>
                          <m:r>
                            <m:rPr>
                              <m:sty m:val="p"/>
                            </m:rPr>
                            <a:rPr lang="en-US" altLang="zh-TW" sz="2000">
                              <a:latin typeface="Cambria Math" panose="02040503050406030204" pitchFamily="18" charset="0"/>
                              <a:ea typeface="新細明體" pitchFamily="-106" charset="-120"/>
                              <a:cs typeface="Times"/>
                            </a:rPr>
                            <m:t>Pr</m:t>
                          </m:r>
                        </m:fName>
                        <m:e>
                          <m:r>
                            <a:rPr lang="en-US" altLang="zh-TW" sz="2000" i="1">
                              <a:latin typeface="Cambria Math" panose="02040503050406030204" pitchFamily="18" charset="0"/>
                              <a:ea typeface="新細明體" pitchFamily="-106" charset="-120"/>
                              <a:cs typeface="Times"/>
                            </a:rPr>
                            <m:t>[¬</m:t>
                          </m:r>
                          <m:r>
                            <a:rPr lang="en-US" altLang="zh-TW" sz="2000" i="1">
                              <a:latin typeface="Cambria Math" panose="02040503050406030204" pitchFamily="18" charset="0"/>
                              <a:ea typeface="新細明體" pitchFamily="-106" charset="-120"/>
                              <a:cs typeface="Times"/>
                            </a:rPr>
                            <m:t>𝑚</m:t>
                          </m:r>
                          <m:r>
                            <a:rPr lang="en-US" altLang="zh-TW" sz="2000" i="1">
                              <a:latin typeface="Cambria Math" panose="02040503050406030204" pitchFamily="18" charset="0"/>
                              <a:ea typeface="新細明體" pitchFamily="-106" charset="-120"/>
                              <a:cs typeface="Times"/>
                            </a:rPr>
                            <m:t>∣</m:t>
                          </m:r>
                          <m:r>
                            <a:rPr lang="en-US" altLang="zh-TW" sz="2000" i="1">
                              <a:latin typeface="Cambria Math" panose="02040503050406030204" pitchFamily="18" charset="0"/>
                              <a:ea typeface="新細明體" pitchFamily="-106" charset="-120"/>
                              <a:cs typeface="Times"/>
                            </a:rPr>
                            <m:t>𝑎</m:t>
                          </m:r>
                          <m:r>
                            <a:rPr lang="en-US" altLang="zh-TW" sz="2000" i="1">
                              <a:latin typeface="Cambria Math" panose="02040503050406030204" pitchFamily="18" charset="0"/>
                              <a:ea typeface="新細明體" pitchFamily="-106" charset="-120"/>
                              <a:cs typeface="Times"/>
                            </a:rPr>
                            <m:t>]</m:t>
                          </m:r>
                        </m:e>
                      </m:func>
                      <m:func>
                        <m:funcPr>
                          <m:ctrlPr>
                            <a:rPr lang="en-US" altLang="zh-TW" sz="2000" i="1">
                              <a:latin typeface="Cambria Math" panose="02040503050406030204" pitchFamily="18" charset="0"/>
                              <a:ea typeface="新細明體" pitchFamily="-106" charset="-120"/>
                              <a:cs typeface="Times"/>
                            </a:rPr>
                          </m:ctrlPr>
                        </m:funcPr>
                        <m:fName>
                          <m:r>
                            <m:rPr>
                              <m:sty m:val="p"/>
                            </m:rPr>
                            <a:rPr lang="en-US" altLang="zh-TW" sz="2000">
                              <a:latin typeface="Cambria Math" panose="02040503050406030204" pitchFamily="18" charset="0"/>
                              <a:ea typeface="新細明體" pitchFamily="-106" charset="-120"/>
                              <a:cs typeface="Times"/>
                            </a:rPr>
                            <m:t>Pr</m:t>
                          </m:r>
                        </m:fName>
                        <m:e>
                          <m:d>
                            <m:dPr>
                              <m:begChr m:val="["/>
                              <m:endChr m:val="]"/>
                              <m:sepChr m:val="∣"/>
                              <m:ctrlPr>
                                <a:rPr lang="en-US" altLang="zh-TW" sz="2000" i="1">
                                  <a:latin typeface="Cambria Math" panose="02040503050406030204" pitchFamily="18" charset="0"/>
                                  <a:ea typeface="新細明體" pitchFamily="-106" charset="-120"/>
                                  <a:cs typeface="Times"/>
                                </a:rPr>
                              </m:ctrlPr>
                            </m:dPr>
                            <m:e>
                              <m:r>
                                <a:rPr lang="en-US" altLang="zh-TW" sz="2000" i="1">
                                  <a:latin typeface="Cambria Math" panose="02040503050406030204" pitchFamily="18" charset="0"/>
                                  <a:ea typeface="新細明體" pitchFamily="-106" charset="-120"/>
                                  <a:cs typeface="Times"/>
                                </a:rPr>
                                <m:t>𝑎</m:t>
                              </m:r>
                            </m:e>
                            <m:e>
                              <m:r>
                                <a:rPr lang="en-US" altLang="zh-TW" sz="2000" i="1">
                                  <a:latin typeface="Cambria Math" panose="02040503050406030204" pitchFamily="18" charset="0"/>
                                  <a:ea typeface="新細明體" pitchFamily="-106" charset="-120"/>
                                  <a:cs typeface="Times"/>
                                </a:rPr>
                                <m:t>𝑏</m:t>
                              </m:r>
                              <m:r>
                                <a:rPr lang="en-US" altLang="zh-TW" sz="2000" i="1">
                                  <a:latin typeface="Cambria Math" panose="02040503050406030204" pitchFamily="18" charset="0"/>
                                  <a:ea typeface="新細明體" pitchFamily="-106" charset="-120"/>
                                  <a:cs typeface="Times"/>
                                </a:rPr>
                                <m:t>,¬</m:t>
                              </m:r>
                              <m:r>
                                <a:rPr lang="en-US" altLang="zh-TW" sz="2000" i="1">
                                  <a:latin typeface="Cambria Math" panose="02040503050406030204" pitchFamily="18" charset="0"/>
                                  <a:ea typeface="新細明體" pitchFamily="-106" charset="-120"/>
                                  <a:cs typeface="Times"/>
                                </a:rPr>
                                <m:t>𝑒</m:t>
                              </m:r>
                            </m:e>
                          </m:d>
                        </m:e>
                      </m:func>
                      <m:func>
                        <m:funcPr>
                          <m:ctrlPr>
                            <a:rPr lang="en-US" altLang="zh-TW" sz="2000" i="1">
                              <a:latin typeface="Cambria Math" panose="02040503050406030204" pitchFamily="18" charset="0"/>
                              <a:ea typeface="新細明體" pitchFamily="-106" charset="-120"/>
                              <a:cs typeface="Times"/>
                            </a:rPr>
                          </m:ctrlPr>
                        </m:funcPr>
                        <m:fName>
                          <m:r>
                            <m:rPr>
                              <m:sty m:val="p"/>
                            </m:rPr>
                            <a:rPr lang="en-US" altLang="zh-TW" sz="2000">
                              <a:latin typeface="Cambria Math" panose="02040503050406030204" pitchFamily="18" charset="0"/>
                              <a:ea typeface="新細明體" pitchFamily="-106" charset="-120"/>
                              <a:cs typeface="Times"/>
                            </a:rPr>
                            <m:t>Pr</m:t>
                          </m:r>
                        </m:fName>
                        <m:e>
                          <m:r>
                            <a:rPr lang="en-US" altLang="zh-TW" sz="2000" i="1">
                              <a:latin typeface="Cambria Math" panose="02040503050406030204" pitchFamily="18" charset="0"/>
                              <a:ea typeface="新細明體" pitchFamily="-106" charset="-120"/>
                              <a:cs typeface="Times"/>
                            </a:rPr>
                            <m:t>[</m:t>
                          </m:r>
                          <m:r>
                            <a:rPr lang="en-US" altLang="zh-TW" sz="2000" i="1">
                              <a:latin typeface="Cambria Math" panose="02040503050406030204" pitchFamily="18" charset="0"/>
                              <a:ea typeface="新細明體" pitchFamily="-106" charset="-120"/>
                              <a:cs typeface="Times"/>
                            </a:rPr>
                            <m:t>𝑏</m:t>
                          </m:r>
                        </m:e>
                      </m:func>
                      <m:r>
                        <a:rPr lang="en-US" altLang="zh-TW" sz="2000" i="1">
                          <a:latin typeface="Cambria Math" panose="02040503050406030204" pitchFamily="18" charset="0"/>
                          <a:ea typeface="新細明體" pitchFamily="-106" charset="-120"/>
                          <a:cs typeface="Times"/>
                        </a:rPr>
                        <m:t>]</m:t>
                      </m:r>
                      <m:func>
                        <m:funcPr>
                          <m:ctrlPr>
                            <a:rPr lang="en-US" altLang="zh-TW" sz="2000" i="1">
                              <a:latin typeface="Cambria Math" panose="02040503050406030204" pitchFamily="18" charset="0"/>
                              <a:ea typeface="新細明體" pitchFamily="-106" charset="-120"/>
                              <a:cs typeface="Times"/>
                            </a:rPr>
                          </m:ctrlPr>
                        </m:funcPr>
                        <m:fName>
                          <m:r>
                            <m:rPr>
                              <m:sty m:val="p"/>
                            </m:rPr>
                            <a:rPr lang="en-US" altLang="zh-TW" sz="2000">
                              <a:latin typeface="Cambria Math" panose="02040503050406030204" pitchFamily="18" charset="0"/>
                              <a:ea typeface="新細明體" pitchFamily="-106" charset="-120"/>
                              <a:cs typeface="Times"/>
                            </a:rPr>
                            <m:t>Pr</m:t>
                          </m:r>
                        </m:fName>
                        <m:e>
                          <m:d>
                            <m:dPr>
                              <m:begChr m:val="["/>
                              <m:endChr m:val="]"/>
                              <m:ctrlPr>
                                <a:rPr lang="en-US" altLang="zh-TW" sz="2000" i="1">
                                  <a:latin typeface="Cambria Math" panose="02040503050406030204" pitchFamily="18" charset="0"/>
                                  <a:ea typeface="新細明體" pitchFamily="-106" charset="-120"/>
                                  <a:cs typeface="Times"/>
                                </a:rPr>
                              </m:ctrlPr>
                            </m:dPr>
                            <m:e>
                              <m:r>
                                <a:rPr lang="en-US" altLang="zh-TW" sz="2000" i="1">
                                  <a:latin typeface="Cambria Math" panose="02040503050406030204" pitchFamily="18" charset="0"/>
                                  <a:ea typeface="新細明體" pitchFamily="-106" charset="-120"/>
                                  <a:cs typeface="Times"/>
                                </a:rPr>
                                <m:t>¬</m:t>
                              </m:r>
                              <m:r>
                                <a:rPr lang="en-US" altLang="zh-TW" sz="2000" i="1">
                                  <a:latin typeface="Cambria Math" panose="02040503050406030204" pitchFamily="18" charset="0"/>
                                  <a:ea typeface="新細明體" pitchFamily="-106" charset="-120"/>
                                  <a:cs typeface="Times"/>
                                </a:rPr>
                                <m:t>𝑒</m:t>
                              </m:r>
                            </m:e>
                          </m:d>
                        </m:e>
                      </m:func>
                      <m:r>
                        <a:rPr lang="en-US" altLang="zh-TW" sz="2000" i="1">
                          <a:latin typeface="Cambria Math" panose="02040503050406030204" pitchFamily="18" charset="0"/>
                          <a:ea typeface="新細明體" pitchFamily="-106" charset="-120"/>
                          <a:cs typeface="Times"/>
                        </a:rPr>
                        <m:t>=0.9×0.3×0.94×0.001×0.998≃0.000253</m:t>
                      </m:r>
                    </m:oMath>
                  </m:oMathPara>
                </a14:m>
                <a:endParaRPr lang="en-US" altLang="zh-TW" sz="2000" dirty="0">
                  <a:latin typeface="Corbel" panose="020B0503020204020204" pitchFamily="34" charset="0"/>
                  <a:ea typeface="新細明體" pitchFamily="-106" charset="-120"/>
                  <a:cs typeface="Times"/>
                </a:endParaRPr>
              </a:p>
              <a:p>
                <a:pPr marL="0" indent="0">
                  <a:lnSpc>
                    <a:spcPct val="120000"/>
                  </a:lnSpc>
                  <a:spcBef>
                    <a:spcPts val="1200"/>
                  </a:spcBef>
                  <a:buNone/>
                </a:pPr>
                <a:r>
                  <a:rPr lang="en-US" altLang="zh-TW" sz="2000" dirty="0">
                    <a:latin typeface="Corbel" panose="020B0503020204020204" pitchFamily="34" charset="0"/>
                    <a:ea typeface="新細明體" pitchFamily="-106" charset="-120"/>
                    <a:cs typeface="Times"/>
                  </a:rPr>
                  <a:t>Need to compute the cases </a:t>
                </a:r>
                <a14:m>
                  <m:oMath xmlns:m="http://schemas.openxmlformats.org/officeDocument/2006/math">
                    <m:r>
                      <a:rPr lang="en-US" altLang="zh-TW" sz="2000" i="1">
                        <a:latin typeface="Cambria Math" panose="02040503050406030204" pitchFamily="18" charset="0"/>
                        <a:ea typeface="新細明體" pitchFamily="-106" charset="-120"/>
                        <a:cs typeface="Times"/>
                      </a:rPr>
                      <m:t>𝐴</m:t>
                    </m:r>
                    <m:r>
                      <a:rPr lang="en-US" altLang="zh-TW" sz="2000" i="1">
                        <a:latin typeface="Cambria Math" panose="02040503050406030204" pitchFamily="18" charset="0"/>
                        <a:ea typeface="新細明體" pitchFamily="-106" charset="-120"/>
                        <a:cs typeface="Times"/>
                      </a:rPr>
                      <m:t>=0,</m:t>
                    </m:r>
                    <m:r>
                      <a:rPr lang="en-US" altLang="zh-TW" sz="2000" i="1">
                        <a:latin typeface="Cambria Math" panose="02040503050406030204" pitchFamily="18" charset="0"/>
                        <a:ea typeface="新細明體" pitchFamily="-106" charset="-120"/>
                        <a:cs typeface="Times"/>
                      </a:rPr>
                      <m:t>𝐸</m:t>
                    </m:r>
                    <m:r>
                      <a:rPr lang="en-US" altLang="zh-TW" sz="2000" i="1">
                        <a:latin typeface="Cambria Math" panose="02040503050406030204" pitchFamily="18" charset="0"/>
                        <a:ea typeface="新細明體" pitchFamily="-106" charset="-120"/>
                        <a:cs typeface="Times"/>
                      </a:rPr>
                      <m:t>=0;</m:t>
                    </m:r>
                    <m:r>
                      <a:rPr lang="en-US" altLang="zh-TW" sz="2000" i="1">
                        <a:latin typeface="Cambria Math" panose="02040503050406030204" pitchFamily="18" charset="0"/>
                        <a:ea typeface="新細明體" pitchFamily="-106" charset="-120"/>
                        <a:cs typeface="Times"/>
                      </a:rPr>
                      <m:t>𝐴</m:t>
                    </m:r>
                    <m:r>
                      <a:rPr lang="en-US" altLang="zh-TW" sz="2000" i="1">
                        <a:latin typeface="Cambria Math" panose="02040503050406030204" pitchFamily="18" charset="0"/>
                        <a:ea typeface="新細明體" pitchFamily="-106" charset="-120"/>
                        <a:cs typeface="Times"/>
                      </a:rPr>
                      <m:t>=1,</m:t>
                    </m:r>
                    <m:r>
                      <a:rPr lang="en-US" altLang="zh-TW" sz="2000" i="1">
                        <a:latin typeface="Cambria Math" panose="02040503050406030204" pitchFamily="18" charset="0"/>
                        <a:ea typeface="新細明體" pitchFamily="-106" charset="-120"/>
                        <a:cs typeface="Times"/>
                      </a:rPr>
                      <m:t>𝐸</m:t>
                    </m:r>
                    <m:r>
                      <a:rPr lang="en-US" altLang="zh-TW" sz="2000" i="1">
                        <a:latin typeface="Cambria Math" panose="02040503050406030204" pitchFamily="18" charset="0"/>
                        <a:ea typeface="新細明體" pitchFamily="-106" charset="-120"/>
                        <a:cs typeface="Times"/>
                      </a:rPr>
                      <m:t>=1;</m:t>
                    </m:r>
                    <m:r>
                      <a:rPr lang="en-US" altLang="zh-TW" sz="2000" i="1">
                        <a:latin typeface="Cambria Math" panose="02040503050406030204" pitchFamily="18" charset="0"/>
                        <a:ea typeface="新細明體" pitchFamily="-106" charset="-120"/>
                        <a:cs typeface="Times"/>
                      </a:rPr>
                      <m:t>𝐴</m:t>
                    </m:r>
                    <m:r>
                      <a:rPr lang="en-US" altLang="zh-TW" sz="2000" i="1">
                        <a:latin typeface="Cambria Math" panose="02040503050406030204" pitchFamily="18" charset="0"/>
                        <a:ea typeface="新細明體" pitchFamily="-106" charset="-120"/>
                        <a:cs typeface="Times"/>
                      </a:rPr>
                      <m:t>=1,</m:t>
                    </m:r>
                    <m:r>
                      <a:rPr lang="en-US" altLang="zh-TW" sz="2000" i="1">
                        <a:latin typeface="Cambria Math" panose="02040503050406030204" pitchFamily="18" charset="0"/>
                        <a:ea typeface="新細明體" pitchFamily="-106" charset="-120"/>
                        <a:cs typeface="Times"/>
                      </a:rPr>
                      <m:t>𝐸</m:t>
                    </m:r>
                    <m:r>
                      <a:rPr lang="en-US" altLang="zh-TW" sz="2000" i="1">
                        <a:latin typeface="Cambria Math" panose="02040503050406030204" pitchFamily="18" charset="0"/>
                        <a:ea typeface="新細明體" pitchFamily="-106" charset="-120"/>
                        <a:cs typeface="Times"/>
                      </a:rPr>
                      <m:t>=0</m:t>
                    </m:r>
                  </m:oMath>
                </a14:m>
                <a:r>
                  <a:rPr lang="en-US" altLang="zh-TW" sz="2000" dirty="0">
                    <a:latin typeface="Corbel" panose="020B0503020204020204" pitchFamily="34" charset="0"/>
                    <a:ea typeface="新細明體" pitchFamily="-106" charset="-120"/>
                    <a:cs typeface="Times"/>
                  </a:rPr>
                  <a:t>. </a:t>
                </a:r>
              </a:p>
            </p:txBody>
          </p:sp>
        </mc:Choice>
        <mc:Fallback xmlns="">
          <p:sp>
            <p:nvSpPr>
              <p:cNvPr id="596995" name="Rectangle 3"/>
              <p:cNvSpPr>
                <a:spLocks noGrp="1" noRot="1" noChangeAspect="1" noMove="1" noResize="1" noEditPoints="1" noAdjustHandles="1" noChangeArrowheads="1" noChangeShapeType="1" noTextEdit="1"/>
              </p:cNvSpPr>
              <p:nvPr>
                <p:ph idx="1"/>
              </p:nvPr>
            </p:nvSpPr>
            <p:spPr>
              <a:xfrm>
                <a:off x="2477104" y="1032935"/>
                <a:ext cx="8153400" cy="5257800"/>
              </a:xfrm>
              <a:blipFill>
                <a:blip r:embed="rId3"/>
                <a:stretch>
                  <a:fillRect l="-621"/>
                </a:stretch>
              </a:blipFill>
            </p:spPr>
            <p:txBody>
              <a:bodyPr/>
              <a:lstStyle/>
              <a:p>
                <a:r>
                  <a:rPr lang="en-GB">
                    <a:noFill/>
                  </a:rPr>
                  <a:t> </a:t>
                </a:r>
              </a:p>
            </p:txBody>
          </p:sp>
        </mc:Fallback>
      </mc:AlternateContent>
      <p:sp>
        <p:nvSpPr>
          <p:cNvPr id="6" name="Slide Number Placeholder 5"/>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32</a:t>
            </a:fld>
            <a:endParaRPr lang="en-US" altLang="zh-TW"/>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018" name="Rectangle 2"/>
          <p:cNvSpPr>
            <a:spLocks noGrp="1" noChangeArrowheads="1"/>
          </p:cNvSpPr>
          <p:nvPr>
            <p:ph type="title"/>
          </p:nvPr>
        </p:nvSpPr>
        <p:spPr>
          <a:xfrm>
            <a:off x="2506134" y="457202"/>
            <a:ext cx="7704667" cy="948153"/>
          </a:xfrm>
        </p:spPr>
        <p:txBody>
          <a:bodyPr/>
          <a:lstStyle/>
          <a:p>
            <a:r>
              <a:rPr lang="en-US" altLang="zh-TW">
                <a:ea typeface="新細明體" pitchFamily="-106" charset="-120"/>
                <a:cs typeface="新細明體" pitchFamily="-106" charset="-120"/>
              </a:rPr>
              <a:t>Constructing Bayesian Networks</a:t>
            </a:r>
          </a:p>
        </p:txBody>
      </p:sp>
      <mc:AlternateContent xmlns:mc="http://schemas.openxmlformats.org/markup-compatibility/2006" xmlns:a14="http://schemas.microsoft.com/office/drawing/2010/main">
        <mc:Choice Requires="a14">
          <p:sp>
            <p:nvSpPr>
              <p:cNvPr id="598019" name="Rectangle 3"/>
              <p:cNvSpPr>
                <a:spLocks noGrp="1" noChangeArrowheads="1"/>
              </p:cNvSpPr>
              <p:nvPr>
                <p:ph idx="1"/>
              </p:nvPr>
            </p:nvSpPr>
            <p:spPr>
              <a:xfrm>
                <a:off x="2506133" y="1631707"/>
                <a:ext cx="8077200" cy="4419600"/>
              </a:xfrm>
            </p:spPr>
            <p:txBody>
              <a:bodyPr>
                <a:noAutofit/>
              </a:bodyPr>
              <a:lstStyle/>
              <a:p>
                <a:pPr>
                  <a:spcBef>
                    <a:spcPts val="1200"/>
                  </a:spcBef>
                  <a:buNone/>
                </a:pPr>
                <a:r>
                  <a:rPr lang="en-US" altLang="zh-TW" sz="2400" dirty="0">
                    <a:latin typeface="Corbel" panose="020B0503020204020204" pitchFamily="34" charset="0"/>
                    <a:ea typeface="新細明體" pitchFamily="-106" charset="-120"/>
                    <a:cs typeface="Times"/>
                  </a:rPr>
                  <a:t>1. Choose an ordering of variables </a:t>
                </a:r>
                <a14:m>
                  <m:oMath xmlns:m="http://schemas.openxmlformats.org/officeDocument/2006/math">
                    <m:sSub>
                      <m:sSubPr>
                        <m:ctrlPr>
                          <a:rPr lang="en-US" altLang="zh-TW" sz="2400" i="1">
                            <a:latin typeface="Cambria Math" panose="02040503050406030204" pitchFamily="18" charset="0"/>
                            <a:ea typeface="新細明體" pitchFamily="-106" charset="-120"/>
                            <a:cs typeface="Times"/>
                          </a:rPr>
                        </m:ctrlPr>
                      </m:sSubPr>
                      <m:e>
                        <m:r>
                          <a:rPr lang="en-US" altLang="zh-TW" sz="2400" i="1">
                            <a:latin typeface="Cambria Math" panose="02040503050406030204" pitchFamily="18" charset="0"/>
                            <a:ea typeface="新細明體" pitchFamily="-106" charset="-120"/>
                            <a:cs typeface="Times"/>
                          </a:rPr>
                          <m:t>𝑋</m:t>
                        </m:r>
                      </m:e>
                      <m:sub>
                        <m:r>
                          <a:rPr lang="en-US" altLang="zh-TW" sz="2400" i="1">
                            <a:latin typeface="Cambria Math" panose="02040503050406030204" pitchFamily="18" charset="0"/>
                            <a:ea typeface="新細明體" pitchFamily="-106" charset="-120"/>
                            <a:cs typeface="Times"/>
                          </a:rPr>
                          <m:t>1</m:t>
                        </m:r>
                      </m:sub>
                    </m:sSub>
                    <m:r>
                      <m:rPr>
                        <m:lit/>
                      </m:rPr>
                      <a:rPr lang="en-US" altLang="zh-TW" sz="2400" i="1">
                        <a:latin typeface="Cambria Math" panose="02040503050406030204" pitchFamily="18" charset="0"/>
                        <a:ea typeface="新細明體" pitchFamily="-106" charset="-120"/>
                        <a:cs typeface="Times"/>
                      </a:rPr>
                      <m:t>,</m:t>
                    </m:r>
                    <m:r>
                      <a:rPr lang="en-US" altLang="zh-TW" sz="2400" i="1">
                        <a:latin typeface="Cambria Math" panose="02040503050406030204" pitchFamily="18" charset="0"/>
                        <a:ea typeface="新細明體" pitchFamily="-106" charset="-120"/>
                        <a:cs typeface="Times"/>
                      </a:rPr>
                      <m:t>…,</m:t>
                    </m:r>
                    <m:sSub>
                      <m:sSubPr>
                        <m:ctrlPr>
                          <a:rPr lang="en-US" altLang="zh-TW" sz="2400" i="1">
                            <a:latin typeface="Cambria Math" panose="02040503050406030204" pitchFamily="18" charset="0"/>
                            <a:ea typeface="新細明體" pitchFamily="-106" charset="-120"/>
                            <a:cs typeface="Times"/>
                          </a:rPr>
                        </m:ctrlPr>
                      </m:sSubPr>
                      <m:e>
                        <m:r>
                          <a:rPr lang="en-US" altLang="zh-TW" sz="2400" i="1">
                            <a:latin typeface="Cambria Math" panose="02040503050406030204" pitchFamily="18" charset="0"/>
                            <a:ea typeface="新細明體" pitchFamily="-106" charset="-120"/>
                            <a:cs typeface="Times"/>
                          </a:rPr>
                          <m:t>𝑋</m:t>
                        </m:r>
                      </m:e>
                      <m:sub>
                        <m:r>
                          <a:rPr lang="en-US" altLang="zh-TW" sz="2400" i="1">
                            <a:latin typeface="Cambria Math" panose="02040503050406030204" pitchFamily="18" charset="0"/>
                            <a:ea typeface="新細明體" pitchFamily="-106" charset="-120"/>
                            <a:cs typeface="Times"/>
                          </a:rPr>
                          <m:t>𝑛</m:t>
                        </m:r>
                      </m:sub>
                    </m:sSub>
                  </m:oMath>
                </a14:m>
                <a:endParaRPr lang="en-US" altLang="zh-TW" sz="2400" dirty="0">
                  <a:latin typeface="Corbel" panose="020B0503020204020204" pitchFamily="34" charset="0"/>
                  <a:ea typeface="新細明體" pitchFamily="-106" charset="-120"/>
                  <a:cs typeface="Times"/>
                </a:endParaRPr>
              </a:p>
              <a:p>
                <a:pPr>
                  <a:spcBef>
                    <a:spcPts val="1200"/>
                  </a:spcBef>
                  <a:buNone/>
                </a:pPr>
                <a:r>
                  <a:rPr lang="en-US" altLang="zh-TW" sz="2400" dirty="0">
                    <a:latin typeface="Corbel" panose="020B0503020204020204" pitchFamily="34" charset="0"/>
                    <a:ea typeface="新細明體" pitchFamily="-106" charset="-120"/>
                    <a:cs typeface="Times"/>
                  </a:rPr>
                  <a:t>2. For </a:t>
                </a:r>
                <a14:m>
                  <m:oMath xmlns:m="http://schemas.openxmlformats.org/officeDocument/2006/math">
                    <m:r>
                      <a:rPr lang="en-US" altLang="zh-TW" sz="2400" i="1">
                        <a:latin typeface="Cambria Math" panose="02040503050406030204" pitchFamily="18" charset="0"/>
                        <a:ea typeface="新細明體" pitchFamily="-106" charset="-120"/>
                        <a:cs typeface="Times"/>
                      </a:rPr>
                      <m:t>𝑖</m:t>
                    </m:r>
                    <m:r>
                      <a:rPr lang="en-US" altLang="zh-TW" sz="2400" i="1">
                        <a:latin typeface="Cambria Math" panose="02040503050406030204" pitchFamily="18" charset="0"/>
                        <a:ea typeface="新細明體" pitchFamily="-106" charset="-120"/>
                        <a:cs typeface="Times"/>
                      </a:rPr>
                      <m:t>=1,…,</m:t>
                    </m:r>
                    <m:r>
                      <a:rPr lang="en-US" altLang="zh-TW" sz="2400" i="1">
                        <a:latin typeface="Cambria Math" panose="02040503050406030204" pitchFamily="18" charset="0"/>
                        <a:ea typeface="新細明體" pitchFamily="-106" charset="-120"/>
                        <a:cs typeface="Times"/>
                      </a:rPr>
                      <m:t>𝑛</m:t>
                    </m:r>
                    <m:r>
                      <a:rPr lang="en-US" altLang="zh-TW" sz="2400" i="1">
                        <a:latin typeface="Cambria Math" panose="02040503050406030204" pitchFamily="18" charset="0"/>
                        <a:ea typeface="新細明體" pitchFamily="-106" charset="-120"/>
                        <a:cs typeface="Times"/>
                      </a:rPr>
                      <m:t>:</m:t>
                    </m:r>
                  </m:oMath>
                </a14:m>
                <a:endParaRPr lang="en-US" altLang="zh-TW" sz="2400" dirty="0">
                  <a:latin typeface="Corbel" panose="020B0503020204020204" pitchFamily="34" charset="0"/>
                  <a:ea typeface="新細明體" pitchFamily="-106" charset="-120"/>
                  <a:cs typeface="Times"/>
                </a:endParaRPr>
              </a:p>
              <a:p>
                <a:pPr lvl="1">
                  <a:spcBef>
                    <a:spcPts val="1200"/>
                  </a:spcBef>
                </a:pPr>
                <a:r>
                  <a:rPr lang="en-US" altLang="zh-TW" sz="2400" dirty="0">
                    <a:latin typeface="Corbel" panose="020B0503020204020204" pitchFamily="34" charset="0"/>
                    <a:ea typeface="新細明體" pitchFamily="-106" charset="-120"/>
                    <a:cs typeface="Times"/>
                  </a:rPr>
                  <a:t>Add node </a:t>
                </a:r>
                <a14:m>
                  <m:oMath xmlns:m="http://schemas.openxmlformats.org/officeDocument/2006/math">
                    <m:sSub>
                      <m:sSubPr>
                        <m:ctrlPr>
                          <a:rPr lang="en-US" altLang="zh-TW" sz="2400" i="1">
                            <a:latin typeface="Cambria Math" panose="02040503050406030204" pitchFamily="18" charset="0"/>
                            <a:ea typeface="新細明體" pitchFamily="-106" charset="-120"/>
                            <a:cs typeface="Times"/>
                          </a:rPr>
                        </m:ctrlPr>
                      </m:sSubPr>
                      <m:e>
                        <m:r>
                          <a:rPr lang="en-US" altLang="zh-TW" sz="2400" i="1">
                            <a:latin typeface="Cambria Math" panose="02040503050406030204" pitchFamily="18" charset="0"/>
                            <a:ea typeface="新細明體" pitchFamily="-106" charset="-120"/>
                            <a:cs typeface="Times"/>
                          </a:rPr>
                          <m:t>𝑋</m:t>
                        </m:r>
                      </m:e>
                      <m:sub>
                        <m:r>
                          <a:rPr lang="en-US" altLang="zh-TW" sz="2400" i="1">
                            <a:latin typeface="Cambria Math" panose="02040503050406030204" pitchFamily="18" charset="0"/>
                            <a:ea typeface="新細明體" pitchFamily="-106" charset="-120"/>
                            <a:cs typeface="Times"/>
                          </a:rPr>
                          <m:t>𝑖</m:t>
                        </m:r>
                      </m:sub>
                    </m:sSub>
                  </m:oMath>
                </a14:m>
                <a:r>
                  <a:rPr lang="en-US" altLang="zh-TW" sz="2400" dirty="0">
                    <a:latin typeface="Corbel" panose="020B0503020204020204" pitchFamily="34" charset="0"/>
                    <a:ea typeface="新細明體" pitchFamily="-106" charset="-120"/>
                    <a:cs typeface="Times"/>
                  </a:rPr>
                  <a:t> to the network</a:t>
                </a:r>
              </a:p>
              <a:p>
                <a:pPr lvl="1">
                  <a:spcBef>
                    <a:spcPts val="1200"/>
                  </a:spcBef>
                </a:pPr>
                <a:r>
                  <a:rPr lang="en-US" altLang="zh-TW" sz="2400" dirty="0">
                    <a:latin typeface="Corbel" panose="020B0503020204020204" pitchFamily="34" charset="0"/>
                    <a:ea typeface="新細明體" pitchFamily="-106" charset="-120"/>
                    <a:cs typeface="Times"/>
                  </a:rPr>
                  <a:t>Select minimal set of parents from </a:t>
                </a:r>
                <a14:m>
                  <m:oMath xmlns:m="http://schemas.openxmlformats.org/officeDocument/2006/math">
                    <m:sSub>
                      <m:sSubPr>
                        <m:ctrlPr>
                          <a:rPr lang="en-US" altLang="zh-TW" sz="2400" i="1">
                            <a:latin typeface="Cambria Math" panose="02040503050406030204" pitchFamily="18" charset="0"/>
                            <a:ea typeface="新細明體" pitchFamily="-106" charset="-120"/>
                            <a:cs typeface="Times"/>
                          </a:rPr>
                        </m:ctrlPr>
                      </m:sSubPr>
                      <m:e>
                        <m:r>
                          <a:rPr lang="en-US" altLang="zh-TW" sz="2400" i="1">
                            <a:latin typeface="Cambria Math" panose="02040503050406030204" pitchFamily="18" charset="0"/>
                            <a:ea typeface="新細明體" pitchFamily="-106" charset="-120"/>
                            <a:cs typeface="Times"/>
                          </a:rPr>
                          <m:t>𝑋</m:t>
                        </m:r>
                      </m:e>
                      <m:sub>
                        <m:r>
                          <a:rPr lang="en-US" altLang="zh-TW" sz="2400" i="1">
                            <a:latin typeface="Cambria Math" panose="02040503050406030204" pitchFamily="18" charset="0"/>
                            <a:ea typeface="新細明體" pitchFamily="-106" charset="-120"/>
                            <a:cs typeface="Times"/>
                          </a:rPr>
                          <m:t>1</m:t>
                        </m:r>
                      </m:sub>
                    </m:sSub>
                    <m:r>
                      <a:rPr lang="en-US" altLang="zh-TW" sz="2400" i="1">
                        <a:latin typeface="Cambria Math" panose="02040503050406030204" pitchFamily="18" charset="0"/>
                        <a:ea typeface="新細明體" pitchFamily="-106" charset="-120"/>
                        <a:cs typeface="Times"/>
                      </a:rPr>
                      <m:t>,…,</m:t>
                    </m:r>
                    <m:sSub>
                      <m:sSubPr>
                        <m:ctrlPr>
                          <a:rPr lang="en-US" altLang="zh-TW" sz="2400" i="1">
                            <a:latin typeface="Cambria Math" panose="02040503050406030204" pitchFamily="18" charset="0"/>
                            <a:ea typeface="新細明體" pitchFamily="-106" charset="-120"/>
                            <a:cs typeface="Times"/>
                          </a:rPr>
                        </m:ctrlPr>
                      </m:sSubPr>
                      <m:e>
                        <m:r>
                          <a:rPr lang="en-US" altLang="zh-TW" sz="2400" i="1">
                            <a:latin typeface="Cambria Math" panose="02040503050406030204" pitchFamily="18" charset="0"/>
                            <a:ea typeface="新細明體" pitchFamily="-106" charset="-120"/>
                            <a:cs typeface="Times"/>
                          </a:rPr>
                          <m:t>𝑋</m:t>
                        </m:r>
                      </m:e>
                      <m:sub>
                        <m:r>
                          <a:rPr lang="en-US" altLang="zh-TW" sz="2400" i="1">
                            <a:latin typeface="Cambria Math" panose="02040503050406030204" pitchFamily="18" charset="0"/>
                            <a:ea typeface="新細明體" pitchFamily="-106" charset="-120"/>
                            <a:cs typeface="Times"/>
                          </a:rPr>
                          <m:t>𝑖</m:t>
                        </m:r>
                        <m:r>
                          <a:rPr lang="en-US" altLang="zh-TW" sz="2400" i="1">
                            <a:latin typeface="Cambria Math" panose="02040503050406030204" pitchFamily="18" charset="0"/>
                            <a:ea typeface="新細明體" pitchFamily="-106" charset="-120"/>
                            <a:cs typeface="Times"/>
                          </a:rPr>
                          <m:t>−1</m:t>
                        </m:r>
                      </m:sub>
                    </m:sSub>
                  </m:oMath>
                </a14:m>
                <a:r>
                  <a:rPr lang="en-US" altLang="zh-TW" sz="2400" dirty="0">
                    <a:latin typeface="Corbel" panose="020B0503020204020204" pitchFamily="34" charset="0"/>
                    <a:ea typeface="新細明體" pitchFamily="-106" charset="-120"/>
                    <a:cs typeface="Times"/>
                  </a:rPr>
                  <a:t> such that</a:t>
                </a:r>
                <a:br>
                  <a:rPr lang="en-US" altLang="zh-TW" sz="2400" dirty="0">
                    <a:latin typeface="Corbel" panose="020B0503020204020204" pitchFamily="34" charset="0"/>
                    <a:ea typeface="新細明體" pitchFamily="-106" charset="-120"/>
                    <a:cs typeface="Times"/>
                  </a:rPr>
                </a:br>
                <a14:m>
                  <m:oMath xmlns:m="http://schemas.openxmlformats.org/officeDocument/2006/math">
                    <m:func>
                      <m:funcPr>
                        <m:ctrlPr>
                          <a:rPr lang="en-US" altLang="zh-TW" sz="2400" i="1">
                            <a:latin typeface="Cambria Math" panose="02040503050406030204" pitchFamily="18" charset="0"/>
                            <a:ea typeface="新細明體" pitchFamily="-106" charset="-120"/>
                            <a:cs typeface="Times"/>
                          </a:rPr>
                        </m:ctrlPr>
                      </m:funcPr>
                      <m:fName>
                        <m:r>
                          <m:rPr>
                            <m:sty m:val="p"/>
                          </m:rPr>
                          <a:rPr lang="en-US" altLang="zh-TW" sz="2400">
                            <a:latin typeface="Cambria Math" panose="02040503050406030204" pitchFamily="18" charset="0"/>
                            <a:ea typeface="新細明體" pitchFamily="-106" charset="-120"/>
                            <a:cs typeface="Times"/>
                          </a:rPr>
                          <m:t>Pr</m:t>
                        </m:r>
                      </m:fName>
                      <m:e>
                        <m:d>
                          <m:dPr>
                            <m:begChr m:val="["/>
                            <m:endChr m:val="]"/>
                            <m:sepChr m:val="∣"/>
                            <m:ctrlPr>
                              <a:rPr lang="en-US" altLang="zh-TW" sz="2400" i="1">
                                <a:latin typeface="Cambria Math" panose="02040503050406030204" pitchFamily="18" charset="0"/>
                                <a:ea typeface="新細明體" pitchFamily="-106" charset="-120"/>
                                <a:cs typeface="Times"/>
                              </a:rPr>
                            </m:ctrlPr>
                          </m:dPr>
                          <m:e>
                            <m:sSub>
                              <m:sSubPr>
                                <m:ctrlPr>
                                  <a:rPr lang="en-US" altLang="zh-TW" sz="2400" i="1">
                                    <a:latin typeface="Cambria Math" panose="02040503050406030204" pitchFamily="18" charset="0"/>
                                    <a:ea typeface="新細明體" pitchFamily="-106" charset="-120"/>
                                    <a:cs typeface="Times"/>
                                  </a:rPr>
                                </m:ctrlPr>
                              </m:sSubPr>
                              <m:e>
                                <m:r>
                                  <a:rPr lang="en-US" altLang="zh-TW" sz="2400" i="1">
                                    <a:latin typeface="Cambria Math" panose="02040503050406030204" pitchFamily="18" charset="0"/>
                                    <a:ea typeface="新細明體" pitchFamily="-106" charset="-120"/>
                                    <a:cs typeface="Times"/>
                                  </a:rPr>
                                  <m:t>𝑋</m:t>
                                </m:r>
                              </m:e>
                              <m:sub>
                                <m:r>
                                  <a:rPr lang="en-US" altLang="zh-TW" sz="2400" i="1">
                                    <a:latin typeface="Cambria Math" panose="02040503050406030204" pitchFamily="18" charset="0"/>
                                    <a:ea typeface="新細明體" pitchFamily="-106" charset="-120"/>
                                    <a:cs typeface="Times"/>
                                  </a:rPr>
                                  <m:t>𝑖</m:t>
                                </m:r>
                              </m:sub>
                            </m:sSub>
                          </m:e>
                          <m:e>
                            <m:r>
                              <a:rPr lang="en-US" altLang="zh-TW" sz="2400" i="1">
                                <a:latin typeface="Cambria Math" panose="02040503050406030204" pitchFamily="18" charset="0"/>
                                <a:ea typeface="新細明體" pitchFamily="-106" charset="-120"/>
                                <a:cs typeface="Times"/>
                              </a:rPr>
                              <m:t>𝑃𝑎𝑟𝑒𝑛𝑡𝑠</m:t>
                            </m:r>
                            <m:d>
                              <m:dPr>
                                <m:ctrlPr>
                                  <a:rPr lang="en-US" altLang="zh-TW" sz="2400" i="1">
                                    <a:latin typeface="Cambria Math" panose="02040503050406030204" pitchFamily="18" charset="0"/>
                                    <a:ea typeface="新細明體" pitchFamily="-106" charset="-120"/>
                                    <a:cs typeface="Times"/>
                                  </a:rPr>
                                </m:ctrlPr>
                              </m:dPr>
                              <m:e>
                                <m:sSub>
                                  <m:sSubPr>
                                    <m:ctrlPr>
                                      <a:rPr lang="en-US" altLang="zh-TW" sz="2400" i="1">
                                        <a:latin typeface="Cambria Math" panose="02040503050406030204" pitchFamily="18" charset="0"/>
                                        <a:ea typeface="新細明體" pitchFamily="-106" charset="-120"/>
                                        <a:cs typeface="Times"/>
                                      </a:rPr>
                                    </m:ctrlPr>
                                  </m:sSubPr>
                                  <m:e>
                                    <m:r>
                                      <a:rPr lang="en-US" altLang="zh-TW" sz="2400" i="1">
                                        <a:latin typeface="Cambria Math" panose="02040503050406030204" pitchFamily="18" charset="0"/>
                                        <a:ea typeface="新細明體" pitchFamily="-106" charset="-120"/>
                                        <a:cs typeface="Times"/>
                                      </a:rPr>
                                      <m:t>𝑋</m:t>
                                    </m:r>
                                  </m:e>
                                  <m:sub>
                                    <m:r>
                                      <a:rPr lang="en-US" altLang="zh-TW" sz="2400" i="1">
                                        <a:latin typeface="Cambria Math" panose="02040503050406030204" pitchFamily="18" charset="0"/>
                                        <a:ea typeface="新細明體" pitchFamily="-106" charset="-120"/>
                                        <a:cs typeface="Times"/>
                                      </a:rPr>
                                      <m:t>𝑖</m:t>
                                    </m:r>
                                  </m:sub>
                                </m:sSub>
                              </m:e>
                            </m:d>
                          </m:e>
                        </m:d>
                      </m:e>
                    </m:func>
                    <m:r>
                      <a:rPr lang="en-US" altLang="zh-TW" sz="2400" i="1">
                        <a:latin typeface="Cambria Math" panose="02040503050406030204" pitchFamily="18" charset="0"/>
                        <a:ea typeface="新細明體" pitchFamily="-106" charset="-120"/>
                        <a:cs typeface="Times"/>
                      </a:rPr>
                      <m:t>=</m:t>
                    </m:r>
                    <m:func>
                      <m:funcPr>
                        <m:ctrlPr>
                          <a:rPr lang="en-US" altLang="zh-TW" sz="2400" i="1">
                            <a:latin typeface="Cambria Math" panose="02040503050406030204" pitchFamily="18" charset="0"/>
                            <a:ea typeface="新細明體" pitchFamily="-106" charset="-120"/>
                            <a:cs typeface="Times"/>
                          </a:rPr>
                        </m:ctrlPr>
                      </m:funcPr>
                      <m:fName>
                        <m:r>
                          <m:rPr>
                            <m:sty m:val="p"/>
                          </m:rPr>
                          <a:rPr lang="en-US" altLang="zh-TW" sz="2400">
                            <a:latin typeface="Cambria Math" panose="02040503050406030204" pitchFamily="18" charset="0"/>
                            <a:ea typeface="新細明體" pitchFamily="-106" charset="-120"/>
                            <a:cs typeface="Times"/>
                          </a:rPr>
                          <m:t>Pr</m:t>
                        </m:r>
                      </m:fName>
                      <m:e>
                        <m:r>
                          <a:rPr lang="en-US" altLang="zh-TW" sz="2400" i="1">
                            <a:latin typeface="Cambria Math" panose="02040503050406030204" pitchFamily="18" charset="0"/>
                            <a:ea typeface="新細明體" pitchFamily="-106" charset="-120"/>
                            <a:cs typeface="Times"/>
                          </a:rPr>
                          <m:t>[</m:t>
                        </m:r>
                        <m:sSub>
                          <m:sSubPr>
                            <m:ctrlPr>
                              <a:rPr lang="en-US" altLang="zh-TW" sz="2400" i="1">
                                <a:latin typeface="Cambria Math" panose="02040503050406030204" pitchFamily="18" charset="0"/>
                                <a:ea typeface="新細明體" pitchFamily="-106" charset="-120"/>
                                <a:cs typeface="Times"/>
                              </a:rPr>
                            </m:ctrlPr>
                          </m:sSubPr>
                          <m:e>
                            <m:r>
                              <a:rPr lang="en-US" altLang="zh-TW" sz="2400" i="1">
                                <a:latin typeface="Cambria Math" panose="02040503050406030204" pitchFamily="18" charset="0"/>
                                <a:ea typeface="新細明體" pitchFamily="-106" charset="-120"/>
                                <a:cs typeface="Times"/>
                              </a:rPr>
                              <m:t>𝑋</m:t>
                            </m:r>
                          </m:e>
                          <m:sub>
                            <m:r>
                              <a:rPr lang="en-US" altLang="zh-TW" sz="2400" i="1">
                                <a:latin typeface="Cambria Math" panose="02040503050406030204" pitchFamily="18" charset="0"/>
                                <a:ea typeface="新細明體" pitchFamily="-106" charset="-120"/>
                                <a:cs typeface="Times"/>
                              </a:rPr>
                              <m:t>𝑖</m:t>
                            </m:r>
                          </m:sub>
                        </m:sSub>
                        <m:r>
                          <a:rPr lang="en-US" altLang="zh-TW" sz="2400" i="1">
                            <a:latin typeface="Cambria Math" panose="02040503050406030204" pitchFamily="18" charset="0"/>
                            <a:ea typeface="新細明體" pitchFamily="-106" charset="-120"/>
                            <a:cs typeface="Times"/>
                          </a:rPr>
                          <m:t>∣</m:t>
                        </m:r>
                        <m:sSub>
                          <m:sSubPr>
                            <m:ctrlPr>
                              <a:rPr lang="en-US" altLang="zh-TW" sz="2400" i="1">
                                <a:latin typeface="Cambria Math" panose="02040503050406030204" pitchFamily="18" charset="0"/>
                                <a:ea typeface="新細明體" pitchFamily="-106" charset="-120"/>
                                <a:cs typeface="Times"/>
                              </a:rPr>
                            </m:ctrlPr>
                          </m:sSubPr>
                          <m:e>
                            <m:r>
                              <a:rPr lang="en-US" altLang="zh-TW" sz="2400" i="1">
                                <a:latin typeface="Cambria Math" panose="02040503050406030204" pitchFamily="18" charset="0"/>
                                <a:ea typeface="新細明體" pitchFamily="-106" charset="-120"/>
                                <a:cs typeface="Times"/>
                              </a:rPr>
                              <m:t>𝑋</m:t>
                            </m:r>
                          </m:e>
                          <m:sub>
                            <m:r>
                              <a:rPr lang="en-US" altLang="zh-TW" sz="2400" i="1">
                                <a:latin typeface="Cambria Math" panose="02040503050406030204" pitchFamily="18" charset="0"/>
                                <a:ea typeface="新細明體" pitchFamily="-106" charset="-120"/>
                                <a:cs typeface="Times"/>
                              </a:rPr>
                              <m:t>1</m:t>
                            </m:r>
                          </m:sub>
                        </m:sSub>
                        <m:r>
                          <a:rPr lang="en-US" altLang="zh-TW" sz="2400" i="1">
                            <a:latin typeface="Cambria Math" panose="02040503050406030204" pitchFamily="18" charset="0"/>
                            <a:ea typeface="新細明體" pitchFamily="-106" charset="-120"/>
                            <a:cs typeface="Times"/>
                          </a:rPr>
                          <m:t>,…,</m:t>
                        </m:r>
                        <m:sSub>
                          <m:sSubPr>
                            <m:ctrlPr>
                              <a:rPr lang="en-US" altLang="zh-TW" sz="2400" i="1">
                                <a:latin typeface="Cambria Math" panose="02040503050406030204" pitchFamily="18" charset="0"/>
                                <a:ea typeface="新細明體" pitchFamily="-106" charset="-120"/>
                                <a:cs typeface="Times"/>
                              </a:rPr>
                            </m:ctrlPr>
                          </m:sSubPr>
                          <m:e>
                            <m:r>
                              <a:rPr lang="en-US" altLang="zh-TW" sz="2400" i="1">
                                <a:latin typeface="Cambria Math" panose="02040503050406030204" pitchFamily="18" charset="0"/>
                                <a:ea typeface="新細明體" pitchFamily="-106" charset="-120"/>
                                <a:cs typeface="Times"/>
                              </a:rPr>
                              <m:t>𝑋</m:t>
                            </m:r>
                          </m:e>
                          <m:sub>
                            <m:r>
                              <a:rPr lang="en-US" altLang="zh-TW" sz="2400" i="1">
                                <a:latin typeface="Cambria Math" panose="02040503050406030204" pitchFamily="18" charset="0"/>
                                <a:ea typeface="新細明體" pitchFamily="-106" charset="-120"/>
                                <a:cs typeface="Times"/>
                              </a:rPr>
                              <m:t>𝑖</m:t>
                            </m:r>
                            <m:r>
                              <a:rPr lang="en-US" altLang="zh-TW" sz="2400" i="1">
                                <a:latin typeface="Cambria Math" panose="02040503050406030204" pitchFamily="18" charset="0"/>
                                <a:ea typeface="新細明體" pitchFamily="-106" charset="-120"/>
                                <a:cs typeface="Times"/>
                              </a:rPr>
                              <m:t>−1</m:t>
                            </m:r>
                          </m:sub>
                        </m:sSub>
                        <m:r>
                          <a:rPr lang="en-US" altLang="zh-TW" sz="2400" i="1">
                            <a:latin typeface="Cambria Math" panose="02040503050406030204" pitchFamily="18" charset="0"/>
                            <a:ea typeface="新細明體" pitchFamily="-106" charset="-120"/>
                            <a:cs typeface="Times"/>
                          </a:rPr>
                          <m:t>]</m:t>
                        </m:r>
                      </m:e>
                    </m:func>
                  </m:oMath>
                </a14:m>
                <a:endParaRPr lang="fr-FR" sz="2400" dirty="0">
                  <a:latin typeface="Corbel" panose="020B0503020204020204" pitchFamily="34" charset="0"/>
                  <a:cs typeface="Times"/>
                </a:endParaRPr>
              </a:p>
              <a:p>
                <a:pPr lvl="1">
                  <a:spcBef>
                    <a:spcPts val="1200"/>
                  </a:spcBef>
                </a:pPr>
                <a:r>
                  <a:rPr lang="fr-FR" altLang="zh-TW" sz="2400" dirty="0">
                    <a:latin typeface="Corbel" panose="020B0503020204020204" pitchFamily="34" charset="0"/>
                    <a:ea typeface="新細明體" pitchFamily="-106" charset="-120"/>
                    <a:cs typeface="Times"/>
                  </a:rPr>
                  <a:t>Link </a:t>
                </a:r>
                <a:r>
                  <a:rPr lang="fr-FR" altLang="zh-TW" sz="2400" dirty="0" err="1">
                    <a:latin typeface="Corbel" panose="020B0503020204020204" pitchFamily="34" charset="0"/>
                    <a:ea typeface="新細明體" pitchFamily="-106" charset="-120"/>
                    <a:cs typeface="Times"/>
                  </a:rPr>
                  <a:t>every</a:t>
                </a:r>
                <a:r>
                  <a:rPr lang="fr-FR" altLang="zh-TW" sz="2400" dirty="0">
                    <a:latin typeface="Corbel" panose="020B0503020204020204" pitchFamily="34" charset="0"/>
                    <a:ea typeface="新細明體" pitchFamily="-106" charset="-120"/>
                    <a:cs typeface="Times"/>
                  </a:rPr>
                  <a:t> parent to </a:t>
                </a:r>
                <a14:m>
                  <m:oMath xmlns:m="http://schemas.openxmlformats.org/officeDocument/2006/math">
                    <m:sSub>
                      <m:sSubPr>
                        <m:ctrlPr>
                          <a:rPr lang="en-US" altLang="zh-TW" sz="2400" i="1">
                            <a:latin typeface="Cambria Math" panose="02040503050406030204" pitchFamily="18" charset="0"/>
                            <a:ea typeface="新細明體" pitchFamily="-106" charset="-120"/>
                            <a:cs typeface="Times"/>
                          </a:rPr>
                        </m:ctrlPr>
                      </m:sSubPr>
                      <m:e>
                        <m:r>
                          <a:rPr lang="en-US" altLang="zh-TW" sz="2400" i="1">
                            <a:latin typeface="Cambria Math" panose="02040503050406030204" pitchFamily="18" charset="0"/>
                            <a:ea typeface="新細明體" pitchFamily="-106" charset="-120"/>
                            <a:cs typeface="Times"/>
                          </a:rPr>
                          <m:t>𝑋</m:t>
                        </m:r>
                      </m:e>
                      <m:sub>
                        <m:r>
                          <a:rPr lang="en-US" altLang="zh-TW" sz="2400" i="1">
                            <a:latin typeface="Cambria Math" panose="02040503050406030204" pitchFamily="18" charset="0"/>
                            <a:ea typeface="新細明體" pitchFamily="-106" charset="-120"/>
                            <a:cs typeface="Times"/>
                          </a:rPr>
                          <m:t>𝑖</m:t>
                        </m:r>
                      </m:sub>
                    </m:sSub>
                  </m:oMath>
                </a14:m>
                <a:endParaRPr lang="fr-FR" altLang="zh-TW" sz="2400" dirty="0">
                  <a:latin typeface="Corbel" panose="020B0503020204020204" pitchFamily="34" charset="0"/>
                  <a:ea typeface="新細明體" pitchFamily="-106" charset="-120"/>
                  <a:cs typeface="Times"/>
                </a:endParaRPr>
              </a:p>
              <a:p>
                <a:pPr lvl="1">
                  <a:spcBef>
                    <a:spcPts val="1200"/>
                  </a:spcBef>
                </a:pPr>
                <a:r>
                  <a:rPr lang="en-US" altLang="zh-TW" sz="2400" dirty="0">
                    <a:latin typeface="Corbel" panose="020B0503020204020204" pitchFamily="34" charset="0"/>
                    <a:ea typeface="新細明體" pitchFamily="-106" charset="-120"/>
                    <a:cs typeface="Times"/>
                  </a:rPr>
                  <a:t>Write down CPT for </a:t>
                </a:r>
                <a14:m>
                  <m:oMath xmlns:m="http://schemas.openxmlformats.org/officeDocument/2006/math">
                    <m:func>
                      <m:funcPr>
                        <m:ctrlPr>
                          <a:rPr lang="en-US" altLang="zh-TW" sz="2400" i="1">
                            <a:latin typeface="Cambria Math" panose="02040503050406030204" pitchFamily="18" charset="0"/>
                            <a:ea typeface="新細明體" pitchFamily="-106" charset="-120"/>
                            <a:cs typeface="Times"/>
                          </a:rPr>
                        </m:ctrlPr>
                      </m:funcPr>
                      <m:fName>
                        <m:r>
                          <m:rPr>
                            <m:sty m:val="p"/>
                          </m:rPr>
                          <a:rPr lang="en-US" altLang="zh-TW" sz="2400">
                            <a:latin typeface="Cambria Math" panose="02040503050406030204" pitchFamily="18" charset="0"/>
                            <a:ea typeface="新細明體" pitchFamily="-106" charset="-120"/>
                            <a:cs typeface="Times"/>
                          </a:rPr>
                          <m:t>Pr</m:t>
                        </m:r>
                      </m:fName>
                      <m:e>
                        <m:d>
                          <m:dPr>
                            <m:begChr m:val="["/>
                            <m:endChr m:val="]"/>
                            <m:sepChr m:val="∣"/>
                            <m:ctrlPr>
                              <a:rPr lang="en-US" altLang="zh-TW" sz="2400" i="1">
                                <a:latin typeface="Cambria Math" panose="02040503050406030204" pitchFamily="18" charset="0"/>
                                <a:ea typeface="新細明體" pitchFamily="-106" charset="-120"/>
                                <a:cs typeface="Times"/>
                              </a:rPr>
                            </m:ctrlPr>
                          </m:dPr>
                          <m:e>
                            <m:sSub>
                              <m:sSubPr>
                                <m:ctrlPr>
                                  <a:rPr lang="en-US" altLang="zh-TW" sz="2400" i="1">
                                    <a:latin typeface="Cambria Math" panose="02040503050406030204" pitchFamily="18" charset="0"/>
                                    <a:ea typeface="新細明體" pitchFamily="-106" charset="-120"/>
                                    <a:cs typeface="Times"/>
                                  </a:rPr>
                                </m:ctrlPr>
                              </m:sSubPr>
                              <m:e>
                                <m:r>
                                  <a:rPr lang="en-US" altLang="zh-TW" sz="2400" i="1">
                                    <a:latin typeface="Cambria Math" panose="02040503050406030204" pitchFamily="18" charset="0"/>
                                    <a:ea typeface="新細明體" pitchFamily="-106" charset="-120"/>
                                    <a:cs typeface="Times"/>
                                  </a:rPr>
                                  <m:t>𝑋</m:t>
                                </m:r>
                              </m:e>
                              <m:sub>
                                <m:r>
                                  <a:rPr lang="en-US" altLang="zh-TW" sz="2400" i="1">
                                    <a:latin typeface="Cambria Math" panose="02040503050406030204" pitchFamily="18" charset="0"/>
                                    <a:ea typeface="新細明體" pitchFamily="-106" charset="-120"/>
                                    <a:cs typeface="Times"/>
                                  </a:rPr>
                                  <m:t>𝑖</m:t>
                                </m:r>
                              </m:sub>
                            </m:sSub>
                          </m:e>
                          <m:e>
                            <m:r>
                              <a:rPr lang="en-US" altLang="zh-TW" sz="2400" i="1">
                                <a:latin typeface="Cambria Math" panose="02040503050406030204" pitchFamily="18" charset="0"/>
                                <a:ea typeface="新細明體" pitchFamily="-106" charset="-120"/>
                                <a:cs typeface="Times"/>
                              </a:rPr>
                              <m:t>𝑃𝑎𝑟𝑒𝑛𝑡𝑠</m:t>
                            </m:r>
                            <m:d>
                              <m:dPr>
                                <m:ctrlPr>
                                  <a:rPr lang="en-US" altLang="zh-TW" sz="2400" i="1">
                                    <a:latin typeface="Cambria Math" panose="02040503050406030204" pitchFamily="18" charset="0"/>
                                    <a:ea typeface="新細明體" pitchFamily="-106" charset="-120"/>
                                    <a:cs typeface="Times"/>
                                  </a:rPr>
                                </m:ctrlPr>
                              </m:dPr>
                              <m:e>
                                <m:sSub>
                                  <m:sSubPr>
                                    <m:ctrlPr>
                                      <a:rPr lang="en-US" altLang="zh-TW" sz="2400" i="1">
                                        <a:latin typeface="Cambria Math" panose="02040503050406030204" pitchFamily="18" charset="0"/>
                                        <a:ea typeface="新細明體" pitchFamily="-106" charset="-120"/>
                                        <a:cs typeface="Times"/>
                                      </a:rPr>
                                    </m:ctrlPr>
                                  </m:sSubPr>
                                  <m:e>
                                    <m:r>
                                      <a:rPr lang="en-US" altLang="zh-TW" sz="2400" i="1">
                                        <a:latin typeface="Cambria Math" panose="02040503050406030204" pitchFamily="18" charset="0"/>
                                        <a:ea typeface="新細明體" pitchFamily="-106" charset="-120"/>
                                        <a:cs typeface="Times"/>
                                      </a:rPr>
                                      <m:t>𝑋</m:t>
                                    </m:r>
                                  </m:e>
                                  <m:sub>
                                    <m:r>
                                      <a:rPr lang="en-US" altLang="zh-TW" sz="2400" i="1">
                                        <a:latin typeface="Cambria Math" panose="02040503050406030204" pitchFamily="18" charset="0"/>
                                        <a:ea typeface="新細明體" pitchFamily="-106" charset="-120"/>
                                        <a:cs typeface="Times"/>
                                      </a:rPr>
                                      <m:t>𝑖</m:t>
                                    </m:r>
                                  </m:sub>
                                </m:sSub>
                              </m:e>
                            </m:d>
                          </m:e>
                        </m:d>
                      </m:e>
                    </m:func>
                  </m:oMath>
                </a14:m>
                <a:endParaRPr lang="en-US" altLang="zh-TW" sz="2400" dirty="0">
                  <a:latin typeface="Corbel" panose="020B0503020204020204" pitchFamily="34" charset="0"/>
                  <a:ea typeface="新細明體" pitchFamily="-106" charset="-120"/>
                  <a:cs typeface="Times"/>
                </a:endParaRPr>
              </a:p>
            </p:txBody>
          </p:sp>
        </mc:Choice>
        <mc:Fallback xmlns="">
          <p:sp>
            <p:nvSpPr>
              <p:cNvPr id="598019" name="Rectangle 3"/>
              <p:cNvSpPr>
                <a:spLocks noGrp="1" noRot="1" noChangeAspect="1" noMove="1" noResize="1" noEditPoints="1" noAdjustHandles="1" noChangeArrowheads="1" noChangeShapeType="1" noTextEdit="1"/>
              </p:cNvSpPr>
              <p:nvPr>
                <p:ph idx="1"/>
              </p:nvPr>
            </p:nvSpPr>
            <p:spPr>
              <a:xfrm>
                <a:off x="2506133" y="1631707"/>
                <a:ext cx="8077200" cy="4419600"/>
              </a:xfrm>
              <a:blipFill>
                <a:blip r:embed="rId3"/>
                <a:stretch>
                  <a:fillRect l="-1256" t="-860"/>
                </a:stretch>
              </a:blipFill>
            </p:spPr>
            <p:txBody>
              <a:bodyPr/>
              <a:lstStyle/>
              <a:p>
                <a:r>
                  <a:rPr lang="en-GB">
                    <a:noFill/>
                  </a:rPr>
                  <a:t> </a:t>
                </a:r>
              </a:p>
            </p:txBody>
          </p:sp>
        </mc:Fallback>
      </mc:AlternateContent>
      <p:sp>
        <p:nvSpPr>
          <p:cNvPr id="6" name="Slide Number Placeholder 5"/>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33</a:t>
            </a:fld>
            <a:endParaRPr lang="en-US" altLang="zh-TW"/>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018" name="Rectangle 2"/>
          <p:cNvSpPr>
            <a:spLocks noGrp="1" noChangeArrowheads="1"/>
          </p:cNvSpPr>
          <p:nvPr>
            <p:ph type="title"/>
          </p:nvPr>
        </p:nvSpPr>
        <p:spPr>
          <a:xfrm>
            <a:off x="2506134" y="457202"/>
            <a:ext cx="7704667" cy="948153"/>
          </a:xfrm>
        </p:spPr>
        <p:txBody>
          <a:bodyPr/>
          <a:lstStyle/>
          <a:p>
            <a:r>
              <a:rPr lang="en-US" altLang="zh-TW">
                <a:ea typeface="新細明體" pitchFamily="-106" charset="-120"/>
                <a:cs typeface="新細明體" pitchFamily="-106" charset="-120"/>
              </a:rPr>
              <a:t>Constructing Bayesian Networks</a:t>
            </a:r>
          </a:p>
        </p:txBody>
      </p:sp>
      <mc:AlternateContent xmlns:mc="http://schemas.openxmlformats.org/markup-compatibility/2006" xmlns:a14="http://schemas.microsoft.com/office/drawing/2010/main">
        <mc:Choice Requires="a14">
          <p:sp>
            <p:nvSpPr>
              <p:cNvPr id="598019" name="Rectangle 3"/>
              <p:cNvSpPr>
                <a:spLocks noGrp="1" noChangeArrowheads="1"/>
              </p:cNvSpPr>
              <p:nvPr>
                <p:ph idx="1"/>
              </p:nvPr>
            </p:nvSpPr>
            <p:spPr>
              <a:xfrm>
                <a:off x="2502504" y="1828800"/>
                <a:ext cx="8077200" cy="4419600"/>
              </a:xfrm>
            </p:spPr>
            <p:txBody>
              <a:bodyPr>
                <a:noAutofit/>
              </a:bodyPr>
              <a:lstStyle/>
              <a:p>
                <a:pPr>
                  <a:spcBef>
                    <a:spcPts val="1200"/>
                  </a:spcBef>
                  <a:buNone/>
                </a:pPr>
                <a:r>
                  <a:rPr lang="en-US" altLang="zh-TW" dirty="0">
                    <a:latin typeface="Corbel" panose="020B0503020204020204" pitchFamily="34" charset="0"/>
                    <a:ea typeface="新細明體" pitchFamily="-106" charset="-120"/>
                    <a:cs typeface="Times"/>
                  </a:rPr>
                  <a:t>This construction guarantees</a:t>
                </a:r>
              </a:p>
              <a:p>
                <a:pPr>
                  <a:spcBef>
                    <a:spcPts val="1200"/>
                  </a:spcBef>
                  <a:buNone/>
                </a:pPr>
                <a14:m>
                  <m:oMathPara xmlns:m="http://schemas.openxmlformats.org/officeDocument/2006/math">
                    <m:oMathParaPr>
                      <m:jc m:val="centerGroup"/>
                    </m:oMathParaPr>
                    <m:oMath xmlns:m="http://schemas.openxmlformats.org/officeDocument/2006/math">
                      <m:func>
                        <m:funcPr>
                          <m:ctrlPr>
                            <a:rPr lang="en-US" altLang="zh-TW" i="1">
                              <a:latin typeface="Cambria Math" panose="02040503050406030204" pitchFamily="18" charset="0"/>
                              <a:ea typeface="新細明體" pitchFamily="-106" charset="-120"/>
                              <a:cs typeface="Times"/>
                            </a:rPr>
                          </m:ctrlPr>
                        </m:funcPr>
                        <m:fName>
                          <m:r>
                            <m:rPr>
                              <m:sty m:val="p"/>
                            </m:rPr>
                            <a:rPr lang="en-US" altLang="zh-TW">
                              <a:latin typeface="Cambria Math" panose="02040503050406030204" pitchFamily="18" charset="0"/>
                              <a:ea typeface="新細明體" pitchFamily="-106" charset="-120"/>
                              <a:cs typeface="Times"/>
                            </a:rPr>
                            <m:t>Pr</m:t>
                          </m:r>
                        </m:fName>
                        <m:e>
                          <m:d>
                            <m:dPr>
                              <m:begChr m:val="["/>
                              <m:endChr m:val="]"/>
                              <m:ctrlPr>
                                <a:rPr lang="en-US" altLang="zh-TW" i="1">
                                  <a:latin typeface="Cambria Math" panose="02040503050406030204" pitchFamily="18" charset="0"/>
                                  <a:ea typeface="新細明體" pitchFamily="-106" charset="-120"/>
                                  <a:cs typeface="Times"/>
                                </a:rPr>
                              </m:ctrlPr>
                            </m:dPr>
                            <m:e>
                              <m:sSub>
                                <m:sSubPr>
                                  <m:ctrlPr>
                                    <a:rPr lang="en-US" altLang="zh-TW" i="1">
                                      <a:latin typeface="Cambria Math" panose="02040503050406030204" pitchFamily="18" charset="0"/>
                                      <a:ea typeface="新細明體" pitchFamily="-106" charset="-120"/>
                                      <a:cs typeface="Times"/>
                                    </a:rPr>
                                  </m:ctrlPr>
                                </m:sSubPr>
                                <m:e>
                                  <m:r>
                                    <a:rPr lang="en-US" altLang="zh-TW" i="1">
                                      <a:latin typeface="Cambria Math" panose="02040503050406030204" pitchFamily="18" charset="0"/>
                                      <a:ea typeface="新細明體" pitchFamily="-106" charset="-120"/>
                                      <a:cs typeface="Times"/>
                                    </a:rPr>
                                    <m:t>𝑋</m:t>
                                  </m:r>
                                </m:e>
                                <m:sub>
                                  <m:r>
                                    <a:rPr lang="en-US" altLang="zh-TW" i="1">
                                      <a:latin typeface="Cambria Math" panose="02040503050406030204" pitchFamily="18" charset="0"/>
                                      <a:ea typeface="新細明體" pitchFamily="-106" charset="-120"/>
                                      <a:cs typeface="Times"/>
                                    </a:rPr>
                                    <m:t>1</m:t>
                                  </m:r>
                                </m:sub>
                              </m:sSub>
                              <m:r>
                                <a:rPr lang="en-US" altLang="zh-TW" i="1">
                                  <a:latin typeface="Cambria Math" panose="02040503050406030204" pitchFamily="18" charset="0"/>
                                  <a:ea typeface="新細明體" pitchFamily="-106" charset="-120"/>
                                  <a:cs typeface="Times"/>
                                </a:rPr>
                                <m:t>,…,</m:t>
                              </m:r>
                              <m:sSub>
                                <m:sSubPr>
                                  <m:ctrlPr>
                                    <a:rPr lang="en-US" altLang="zh-TW" i="1">
                                      <a:latin typeface="Cambria Math" panose="02040503050406030204" pitchFamily="18" charset="0"/>
                                      <a:ea typeface="新細明體" pitchFamily="-106" charset="-120"/>
                                      <a:cs typeface="Times"/>
                                    </a:rPr>
                                  </m:ctrlPr>
                                </m:sSubPr>
                                <m:e>
                                  <m:r>
                                    <a:rPr lang="en-US" altLang="zh-TW" i="1">
                                      <a:latin typeface="Cambria Math" panose="02040503050406030204" pitchFamily="18" charset="0"/>
                                      <a:ea typeface="新細明體" pitchFamily="-106" charset="-120"/>
                                      <a:cs typeface="Times"/>
                                    </a:rPr>
                                    <m:t>𝑋</m:t>
                                  </m:r>
                                </m:e>
                                <m:sub>
                                  <m:r>
                                    <a:rPr lang="en-US" altLang="zh-TW" i="1">
                                      <a:latin typeface="Cambria Math" panose="02040503050406030204" pitchFamily="18" charset="0"/>
                                      <a:ea typeface="新細明體" pitchFamily="-106" charset="-120"/>
                                      <a:cs typeface="Times"/>
                                    </a:rPr>
                                    <m:t>𝑛</m:t>
                                  </m:r>
                                </m:sub>
                              </m:sSub>
                            </m:e>
                          </m:d>
                        </m:e>
                      </m:func>
                      <m:r>
                        <a:rPr lang="en-US" altLang="zh-TW" i="1">
                          <a:latin typeface="Cambria Math" panose="02040503050406030204" pitchFamily="18" charset="0"/>
                          <a:ea typeface="新細明體" pitchFamily="-106" charset="-120"/>
                          <a:cs typeface="Times"/>
                        </a:rPr>
                        <m:t>=</m:t>
                      </m:r>
                      <m:nary>
                        <m:naryPr>
                          <m:chr m:val="∏"/>
                          <m:supHide m:val="on"/>
                          <m:ctrlPr>
                            <a:rPr lang="en-US" altLang="zh-TW" i="1">
                              <a:latin typeface="Cambria Math" panose="02040503050406030204" pitchFamily="18" charset="0"/>
                              <a:ea typeface="新細明體" pitchFamily="-106" charset="-120"/>
                              <a:cs typeface="Times"/>
                            </a:rPr>
                          </m:ctrlPr>
                        </m:naryPr>
                        <m:sub>
                          <m:r>
                            <a:rPr lang="en-US" altLang="zh-TW" i="1">
                              <a:latin typeface="Cambria Math" panose="02040503050406030204" pitchFamily="18" charset="0"/>
                              <a:ea typeface="新細明體" pitchFamily="-106" charset="-120"/>
                              <a:cs typeface="Times"/>
                            </a:rPr>
                            <m:t>𝑖</m:t>
                          </m:r>
                        </m:sub>
                        <m:sup/>
                        <m:e>
                          <m:func>
                            <m:funcPr>
                              <m:ctrlPr>
                                <a:rPr lang="en-US" altLang="zh-TW" i="1">
                                  <a:latin typeface="Cambria Math" panose="02040503050406030204" pitchFamily="18" charset="0"/>
                                  <a:ea typeface="新細明體" pitchFamily="-106" charset="-120"/>
                                  <a:cs typeface="Times"/>
                                </a:rPr>
                              </m:ctrlPr>
                            </m:funcPr>
                            <m:fName>
                              <m:r>
                                <m:rPr>
                                  <m:sty m:val="p"/>
                                </m:rPr>
                                <a:rPr lang="en-US" altLang="zh-TW">
                                  <a:latin typeface="Cambria Math" panose="02040503050406030204" pitchFamily="18" charset="0"/>
                                  <a:ea typeface="新細明體" pitchFamily="-106" charset="-120"/>
                                  <a:cs typeface="Times"/>
                                </a:rPr>
                                <m:t>Pr</m:t>
                              </m:r>
                            </m:fName>
                            <m:e>
                              <m:r>
                                <a:rPr lang="en-US" altLang="zh-TW" i="1">
                                  <a:latin typeface="Cambria Math" panose="02040503050406030204" pitchFamily="18" charset="0"/>
                                  <a:ea typeface="新細明體" pitchFamily="-106" charset="-120"/>
                                  <a:cs typeface="Times"/>
                                </a:rPr>
                                <m:t>[</m:t>
                              </m:r>
                              <m:sSub>
                                <m:sSubPr>
                                  <m:ctrlPr>
                                    <a:rPr lang="en-US" altLang="zh-TW" i="1">
                                      <a:latin typeface="Cambria Math" panose="02040503050406030204" pitchFamily="18" charset="0"/>
                                      <a:ea typeface="新細明體" pitchFamily="-106" charset="-120"/>
                                      <a:cs typeface="Times"/>
                                    </a:rPr>
                                  </m:ctrlPr>
                                </m:sSubPr>
                                <m:e>
                                  <m:r>
                                    <a:rPr lang="en-US" altLang="zh-TW" i="1">
                                      <a:latin typeface="Cambria Math" panose="02040503050406030204" pitchFamily="18" charset="0"/>
                                      <a:ea typeface="新細明體" pitchFamily="-106" charset="-120"/>
                                      <a:cs typeface="Times"/>
                                    </a:rPr>
                                    <m:t>𝑋</m:t>
                                  </m:r>
                                </m:e>
                                <m:sub>
                                  <m:r>
                                    <a:rPr lang="en-US" altLang="zh-TW" i="1">
                                      <a:latin typeface="Cambria Math" panose="02040503050406030204" pitchFamily="18" charset="0"/>
                                      <a:ea typeface="新細明體" pitchFamily="-106" charset="-120"/>
                                      <a:cs typeface="Times"/>
                                    </a:rPr>
                                    <m:t>𝑖</m:t>
                                  </m:r>
                                </m:sub>
                              </m:sSub>
                              <m:r>
                                <a:rPr lang="en-US" altLang="zh-TW" i="1">
                                  <a:latin typeface="Cambria Math" panose="02040503050406030204" pitchFamily="18" charset="0"/>
                                  <a:ea typeface="新細明體" pitchFamily="-106" charset="-120"/>
                                  <a:cs typeface="Times"/>
                                </a:rPr>
                                <m:t>∣</m:t>
                              </m:r>
                              <m:sSub>
                                <m:sSubPr>
                                  <m:ctrlPr>
                                    <a:rPr lang="en-US" altLang="zh-TW" i="1">
                                      <a:latin typeface="Cambria Math" panose="02040503050406030204" pitchFamily="18" charset="0"/>
                                      <a:ea typeface="新細明體" pitchFamily="-106" charset="-120"/>
                                      <a:cs typeface="Times"/>
                                    </a:rPr>
                                  </m:ctrlPr>
                                </m:sSubPr>
                                <m:e>
                                  <m:r>
                                    <a:rPr lang="en-US" altLang="zh-TW" i="1">
                                      <a:latin typeface="Cambria Math" panose="02040503050406030204" pitchFamily="18" charset="0"/>
                                      <a:ea typeface="新細明體" pitchFamily="-106" charset="-120"/>
                                      <a:cs typeface="Times"/>
                                    </a:rPr>
                                    <m:t>𝑋</m:t>
                                  </m:r>
                                </m:e>
                                <m:sub>
                                  <m:r>
                                    <a:rPr lang="en-US" altLang="zh-TW" i="1">
                                      <a:latin typeface="Cambria Math" panose="02040503050406030204" pitchFamily="18" charset="0"/>
                                      <a:ea typeface="新細明體" pitchFamily="-106" charset="-120"/>
                                      <a:cs typeface="Times"/>
                                    </a:rPr>
                                    <m:t>1</m:t>
                                  </m:r>
                                </m:sub>
                              </m:sSub>
                              <m:r>
                                <a:rPr lang="en-US" altLang="zh-TW" i="1">
                                  <a:latin typeface="Cambria Math" panose="02040503050406030204" pitchFamily="18" charset="0"/>
                                  <a:ea typeface="新細明體" pitchFamily="-106" charset="-120"/>
                                  <a:cs typeface="Times"/>
                                </a:rPr>
                                <m:t>,…,</m:t>
                              </m:r>
                              <m:sSub>
                                <m:sSubPr>
                                  <m:ctrlPr>
                                    <a:rPr lang="en-US" altLang="zh-TW" i="1">
                                      <a:latin typeface="Cambria Math" panose="02040503050406030204" pitchFamily="18" charset="0"/>
                                      <a:ea typeface="新細明體" pitchFamily="-106" charset="-120"/>
                                      <a:cs typeface="Times"/>
                                    </a:rPr>
                                  </m:ctrlPr>
                                </m:sSubPr>
                                <m:e>
                                  <m:r>
                                    <a:rPr lang="en-US" altLang="zh-TW" i="1">
                                      <a:latin typeface="Cambria Math" panose="02040503050406030204" pitchFamily="18" charset="0"/>
                                      <a:ea typeface="新細明體" pitchFamily="-106" charset="-120"/>
                                      <a:cs typeface="Times"/>
                                    </a:rPr>
                                    <m:t>𝑋</m:t>
                                  </m:r>
                                </m:e>
                                <m:sub>
                                  <m:r>
                                    <a:rPr lang="en-US" altLang="zh-TW" i="1">
                                      <a:latin typeface="Cambria Math" panose="02040503050406030204" pitchFamily="18" charset="0"/>
                                      <a:ea typeface="新細明體" pitchFamily="-106" charset="-120"/>
                                      <a:cs typeface="Times"/>
                                    </a:rPr>
                                    <m:t>𝑖</m:t>
                                  </m:r>
                                  <m:r>
                                    <a:rPr lang="en-US" altLang="zh-TW" i="1">
                                      <a:latin typeface="Cambria Math" panose="02040503050406030204" pitchFamily="18" charset="0"/>
                                      <a:ea typeface="新細明體" pitchFamily="-106" charset="-120"/>
                                      <a:cs typeface="Times"/>
                                    </a:rPr>
                                    <m:t>−1</m:t>
                                  </m:r>
                                </m:sub>
                              </m:sSub>
                              <m:r>
                                <a:rPr lang="en-US" altLang="zh-TW" i="1">
                                  <a:latin typeface="Cambria Math" panose="02040503050406030204" pitchFamily="18" charset="0"/>
                                  <a:ea typeface="新細明體" pitchFamily="-106" charset="-120"/>
                                  <a:cs typeface="Times"/>
                                </a:rPr>
                                <m:t>]</m:t>
                              </m:r>
                            </m:e>
                          </m:func>
                        </m:e>
                      </m:nary>
                      <m:r>
                        <a:rPr lang="en-US" altLang="zh-TW" i="1">
                          <a:latin typeface="Cambria Math" panose="02040503050406030204" pitchFamily="18" charset="0"/>
                          <a:ea typeface="新細明體" pitchFamily="-106" charset="-120"/>
                          <a:cs typeface="Times"/>
                        </a:rPr>
                        <m:t>=</m:t>
                      </m:r>
                      <m:nary>
                        <m:naryPr>
                          <m:chr m:val="∏"/>
                          <m:supHide m:val="on"/>
                          <m:ctrlPr>
                            <a:rPr lang="en-US" altLang="zh-TW" i="1">
                              <a:latin typeface="Cambria Math" panose="02040503050406030204" pitchFamily="18" charset="0"/>
                              <a:ea typeface="新細明體" pitchFamily="-106" charset="-120"/>
                              <a:cs typeface="Times"/>
                            </a:rPr>
                          </m:ctrlPr>
                        </m:naryPr>
                        <m:sub>
                          <m:r>
                            <a:rPr lang="en-US" altLang="zh-TW" i="1">
                              <a:latin typeface="Cambria Math" panose="02040503050406030204" pitchFamily="18" charset="0"/>
                              <a:ea typeface="新細明體" pitchFamily="-106" charset="-120"/>
                              <a:cs typeface="Times"/>
                            </a:rPr>
                            <m:t>𝑖</m:t>
                          </m:r>
                        </m:sub>
                        <m:sup/>
                        <m:e>
                          <m:func>
                            <m:funcPr>
                              <m:ctrlPr>
                                <a:rPr lang="en-US" altLang="zh-TW" i="1">
                                  <a:latin typeface="Cambria Math" panose="02040503050406030204" pitchFamily="18" charset="0"/>
                                  <a:ea typeface="新細明體" pitchFamily="-106" charset="-120"/>
                                  <a:cs typeface="Times"/>
                                </a:rPr>
                              </m:ctrlPr>
                            </m:funcPr>
                            <m:fName>
                              <m:r>
                                <m:rPr>
                                  <m:sty m:val="p"/>
                                </m:rPr>
                                <a:rPr lang="en-US" altLang="zh-TW">
                                  <a:latin typeface="Cambria Math" panose="02040503050406030204" pitchFamily="18" charset="0"/>
                                  <a:ea typeface="新細明體" pitchFamily="-106" charset="-120"/>
                                  <a:cs typeface="Times"/>
                                </a:rPr>
                                <m:t>Pr</m:t>
                              </m:r>
                            </m:fName>
                            <m:e>
                              <m:d>
                                <m:dPr>
                                  <m:begChr m:val="["/>
                                  <m:endChr m:val="]"/>
                                  <m:sepChr m:val="∣"/>
                                  <m:ctrlPr>
                                    <a:rPr lang="en-US" altLang="zh-TW" i="1">
                                      <a:latin typeface="Cambria Math" panose="02040503050406030204" pitchFamily="18" charset="0"/>
                                      <a:ea typeface="新細明體" pitchFamily="-106" charset="-120"/>
                                      <a:cs typeface="Times"/>
                                    </a:rPr>
                                  </m:ctrlPr>
                                </m:dPr>
                                <m:e>
                                  <m:sSub>
                                    <m:sSubPr>
                                      <m:ctrlPr>
                                        <a:rPr lang="en-US" altLang="zh-TW" i="1">
                                          <a:latin typeface="Cambria Math" panose="02040503050406030204" pitchFamily="18" charset="0"/>
                                          <a:ea typeface="新細明體" pitchFamily="-106" charset="-120"/>
                                          <a:cs typeface="Times"/>
                                        </a:rPr>
                                      </m:ctrlPr>
                                    </m:sSubPr>
                                    <m:e>
                                      <m:r>
                                        <a:rPr lang="en-US" altLang="zh-TW" i="1">
                                          <a:latin typeface="Cambria Math" panose="02040503050406030204" pitchFamily="18" charset="0"/>
                                          <a:ea typeface="新細明體" pitchFamily="-106" charset="-120"/>
                                          <a:cs typeface="Times"/>
                                        </a:rPr>
                                        <m:t>𝑋</m:t>
                                      </m:r>
                                    </m:e>
                                    <m:sub>
                                      <m:r>
                                        <a:rPr lang="en-US" altLang="zh-TW" i="1">
                                          <a:latin typeface="Cambria Math" panose="02040503050406030204" pitchFamily="18" charset="0"/>
                                          <a:ea typeface="新細明體" pitchFamily="-106" charset="-120"/>
                                          <a:cs typeface="Times"/>
                                        </a:rPr>
                                        <m:t>𝑖</m:t>
                                      </m:r>
                                    </m:sub>
                                  </m:sSub>
                                </m:e>
                                <m:e>
                                  <m:r>
                                    <a:rPr lang="en-US" altLang="zh-TW" i="1">
                                      <a:latin typeface="Cambria Math" panose="02040503050406030204" pitchFamily="18" charset="0"/>
                                      <a:ea typeface="新細明體" pitchFamily="-106" charset="-120"/>
                                      <a:cs typeface="Times"/>
                                    </a:rPr>
                                    <m:t>𝑃𝑎𝑟𝑒𝑛𝑡𝑠</m:t>
                                  </m:r>
                                  <m:d>
                                    <m:dPr>
                                      <m:ctrlPr>
                                        <a:rPr lang="en-US" altLang="zh-TW" i="1">
                                          <a:latin typeface="Cambria Math" panose="02040503050406030204" pitchFamily="18" charset="0"/>
                                          <a:ea typeface="新細明體" pitchFamily="-106" charset="-120"/>
                                          <a:cs typeface="Times"/>
                                        </a:rPr>
                                      </m:ctrlPr>
                                    </m:dPr>
                                    <m:e>
                                      <m:sSub>
                                        <m:sSubPr>
                                          <m:ctrlPr>
                                            <a:rPr lang="en-US" altLang="zh-TW" i="1">
                                              <a:latin typeface="Cambria Math" panose="02040503050406030204" pitchFamily="18" charset="0"/>
                                              <a:ea typeface="新細明體" pitchFamily="-106" charset="-120"/>
                                              <a:cs typeface="Times"/>
                                            </a:rPr>
                                          </m:ctrlPr>
                                        </m:sSubPr>
                                        <m:e>
                                          <m:r>
                                            <a:rPr lang="en-US" altLang="zh-TW" i="1">
                                              <a:latin typeface="Cambria Math" panose="02040503050406030204" pitchFamily="18" charset="0"/>
                                              <a:ea typeface="新細明體" pitchFamily="-106" charset="-120"/>
                                              <a:cs typeface="Times"/>
                                            </a:rPr>
                                            <m:t>𝑋</m:t>
                                          </m:r>
                                        </m:e>
                                        <m:sub>
                                          <m:r>
                                            <a:rPr lang="en-US" altLang="zh-TW" i="1">
                                              <a:latin typeface="Cambria Math" panose="02040503050406030204" pitchFamily="18" charset="0"/>
                                              <a:ea typeface="新細明體" pitchFamily="-106" charset="-120"/>
                                              <a:cs typeface="Times"/>
                                            </a:rPr>
                                            <m:t>𝑖</m:t>
                                          </m:r>
                                        </m:sub>
                                      </m:sSub>
                                    </m:e>
                                  </m:d>
                                </m:e>
                              </m:d>
                            </m:e>
                          </m:func>
                        </m:e>
                      </m:nary>
                    </m:oMath>
                  </m:oMathPara>
                </a14:m>
                <a:endParaRPr lang="en-US" altLang="zh-TW" sz="2400" dirty="0">
                  <a:latin typeface="Corbel" panose="020B0503020204020204" pitchFamily="34" charset="0"/>
                  <a:ea typeface="新細明體" pitchFamily="-106" charset="-120"/>
                  <a:cs typeface="Times"/>
                </a:endParaRPr>
              </a:p>
              <a:p>
                <a:pPr>
                  <a:spcBef>
                    <a:spcPts val="1200"/>
                  </a:spcBef>
                  <a:buNone/>
                </a:pPr>
                <a:endParaRPr lang="en-US" altLang="zh-TW" dirty="0">
                  <a:latin typeface="Corbel" panose="020B0503020204020204" pitchFamily="34" charset="0"/>
                  <a:ea typeface="新細明體" pitchFamily="-106" charset="-120"/>
                  <a:cs typeface="Times"/>
                </a:endParaRPr>
              </a:p>
              <a:p>
                <a:pPr>
                  <a:spcBef>
                    <a:spcPts val="1200"/>
                  </a:spcBef>
                  <a:buNone/>
                </a:pPr>
                <a:r>
                  <a:rPr lang="en-US" altLang="zh-TW" dirty="0">
                    <a:latin typeface="Corbel" panose="020B0503020204020204" pitchFamily="34" charset="0"/>
                    <a:ea typeface="新細明體" pitchFamily="-106" charset="-120"/>
                    <a:cs typeface="Times"/>
                  </a:rPr>
                  <a:t>Network is acyclic (why??), and has no redundancies </a:t>
                </a:r>
                <a:endParaRPr lang="en-US" altLang="zh-TW" sz="2400" dirty="0">
                  <a:latin typeface="Corbel" panose="020B0503020204020204" pitchFamily="34" charset="0"/>
                  <a:ea typeface="新細明體" pitchFamily="-106" charset="-120"/>
                  <a:cs typeface="Times"/>
                </a:endParaRPr>
              </a:p>
            </p:txBody>
          </p:sp>
        </mc:Choice>
        <mc:Fallback xmlns="">
          <p:sp>
            <p:nvSpPr>
              <p:cNvPr id="598019" name="Rectangle 3"/>
              <p:cNvSpPr>
                <a:spLocks noGrp="1" noRot="1" noChangeAspect="1" noMove="1" noResize="1" noEditPoints="1" noAdjustHandles="1" noChangeArrowheads="1" noChangeShapeType="1" noTextEdit="1"/>
              </p:cNvSpPr>
              <p:nvPr>
                <p:ph idx="1"/>
              </p:nvPr>
            </p:nvSpPr>
            <p:spPr>
              <a:xfrm>
                <a:off x="2502504" y="1828800"/>
                <a:ext cx="8077200" cy="4419600"/>
              </a:xfrm>
              <a:blipFill>
                <a:blip r:embed="rId3"/>
                <a:stretch>
                  <a:fillRect l="-2198" t="-26074" b="-13467"/>
                </a:stretch>
              </a:blipFill>
            </p:spPr>
            <p:txBody>
              <a:bodyPr/>
              <a:lstStyle/>
              <a:p>
                <a:r>
                  <a:rPr lang="en-GB">
                    <a:noFill/>
                  </a:rPr>
                  <a:t> </a:t>
                </a:r>
              </a:p>
            </p:txBody>
          </p:sp>
        </mc:Fallback>
      </mc:AlternateContent>
      <p:sp>
        <p:nvSpPr>
          <p:cNvPr id="6" name="Slide Number Placeholder 5"/>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34</a:t>
            </a:fld>
            <a:endParaRPr lang="en-US" altLang="zh-TW"/>
          </a:p>
        </p:txBody>
      </p:sp>
      <p:sp>
        <p:nvSpPr>
          <p:cNvPr id="2" name="Rounded Rectangular Callout 1">
            <a:extLst>
              <a:ext uri="{FF2B5EF4-FFF2-40B4-BE49-F238E27FC236}">
                <a16:creationId xmlns:a16="http://schemas.microsoft.com/office/drawing/2014/main" id="{6DF7C3F8-9C83-714C-8DE9-F060D10062FF}"/>
              </a:ext>
            </a:extLst>
          </p:cNvPr>
          <p:cNvSpPr/>
          <p:nvPr/>
        </p:nvSpPr>
        <p:spPr>
          <a:xfrm>
            <a:off x="7648860" y="1405353"/>
            <a:ext cx="2315367" cy="1143000"/>
          </a:xfrm>
          <a:prstGeom prst="wedgeRoundRectCallout">
            <a:avLst>
              <a:gd name="adj1" fmla="val -70983"/>
              <a:gd name="adj2" fmla="val 80701"/>
              <a:gd name="adj3" fmla="val 16667"/>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0" dirty="0">
                <a:solidFill>
                  <a:schemeClr val="tx1"/>
                </a:solidFill>
              </a:rPr>
              <a:t>Consequence of chain rule, generally true!</a:t>
            </a:r>
          </a:p>
        </p:txBody>
      </p:sp>
      <p:sp>
        <p:nvSpPr>
          <p:cNvPr id="7" name="Rounded Rectangular Callout 6">
            <a:extLst>
              <a:ext uri="{FF2B5EF4-FFF2-40B4-BE49-F238E27FC236}">
                <a16:creationId xmlns:a16="http://schemas.microsoft.com/office/drawing/2014/main" id="{CFD2611B-ED6A-314B-A45D-7C1DF608B15B}"/>
              </a:ext>
            </a:extLst>
          </p:cNvPr>
          <p:cNvSpPr/>
          <p:nvPr/>
        </p:nvSpPr>
        <p:spPr>
          <a:xfrm>
            <a:off x="8153401" y="3756763"/>
            <a:ext cx="2315367" cy="1143000"/>
          </a:xfrm>
          <a:prstGeom prst="wedgeRoundRectCallout">
            <a:avLst>
              <a:gd name="adj1" fmla="val -69730"/>
              <a:gd name="adj2" fmla="val -25965"/>
              <a:gd name="adj3" fmla="val 16667"/>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0" dirty="0">
                <a:solidFill>
                  <a:schemeClr val="tx1"/>
                </a:solidFill>
              </a:rPr>
              <a:t>By choice of parents</a:t>
            </a:r>
          </a:p>
        </p:txBody>
      </p:sp>
    </p:spTree>
    <p:extLst>
      <p:ext uri="{BB962C8B-B14F-4D97-AF65-F5344CB8AC3E}">
        <p14:creationId xmlns:p14="http://schemas.microsoft.com/office/powerpoint/2010/main" val="24384343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139" name="Rectangle 3"/>
          <p:cNvSpPr>
            <a:spLocks noGrp="1" noChangeArrowheads="1"/>
          </p:cNvSpPr>
          <p:nvPr>
            <p:ph type="title"/>
          </p:nvPr>
        </p:nvSpPr>
        <p:spPr>
          <a:xfrm>
            <a:off x="2506134" y="457202"/>
            <a:ext cx="7704667" cy="990599"/>
          </a:xfrm>
        </p:spPr>
        <p:txBody>
          <a:bodyPr/>
          <a:lstStyle/>
          <a:p>
            <a:r>
              <a:rPr lang="en-US" altLang="zh-TW" dirty="0">
                <a:ea typeface="新細明體" pitchFamily="-106" charset="-120"/>
                <a:cs typeface="新細明體" pitchFamily="-106" charset="-120"/>
              </a:rPr>
              <a:t>Variable Order Matters</a:t>
            </a:r>
          </a:p>
        </p:txBody>
      </p:sp>
      <mc:AlternateContent xmlns:mc="http://schemas.openxmlformats.org/markup-compatibility/2006" xmlns:a14="http://schemas.microsoft.com/office/drawing/2010/main">
        <mc:Choice Requires="a14">
          <p:sp>
            <p:nvSpPr>
              <p:cNvPr id="603138" name="Rectangle 2"/>
              <p:cNvSpPr>
                <a:spLocks noGrp="1" noChangeArrowheads="1"/>
              </p:cNvSpPr>
              <p:nvPr>
                <p:ph idx="1"/>
              </p:nvPr>
            </p:nvSpPr>
            <p:spPr>
              <a:xfrm>
                <a:off x="2509762" y="1600200"/>
                <a:ext cx="7921752" cy="1143000"/>
              </a:xfrm>
            </p:spPr>
            <p:txBody>
              <a:bodyPr>
                <a:normAutofit/>
              </a:bodyPr>
              <a:lstStyle/>
              <a:p>
                <a:pPr marL="0" indent="0">
                  <a:spcBef>
                    <a:spcPts val="1200"/>
                  </a:spcBef>
                  <a:buNone/>
                </a:pPr>
                <a:r>
                  <a:rPr lang="en-US" altLang="zh-TW" sz="3200" dirty="0">
                    <a:latin typeface="Corbel" panose="020B0503020204020204" pitchFamily="34" charset="0"/>
                    <a:ea typeface="新細明體" pitchFamily="-106" charset="-120"/>
                    <a:cs typeface="Times"/>
                  </a:rPr>
                  <a:t>We choose the ordering </a:t>
                </a:r>
                <a14:m>
                  <m:oMath xmlns:m="http://schemas.openxmlformats.org/officeDocument/2006/math">
                    <m:r>
                      <a:rPr lang="en-US" altLang="zh-TW" sz="3200" i="1" dirty="0">
                        <a:latin typeface="Cambria Math" panose="02040503050406030204" pitchFamily="18" charset="0"/>
                        <a:ea typeface="新細明體" pitchFamily="-106" charset="-120"/>
                        <a:cs typeface="Times"/>
                      </a:rPr>
                      <m:t>𝑀</m:t>
                    </m:r>
                    <m:r>
                      <a:rPr lang="en-US" altLang="zh-TW" sz="3200" i="1" dirty="0">
                        <a:latin typeface="Cambria Math" panose="02040503050406030204" pitchFamily="18" charset="0"/>
                        <a:ea typeface="新細明體" pitchFamily="-106" charset="-120"/>
                        <a:cs typeface="Times"/>
                      </a:rPr>
                      <m:t>, </m:t>
                    </m:r>
                    <m:r>
                      <a:rPr lang="en-US" altLang="zh-TW" sz="3200" i="1" dirty="0">
                        <a:latin typeface="Cambria Math" panose="02040503050406030204" pitchFamily="18" charset="0"/>
                        <a:ea typeface="新細明體" pitchFamily="-106" charset="-120"/>
                        <a:cs typeface="Times"/>
                      </a:rPr>
                      <m:t>𝐽</m:t>
                    </m:r>
                    <m:r>
                      <a:rPr lang="en-US" altLang="zh-TW" sz="3200" i="1" dirty="0">
                        <a:latin typeface="Cambria Math" panose="02040503050406030204" pitchFamily="18" charset="0"/>
                        <a:ea typeface="新細明體" pitchFamily="-106" charset="-120"/>
                        <a:cs typeface="Times"/>
                      </a:rPr>
                      <m:t>, </m:t>
                    </m:r>
                    <m:r>
                      <a:rPr lang="en-US" altLang="zh-TW" sz="3200" i="1" dirty="0">
                        <a:latin typeface="Cambria Math" panose="02040503050406030204" pitchFamily="18" charset="0"/>
                        <a:ea typeface="新細明體" pitchFamily="-106" charset="-120"/>
                        <a:cs typeface="Times"/>
                      </a:rPr>
                      <m:t>𝐴</m:t>
                    </m:r>
                    <m:r>
                      <a:rPr lang="en-US" altLang="zh-TW" sz="3200" i="1" dirty="0">
                        <a:latin typeface="Cambria Math" panose="02040503050406030204" pitchFamily="18" charset="0"/>
                        <a:ea typeface="新細明體" pitchFamily="-106" charset="-120"/>
                        <a:cs typeface="Times"/>
                      </a:rPr>
                      <m:t>, </m:t>
                    </m:r>
                    <m:r>
                      <a:rPr lang="en-US" altLang="zh-TW" sz="3200" i="1" dirty="0">
                        <a:latin typeface="Cambria Math" panose="02040503050406030204" pitchFamily="18" charset="0"/>
                        <a:ea typeface="新細明體" pitchFamily="-106" charset="-120"/>
                        <a:cs typeface="Times"/>
                      </a:rPr>
                      <m:t>𝐵</m:t>
                    </m:r>
                    <m:r>
                      <a:rPr lang="en-US" altLang="zh-TW" sz="3200" i="1" dirty="0">
                        <a:latin typeface="Cambria Math" panose="02040503050406030204" pitchFamily="18" charset="0"/>
                        <a:ea typeface="新細明體" pitchFamily="-106" charset="-120"/>
                        <a:cs typeface="Times"/>
                      </a:rPr>
                      <m:t>, </m:t>
                    </m:r>
                    <m:r>
                      <a:rPr lang="en-US" altLang="zh-TW" sz="3200" i="1" dirty="0">
                        <a:latin typeface="Cambria Math" panose="02040503050406030204" pitchFamily="18" charset="0"/>
                        <a:ea typeface="新細明體" pitchFamily="-106" charset="-120"/>
                        <a:cs typeface="Times"/>
                      </a:rPr>
                      <m:t>𝐸</m:t>
                    </m:r>
                  </m:oMath>
                </a14:m>
                <a:r>
                  <a:rPr lang="en-US" altLang="zh-TW" sz="3200" i="1" dirty="0">
                    <a:latin typeface="Corbel" panose="020B0503020204020204" pitchFamily="34" charset="0"/>
                    <a:ea typeface="新細明體" pitchFamily="-106" charset="-120"/>
                    <a:cs typeface="Times"/>
                  </a:rPr>
                  <a:t> </a:t>
                </a:r>
                <a:r>
                  <a:rPr lang="en-US" altLang="zh-TW" sz="3200" dirty="0">
                    <a:latin typeface="Corbel" panose="020B0503020204020204" pitchFamily="34" charset="0"/>
                    <a:ea typeface="新細明體" pitchFamily="-106" charset="-120"/>
                    <a:cs typeface="Times"/>
                  </a:rPr>
                  <a:t>(originally was </a:t>
                </a:r>
                <a14:m>
                  <m:oMath xmlns:m="http://schemas.openxmlformats.org/officeDocument/2006/math">
                    <m:r>
                      <a:rPr lang="en-US" altLang="zh-TW" sz="3200" i="1" dirty="0">
                        <a:latin typeface="Cambria Math" panose="02040503050406030204" pitchFamily="18" charset="0"/>
                        <a:ea typeface="新細明體" pitchFamily="-106" charset="-120"/>
                        <a:cs typeface="Times"/>
                      </a:rPr>
                      <m:t>𝐵</m:t>
                    </m:r>
                    <m:r>
                      <a:rPr lang="en-US" altLang="zh-TW" sz="3200" i="1" dirty="0">
                        <a:latin typeface="Cambria Math" panose="02040503050406030204" pitchFamily="18" charset="0"/>
                        <a:ea typeface="新細明體" pitchFamily="-106" charset="-120"/>
                        <a:cs typeface="Times"/>
                      </a:rPr>
                      <m:t>,</m:t>
                    </m:r>
                    <m:r>
                      <a:rPr lang="en-US" altLang="zh-TW" sz="3200" i="1" dirty="0">
                        <a:latin typeface="Cambria Math" panose="02040503050406030204" pitchFamily="18" charset="0"/>
                        <a:ea typeface="新細明體" pitchFamily="-106" charset="-120"/>
                        <a:cs typeface="Times"/>
                      </a:rPr>
                      <m:t>𝐸</m:t>
                    </m:r>
                    <m:r>
                      <a:rPr lang="en-US" altLang="zh-TW" sz="3200" i="1" dirty="0">
                        <a:latin typeface="Cambria Math" panose="02040503050406030204" pitchFamily="18" charset="0"/>
                        <a:ea typeface="新細明體" pitchFamily="-106" charset="-120"/>
                        <a:cs typeface="Times"/>
                      </a:rPr>
                      <m:t>,</m:t>
                    </m:r>
                    <m:r>
                      <a:rPr lang="en-US" altLang="zh-TW" sz="3200" i="1" dirty="0">
                        <a:latin typeface="Cambria Math" panose="02040503050406030204" pitchFamily="18" charset="0"/>
                        <a:ea typeface="新細明體" pitchFamily="-106" charset="-120"/>
                        <a:cs typeface="Times"/>
                      </a:rPr>
                      <m:t>𝐴</m:t>
                    </m:r>
                    <m:r>
                      <a:rPr lang="en-US" altLang="zh-TW" sz="3200" i="1" dirty="0">
                        <a:latin typeface="Cambria Math" panose="02040503050406030204" pitchFamily="18" charset="0"/>
                        <a:ea typeface="新細明體" pitchFamily="-106" charset="-120"/>
                        <a:cs typeface="Times"/>
                      </a:rPr>
                      <m:t>,</m:t>
                    </m:r>
                    <m:r>
                      <a:rPr lang="en-US" altLang="zh-TW" sz="3200" i="1" dirty="0">
                        <a:latin typeface="Cambria Math" panose="02040503050406030204" pitchFamily="18" charset="0"/>
                        <a:ea typeface="新細明體" pitchFamily="-106" charset="-120"/>
                        <a:cs typeface="Times"/>
                      </a:rPr>
                      <m:t>𝑀</m:t>
                    </m:r>
                    <m:r>
                      <a:rPr lang="en-US" altLang="zh-TW" sz="3200" i="1" dirty="0">
                        <a:latin typeface="Cambria Math" panose="02040503050406030204" pitchFamily="18" charset="0"/>
                        <a:ea typeface="新細明體" pitchFamily="-106" charset="-120"/>
                        <a:cs typeface="Times"/>
                      </a:rPr>
                      <m:t>,</m:t>
                    </m:r>
                    <m:r>
                      <a:rPr lang="en-US" altLang="zh-TW" sz="3200" i="1" dirty="0">
                        <a:latin typeface="Cambria Math" panose="02040503050406030204" pitchFamily="18" charset="0"/>
                        <a:ea typeface="新細明體" pitchFamily="-106" charset="-120"/>
                        <a:cs typeface="Times"/>
                      </a:rPr>
                      <m:t>𝐽</m:t>
                    </m:r>
                  </m:oMath>
                </a14:m>
                <a:r>
                  <a:rPr lang="en-US" altLang="zh-TW" sz="3200" dirty="0">
                    <a:latin typeface="Corbel" panose="020B0503020204020204" pitchFamily="34" charset="0"/>
                    <a:ea typeface="新細明體" pitchFamily="-106" charset="-120"/>
                    <a:cs typeface="Times"/>
                  </a:rPr>
                  <a:t>)</a:t>
                </a:r>
              </a:p>
            </p:txBody>
          </p:sp>
        </mc:Choice>
        <mc:Fallback xmlns="">
          <p:sp>
            <p:nvSpPr>
              <p:cNvPr id="603138" name="Rectangle 2"/>
              <p:cNvSpPr>
                <a:spLocks noGrp="1" noRot="1" noChangeAspect="1" noMove="1" noResize="1" noEditPoints="1" noAdjustHandles="1" noChangeArrowheads="1" noChangeShapeType="1" noTextEdit="1"/>
              </p:cNvSpPr>
              <p:nvPr>
                <p:ph idx="1"/>
              </p:nvPr>
            </p:nvSpPr>
            <p:spPr>
              <a:xfrm>
                <a:off x="2509762" y="1600200"/>
                <a:ext cx="7921752" cy="1143000"/>
              </a:xfrm>
              <a:blipFill>
                <a:blip r:embed="rId3"/>
                <a:stretch>
                  <a:fillRect l="-1920" t="-6593" b="-8791"/>
                </a:stretch>
              </a:blipFill>
            </p:spPr>
            <p:txBody>
              <a:bodyPr/>
              <a:lstStyle/>
              <a:p>
                <a:r>
                  <a:rPr lang="en-GB">
                    <a:noFill/>
                  </a:rPr>
                  <a:t> </a:t>
                </a:r>
              </a:p>
            </p:txBody>
          </p:sp>
        </mc:Fallback>
      </mc:AlternateContent>
      <p:sp>
        <p:nvSpPr>
          <p:cNvPr id="5" name="Slide Number Placeholder 4"/>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35</a:t>
            </a:fld>
            <a:endParaRPr lang="en-US" altLang="zh-TW"/>
          </a:p>
        </p:txBody>
      </p:sp>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E9249035-4777-6143-AF78-DC2E8F2E6AEB}"/>
                  </a:ext>
                </a:extLst>
              </p:cNvPr>
              <p:cNvSpPr/>
              <p:nvPr/>
            </p:nvSpPr>
            <p:spPr>
              <a:xfrm>
                <a:off x="6470638" y="2760172"/>
                <a:ext cx="2286000" cy="8382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800" i="1">
                          <a:solidFill>
                            <a:schemeClr val="tx1"/>
                          </a:solidFill>
                          <a:latin typeface="Cambria Math" panose="02040503050406030204" pitchFamily="18" charset="0"/>
                          <a:ea typeface="新細明體" pitchFamily="-106" charset="-120"/>
                          <a:cs typeface="Times"/>
                        </a:rPr>
                        <m:t>𝐽𝑜h𝑛𝐶𝑎𝑙𝑙𝑠</m:t>
                      </m:r>
                    </m:oMath>
                  </m:oMathPara>
                </a14:m>
                <a:endParaRPr lang="en-US" sz="2800" dirty="0"/>
              </a:p>
            </p:txBody>
          </p:sp>
        </mc:Choice>
        <mc:Fallback xmlns="">
          <p:sp>
            <p:nvSpPr>
              <p:cNvPr id="10" name="Oval 9">
                <a:extLst>
                  <a:ext uri="{FF2B5EF4-FFF2-40B4-BE49-F238E27FC236}">
                    <a16:creationId xmlns:a16="http://schemas.microsoft.com/office/drawing/2014/main" id="{E9249035-4777-6143-AF78-DC2E8F2E6AEB}"/>
                  </a:ext>
                </a:extLst>
              </p:cNvPr>
              <p:cNvSpPr>
                <a:spLocks noRot="1" noChangeAspect="1" noMove="1" noResize="1" noEditPoints="1" noAdjustHandles="1" noChangeArrowheads="1" noChangeShapeType="1" noTextEdit="1"/>
              </p:cNvSpPr>
              <p:nvPr/>
            </p:nvSpPr>
            <p:spPr>
              <a:xfrm>
                <a:off x="6470638" y="2760172"/>
                <a:ext cx="2286000" cy="838200"/>
              </a:xfrm>
              <a:prstGeom prst="ellipse">
                <a:avLst/>
              </a:prstGeom>
              <a:blipFill>
                <a:blip r:embed="rId4"/>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Oval 10">
                <a:extLst>
                  <a:ext uri="{FF2B5EF4-FFF2-40B4-BE49-F238E27FC236}">
                    <a16:creationId xmlns:a16="http://schemas.microsoft.com/office/drawing/2014/main" id="{F532775D-E8D3-CE43-BC47-2DFF87CEDE88}"/>
                  </a:ext>
                </a:extLst>
              </p:cNvPr>
              <p:cNvSpPr/>
              <p:nvPr/>
            </p:nvSpPr>
            <p:spPr>
              <a:xfrm>
                <a:off x="2971800" y="2750457"/>
                <a:ext cx="2286000" cy="8382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800" i="1">
                          <a:solidFill>
                            <a:schemeClr val="tx1"/>
                          </a:solidFill>
                          <a:latin typeface="Cambria Math" panose="02040503050406030204" pitchFamily="18" charset="0"/>
                          <a:ea typeface="新細明體" pitchFamily="-106" charset="-120"/>
                          <a:cs typeface="Times"/>
                        </a:rPr>
                        <m:t>𝑀𝑎𝑟𝑦𝐶𝑎𝑙𝑙𝑠</m:t>
                      </m:r>
                    </m:oMath>
                  </m:oMathPara>
                </a14:m>
                <a:endParaRPr lang="en-US" sz="2800"/>
              </a:p>
            </p:txBody>
          </p:sp>
        </mc:Choice>
        <mc:Fallback xmlns="">
          <p:sp>
            <p:nvSpPr>
              <p:cNvPr id="11" name="Oval 10">
                <a:extLst>
                  <a:ext uri="{FF2B5EF4-FFF2-40B4-BE49-F238E27FC236}">
                    <a16:creationId xmlns:a16="http://schemas.microsoft.com/office/drawing/2014/main" id="{F532775D-E8D3-CE43-BC47-2DFF87CEDE88}"/>
                  </a:ext>
                </a:extLst>
              </p:cNvPr>
              <p:cNvSpPr>
                <a:spLocks noRot="1" noChangeAspect="1" noMove="1" noResize="1" noEditPoints="1" noAdjustHandles="1" noChangeArrowheads="1" noChangeShapeType="1" noTextEdit="1"/>
              </p:cNvSpPr>
              <p:nvPr/>
            </p:nvSpPr>
            <p:spPr>
              <a:xfrm>
                <a:off x="2971800" y="2750457"/>
                <a:ext cx="2286000" cy="838200"/>
              </a:xfrm>
              <a:prstGeom prst="ellipse">
                <a:avLst/>
              </a:prstGeom>
              <a:blipFill>
                <a:blip r:embed="rId5"/>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E5C4294-F69F-2C45-B400-130CB00E4DF0}"/>
                  </a:ext>
                </a:extLst>
              </p:cNvPr>
              <p:cNvSpPr txBox="1"/>
              <p:nvPr/>
            </p:nvSpPr>
            <p:spPr>
              <a:xfrm>
                <a:off x="3615266" y="4419600"/>
                <a:ext cx="5486400" cy="523220"/>
              </a:xfrm>
              <a:prstGeom prst="rect">
                <a:avLst/>
              </a:prstGeom>
              <a:noFill/>
            </p:spPr>
            <p:txBody>
              <a:bodyPr wrap="square" rtlCol="0">
                <a:spAutoFit/>
              </a:bodyPr>
              <a:lstStyle/>
              <a:p>
                <a:r>
                  <a:rPr lang="en-US" sz="2800" dirty="0"/>
                  <a:t>Is it true that </a:t>
                </a:r>
                <a14:m>
                  <m:oMath xmlns:m="http://schemas.openxmlformats.org/officeDocument/2006/math">
                    <m:func>
                      <m:funcPr>
                        <m:ctrlPr>
                          <a:rPr lang="en-US" sz="2800" i="1">
                            <a:latin typeface="Cambria Math" panose="02040503050406030204" pitchFamily="18" charset="0"/>
                          </a:rPr>
                        </m:ctrlPr>
                      </m:funcPr>
                      <m:fName>
                        <m:r>
                          <m:rPr>
                            <m:sty m:val="p"/>
                          </m:rPr>
                          <a:rPr lang="en-US" sz="2800">
                            <a:latin typeface="Cambria Math" panose="02040503050406030204" pitchFamily="18" charset="0"/>
                          </a:rPr>
                          <m:t>Pr</m:t>
                        </m:r>
                      </m:fName>
                      <m:e>
                        <m:r>
                          <a:rPr lang="en-US" sz="2800" i="1">
                            <a:latin typeface="Cambria Math" panose="02040503050406030204" pitchFamily="18" charset="0"/>
                          </a:rPr>
                          <m:t>[</m:t>
                        </m:r>
                        <m:r>
                          <a:rPr lang="en-US" sz="2800" i="1">
                            <a:latin typeface="Cambria Math" panose="02040503050406030204" pitchFamily="18" charset="0"/>
                          </a:rPr>
                          <m:t>𝐽</m:t>
                        </m:r>
                        <m:r>
                          <a:rPr lang="en-US" sz="2800" i="1">
                            <a:latin typeface="Cambria Math" panose="02040503050406030204" pitchFamily="18" charset="0"/>
                          </a:rPr>
                          <m:t>∣</m:t>
                        </m:r>
                        <m:r>
                          <a:rPr lang="en-US" sz="2800" i="1">
                            <a:latin typeface="Cambria Math" panose="02040503050406030204" pitchFamily="18" charset="0"/>
                          </a:rPr>
                          <m:t>𝑀</m:t>
                        </m:r>
                        <m:r>
                          <a:rPr lang="en-US" sz="2800" i="1">
                            <a:latin typeface="Cambria Math" panose="02040503050406030204" pitchFamily="18" charset="0"/>
                          </a:rPr>
                          <m:t>]</m:t>
                        </m:r>
                      </m:e>
                    </m:func>
                    <m:r>
                      <a:rPr lang="en-US" sz="2800" i="1">
                        <a:latin typeface="Cambria Math" panose="02040503050406030204" pitchFamily="18" charset="0"/>
                      </a:rPr>
                      <m:t>=</m:t>
                    </m:r>
                    <m:func>
                      <m:funcPr>
                        <m:ctrlPr>
                          <a:rPr lang="en-US" sz="2800" i="1">
                            <a:latin typeface="Cambria Math" panose="02040503050406030204" pitchFamily="18" charset="0"/>
                          </a:rPr>
                        </m:ctrlPr>
                      </m:funcPr>
                      <m:fName>
                        <m:r>
                          <m:rPr>
                            <m:sty m:val="p"/>
                          </m:rPr>
                          <a:rPr lang="en-US" sz="2800">
                            <a:latin typeface="Cambria Math" panose="02040503050406030204" pitchFamily="18" charset="0"/>
                          </a:rPr>
                          <m:t>Pr</m:t>
                        </m:r>
                      </m:fName>
                      <m:e>
                        <m:r>
                          <a:rPr lang="en-US" sz="2800" i="1">
                            <a:latin typeface="Cambria Math" panose="02040503050406030204" pitchFamily="18" charset="0"/>
                          </a:rPr>
                          <m:t>[</m:t>
                        </m:r>
                        <m:r>
                          <a:rPr lang="en-US" sz="2800" i="1">
                            <a:latin typeface="Cambria Math" panose="02040503050406030204" pitchFamily="18" charset="0"/>
                          </a:rPr>
                          <m:t>𝐽</m:t>
                        </m:r>
                      </m:e>
                    </m:func>
                    <m:r>
                      <a:rPr lang="en-US" sz="2800" i="1">
                        <a:latin typeface="Cambria Math" panose="02040503050406030204" pitchFamily="18" charset="0"/>
                      </a:rPr>
                      <m:t>]</m:t>
                    </m:r>
                  </m:oMath>
                </a14:m>
                <a:r>
                  <a:rPr lang="en-US" sz="2800" dirty="0"/>
                  <a:t>?</a:t>
                </a:r>
              </a:p>
            </p:txBody>
          </p:sp>
        </mc:Choice>
        <mc:Fallback xmlns="">
          <p:sp>
            <p:nvSpPr>
              <p:cNvPr id="2" name="TextBox 1">
                <a:extLst>
                  <a:ext uri="{FF2B5EF4-FFF2-40B4-BE49-F238E27FC236}">
                    <a16:creationId xmlns:a16="http://schemas.microsoft.com/office/drawing/2014/main" id="{1E5C4294-F69F-2C45-B400-130CB00E4DF0}"/>
                  </a:ext>
                </a:extLst>
              </p:cNvPr>
              <p:cNvSpPr txBox="1">
                <a:spLocks noRot="1" noChangeAspect="1" noMove="1" noResize="1" noEditPoints="1" noAdjustHandles="1" noChangeArrowheads="1" noChangeShapeType="1" noTextEdit="1"/>
              </p:cNvSpPr>
              <p:nvPr/>
            </p:nvSpPr>
            <p:spPr>
              <a:xfrm>
                <a:off x="3615266" y="4419600"/>
                <a:ext cx="5486400" cy="523220"/>
              </a:xfrm>
              <a:prstGeom prst="rect">
                <a:avLst/>
              </a:prstGeom>
              <a:blipFill>
                <a:blip r:embed="rId6"/>
                <a:stretch>
                  <a:fillRect l="-2309" t="-14286" b="-28571"/>
                </a:stretch>
              </a:blipFill>
            </p:spPr>
            <p:txBody>
              <a:bodyPr/>
              <a:lstStyle/>
              <a:p>
                <a:r>
                  <a:rPr lang="en-GB">
                    <a:noFill/>
                  </a:rPr>
                  <a:t> </a:t>
                </a:r>
              </a:p>
            </p:txBody>
          </p:sp>
        </mc:Fallback>
      </mc:AlternateContent>
      <p:cxnSp>
        <p:nvCxnSpPr>
          <p:cNvPr id="4" name="Straight Arrow Connector 3">
            <a:extLst>
              <a:ext uri="{FF2B5EF4-FFF2-40B4-BE49-F238E27FC236}">
                <a16:creationId xmlns:a16="http://schemas.microsoft.com/office/drawing/2014/main" id="{D9FDD5AF-0C3B-CA49-830C-B745AED34A23}"/>
              </a:ext>
            </a:extLst>
          </p:cNvPr>
          <p:cNvCxnSpPr>
            <a:cxnSpLocks/>
            <a:stCxn id="11" idx="6"/>
            <a:endCxn id="10" idx="2"/>
          </p:cNvCxnSpPr>
          <p:nvPr/>
        </p:nvCxnSpPr>
        <p:spPr>
          <a:xfrm>
            <a:off x="5257800" y="3169558"/>
            <a:ext cx="1212838" cy="971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139" name="Rectangle 3"/>
          <p:cNvSpPr>
            <a:spLocks noGrp="1" noChangeArrowheads="1"/>
          </p:cNvSpPr>
          <p:nvPr>
            <p:ph type="title"/>
          </p:nvPr>
        </p:nvSpPr>
        <p:spPr>
          <a:xfrm>
            <a:off x="2506134" y="457202"/>
            <a:ext cx="7704667" cy="990599"/>
          </a:xfrm>
        </p:spPr>
        <p:txBody>
          <a:bodyPr/>
          <a:lstStyle/>
          <a:p>
            <a:r>
              <a:rPr lang="en-US" altLang="zh-TW" dirty="0">
                <a:ea typeface="新細明體" pitchFamily="-106" charset="-120"/>
                <a:cs typeface="新細明體" pitchFamily="-106" charset="-120"/>
              </a:rPr>
              <a:t>Variable Order Matters</a:t>
            </a:r>
          </a:p>
        </p:txBody>
      </p:sp>
      <mc:AlternateContent xmlns:mc="http://schemas.openxmlformats.org/markup-compatibility/2006" xmlns:a14="http://schemas.microsoft.com/office/drawing/2010/main">
        <mc:Choice Requires="a14">
          <p:sp>
            <p:nvSpPr>
              <p:cNvPr id="603138" name="Rectangle 2"/>
              <p:cNvSpPr>
                <a:spLocks noGrp="1" noChangeArrowheads="1"/>
              </p:cNvSpPr>
              <p:nvPr>
                <p:ph idx="1"/>
              </p:nvPr>
            </p:nvSpPr>
            <p:spPr>
              <a:xfrm>
                <a:off x="2509762" y="1600200"/>
                <a:ext cx="7921752" cy="1143000"/>
              </a:xfrm>
            </p:spPr>
            <p:txBody>
              <a:bodyPr>
                <a:normAutofit/>
              </a:bodyPr>
              <a:lstStyle/>
              <a:p>
                <a:pPr marL="0" indent="0">
                  <a:spcBef>
                    <a:spcPts val="1200"/>
                  </a:spcBef>
                  <a:buNone/>
                </a:pPr>
                <a:r>
                  <a:rPr lang="en-US" altLang="zh-TW" sz="3200" dirty="0">
                    <a:latin typeface="Corbel" panose="020B0503020204020204" pitchFamily="34" charset="0"/>
                    <a:ea typeface="新細明體" pitchFamily="-106" charset="-120"/>
                    <a:cs typeface="Times"/>
                  </a:rPr>
                  <a:t>We choose the ordering </a:t>
                </a:r>
                <a14:m>
                  <m:oMath xmlns:m="http://schemas.openxmlformats.org/officeDocument/2006/math">
                    <m:r>
                      <a:rPr lang="en-US" altLang="zh-TW" sz="3200" i="1" dirty="0">
                        <a:latin typeface="Cambria Math" panose="02040503050406030204" pitchFamily="18" charset="0"/>
                        <a:ea typeface="新細明體" pitchFamily="-106" charset="-120"/>
                        <a:cs typeface="Times"/>
                      </a:rPr>
                      <m:t>𝑀</m:t>
                    </m:r>
                    <m:r>
                      <a:rPr lang="en-US" altLang="zh-TW" sz="3200" i="1" dirty="0">
                        <a:latin typeface="Cambria Math" panose="02040503050406030204" pitchFamily="18" charset="0"/>
                        <a:ea typeface="新細明體" pitchFamily="-106" charset="-120"/>
                        <a:cs typeface="Times"/>
                      </a:rPr>
                      <m:t>, </m:t>
                    </m:r>
                    <m:r>
                      <a:rPr lang="en-US" altLang="zh-TW" sz="3200" i="1" dirty="0">
                        <a:latin typeface="Cambria Math" panose="02040503050406030204" pitchFamily="18" charset="0"/>
                        <a:ea typeface="新細明體" pitchFamily="-106" charset="-120"/>
                        <a:cs typeface="Times"/>
                      </a:rPr>
                      <m:t>𝐽</m:t>
                    </m:r>
                    <m:r>
                      <a:rPr lang="en-US" altLang="zh-TW" sz="3200" i="1" dirty="0">
                        <a:latin typeface="Cambria Math" panose="02040503050406030204" pitchFamily="18" charset="0"/>
                        <a:ea typeface="新細明體" pitchFamily="-106" charset="-120"/>
                        <a:cs typeface="Times"/>
                      </a:rPr>
                      <m:t>, </m:t>
                    </m:r>
                    <m:r>
                      <a:rPr lang="en-US" altLang="zh-TW" sz="3200" i="1" dirty="0">
                        <a:latin typeface="Cambria Math" panose="02040503050406030204" pitchFamily="18" charset="0"/>
                        <a:ea typeface="新細明體" pitchFamily="-106" charset="-120"/>
                        <a:cs typeface="Times"/>
                      </a:rPr>
                      <m:t>𝐴</m:t>
                    </m:r>
                    <m:r>
                      <a:rPr lang="en-US" altLang="zh-TW" sz="3200" i="1" dirty="0">
                        <a:latin typeface="Cambria Math" panose="02040503050406030204" pitchFamily="18" charset="0"/>
                        <a:ea typeface="新細明體" pitchFamily="-106" charset="-120"/>
                        <a:cs typeface="Times"/>
                      </a:rPr>
                      <m:t>, </m:t>
                    </m:r>
                    <m:r>
                      <a:rPr lang="en-US" altLang="zh-TW" sz="3200" i="1" dirty="0">
                        <a:latin typeface="Cambria Math" panose="02040503050406030204" pitchFamily="18" charset="0"/>
                        <a:ea typeface="新細明體" pitchFamily="-106" charset="-120"/>
                        <a:cs typeface="Times"/>
                      </a:rPr>
                      <m:t>𝐵</m:t>
                    </m:r>
                    <m:r>
                      <a:rPr lang="en-US" altLang="zh-TW" sz="3200" i="1" dirty="0">
                        <a:latin typeface="Cambria Math" panose="02040503050406030204" pitchFamily="18" charset="0"/>
                        <a:ea typeface="新細明體" pitchFamily="-106" charset="-120"/>
                        <a:cs typeface="Times"/>
                      </a:rPr>
                      <m:t>, </m:t>
                    </m:r>
                    <m:r>
                      <a:rPr lang="en-US" altLang="zh-TW" sz="3200" i="1" dirty="0">
                        <a:latin typeface="Cambria Math" panose="02040503050406030204" pitchFamily="18" charset="0"/>
                        <a:ea typeface="新細明體" pitchFamily="-106" charset="-120"/>
                        <a:cs typeface="Times"/>
                      </a:rPr>
                      <m:t>𝐸</m:t>
                    </m:r>
                  </m:oMath>
                </a14:m>
                <a:endParaRPr lang="en-US" altLang="zh-TW" sz="3200" dirty="0">
                  <a:latin typeface="Corbel" panose="020B0503020204020204" pitchFamily="34" charset="0"/>
                  <a:ea typeface="新細明體" pitchFamily="-106" charset="-120"/>
                  <a:cs typeface="Times"/>
                </a:endParaRPr>
              </a:p>
            </p:txBody>
          </p:sp>
        </mc:Choice>
        <mc:Fallback xmlns="">
          <p:sp>
            <p:nvSpPr>
              <p:cNvPr id="603138" name="Rectangle 2"/>
              <p:cNvSpPr>
                <a:spLocks noGrp="1" noRot="1" noChangeAspect="1" noMove="1" noResize="1" noEditPoints="1" noAdjustHandles="1" noChangeArrowheads="1" noChangeShapeType="1" noTextEdit="1"/>
              </p:cNvSpPr>
              <p:nvPr>
                <p:ph idx="1"/>
              </p:nvPr>
            </p:nvSpPr>
            <p:spPr>
              <a:xfrm>
                <a:off x="2509762" y="1600200"/>
                <a:ext cx="7921752" cy="1143000"/>
              </a:xfrm>
              <a:blipFill>
                <a:blip r:embed="rId3"/>
                <a:stretch>
                  <a:fillRect l="-1920" t="-6593"/>
                </a:stretch>
              </a:blipFill>
            </p:spPr>
            <p:txBody>
              <a:bodyPr/>
              <a:lstStyle/>
              <a:p>
                <a:r>
                  <a:rPr lang="en-GB">
                    <a:noFill/>
                  </a:rPr>
                  <a:t> </a:t>
                </a:r>
              </a:p>
            </p:txBody>
          </p:sp>
        </mc:Fallback>
      </mc:AlternateContent>
      <p:sp>
        <p:nvSpPr>
          <p:cNvPr id="5" name="Slide Number Placeholder 4"/>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36</a:t>
            </a:fld>
            <a:endParaRPr lang="en-US" altLang="zh-TW"/>
          </a:p>
        </p:txBody>
      </p:sp>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E9249035-4777-6143-AF78-DC2E8F2E6AEB}"/>
                  </a:ext>
                </a:extLst>
              </p:cNvPr>
              <p:cNvSpPr/>
              <p:nvPr/>
            </p:nvSpPr>
            <p:spPr>
              <a:xfrm>
                <a:off x="6470638" y="2760172"/>
                <a:ext cx="2286000" cy="8382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800" i="1">
                          <a:solidFill>
                            <a:schemeClr val="tx1"/>
                          </a:solidFill>
                          <a:latin typeface="Cambria Math" panose="02040503050406030204" pitchFamily="18" charset="0"/>
                          <a:ea typeface="新細明體" pitchFamily="-106" charset="-120"/>
                          <a:cs typeface="Times"/>
                        </a:rPr>
                        <m:t>𝐽𝑜h𝑛𝐶𝑎𝑙𝑙𝑠</m:t>
                      </m:r>
                    </m:oMath>
                  </m:oMathPara>
                </a14:m>
                <a:endParaRPr lang="en-US" sz="2800" dirty="0"/>
              </a:p>
            </p:txBody>
          </p:sp>
        </mc:Choice>
        <mc:Fallback xmlns="">
          <p:sp>
            <p:nvSpPr>
              <p:cNvPr id="10" name="Oval 9">
                <a:extLst>
                  <a:ext uri="{FF2B5EF4-FFF2-40B4-BE49-F238E27FC236}">
                    <a16:creationId xmlns:a16="http://schemas.microsoft.com/office/drawing/2014/main" id="{E9249035-4777-6143-AF78-DC2E8F2E6AEB}"/>
                  </a:ext>
                </a:extLst>
              </p:cNvPr>
              <p:cNvSpPr>
                <a:spLocks noRot="1" noChangeAspect="1" noMove="1" noResize="1" noEditPoints="1" noAdjustHandles="1" noChangeArrowheads="1" noChangeShapeType="1" noTextEdit="1"/>
              </p:cNvSpPr>
              <p:nvPr/>
            </p:nvSpPr>
            <p:spPr>
              <a:xfrm>
                <a:off x="6470638" y="2760172"/>
                <a:ext cx="2286000" cy="838200"/>
              </a:xfrm>
              <a:prstGeom prst="ellipse">
                <a:avLst/>
              </a:prstGeom>
              <a:blipFill>
                <a:blip r:embed="rId4"/>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Oval 10">
                <a:extLst>
                  <a:ext uri="{FF2B5EF4-FFF2-40B4-BE49-F238E27FC236}">
                    <a16:creationId xmlns:a16="http://schemas.microsoft.com/office/drawing/2014/main" id="{F532775D-E8D3-CE43-BC47-2DFF87CEDE88}"/>
                  </a:ext>
                </a:extLst>
              </p:cNvPr>
              <p:cNvSpPr/>
              <p:nvPr/>
            </p:nvSpPr>
            <p:spPr>
              <a:xfrm>
                <a:off x="2971800" y="2750457"/>
                <a:ext cx="2286000" cy="8382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800" i="1">
                          <a:solidFill>
                            <a:schemeClr val="tx1"/>
                          </a:solidFill>
                          <a:latin typeface="Cambria Math" panose="02040503050406030204" pitchFamily="18" charset="0"/>
                          <a:ea typeface="新細明體" pitchFamily="-106" charset="-120"/>
                          <a:cs typeface="Times"/>
                        </a:rPr>
                        <m:t>𝑀𝑎𝑟𝑦𝐶𝑎𝑙𝑙𝑠</m:t>
                      </m:r>
                    </m:oMath>
                  </m:oMathPara>
                </a14:m>
                <a:endParaRPr lang="en-US" sz="2800"/>
              </a:p>
            </p:txBody>
          </p:sp>
        </mc:Choice>
        <mc:Fallback xmlns="">
          <p:sp>
            <p:nvSpPr>
              <p:cNvPr id="11" name="Oval 10">
                <a:extLst>
                  <a:ext uri="{FF2B5EF4-FFF2-40B4-BE49-F238E27FC236}">
                    <a16:creationId xmlns:a16="http://schemas.microsoft.com/office/drawing/2014/main" id="{F532775D-E8D3-CE43-BC47-2DFF87CEDE88}"/>
                  </a:ext>
                </a:extLst>
              </p:cNvPr>
              <p:cNvSpPr>
                <a:spLocks noRot="1" noChangeAspect="1" noMove="1" noResize="1" noEditPoints="1" noAdjustHandles="1" noChangeArrowheads="1" noChangeShapeType="1" noTextEdit="1"/>
              </p:cNvSpPr>
              <p:nvPr/>
            </p:nvSpPr>
            <p:spPr>
              <a:xfrm>
                <a:off x="2971800" y="2750457"/>
                <a:ext cx="2286000" cy="838200"/>
              </a:xfrm>
              <a:prstGeom prst="ellipse">
                <a:avLst/>
              </a:prstGeom>
              <a:blipFill>
                <a:blip r:embed="rId5"/>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E5C4294-F69F-2C45-B400-130CB00E4DF0}"/>
                  </a:ext>
                </a:extLst>
              </p:cNvPr>
              <p:cNvSpPr txBox="1"/>
              <p:nvPr/>
            </p:nvSpPr>
            <p:spPr>
              <a:xfrm>
                <a:off x="4143829" y="4862929"/>
                <a:ext cx="5486400" cy="1815882"/>
              </a:xfrm>
              <a:prstGeom prst="rect">
                <a:avLst/>
              </a:prstGeom>
              <a:noFill/>
            </p:spPr>
            <p:txBody>
              <a:bodyPr wrap="square" rtlCol="0">
                <a:spAutoFit/>
              </a:bodyPr>
              <a:lstStyle/>
              <a:p>
                <a:r>
                  <a:rPr lang="en-US" sz="2800" dirty="0"/>
                  <a:t>Is it true that </a:t>
                </a:r>
                <a:endParaRPr lang="en-US" sz="28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func>
                        <m:funcPr>
                          <m:ctrlPr>
                            <a:rPr lang="en-US" sz="2800" i="1">
                              <a:latin typeface="Cambria Math" panose="02040503050406030204" pitchFamily="18" charset="0"/>
                            </a:rPr>
                          </m:ctrlPr>
                        </m:funcPr>
                        <m:fName>
                          <m:r>
                            <m:rPr>
                              <m:sty m:val="p"/>
                            </m:rPr>
                            <a:rPr lang="en-US" sz="2800">
                              <a:latin typeface="Cambria Math" panose="02040503050406030204" pitchFamily="18" charset="0"/>
                            </a:rPr>
                            <m:t>Pr</m:t>
                          </m:r>
                        </m:fName>
                        <m:e>
                          <m:d>
                            <m:dPr>
                              <m:begChr m:val="["/>
                              <m:endChr m:val="]"/>
                              <m:sepChr m:val="∣"/>
                              <m:ctrlPr>
                                <a:rPr lang="en-US" sz="2800" i="1">
                                  <a:latin typeface="Cambria Math" panose="02040503050406030204" pitchFamily="18" charset="0"/>
                                </a:rPr>
                              </m:ctrlPr>
                            </m:dPr>
                            <m:e>
                              <m:r>
                                <a:rPr lang="en-US" sz="2800" i="1">
                                  <a:latin typeface="Cambria Math" panose="02040503050406030204" pitchFamily="18" charset="0"/>
                                </a:rPr>
                                <m:t>𝐴</m:t>
                              </m:r>
                            </m:e>
                            <m:e>
                              <m:r>
                                <a:rPr lang="en-US" sz="2800" i="1">
                                  <a:latin typeface="Cambria Math" panose="02040503050406030204" pitchFamily="18" charset="0"/>
                                </a:rPr>
                                <m:t>𝑀</m:t>
                              </m:r>
                              <m:r>
                                <a:rPr lang="en-US" sz="2800" i="1">
                                  <a:latin typeface="Cambria Math" panose="02040503050406030204" pitchFamily="18" charset="0"/>
                                </a:rPr>
                                <m:t>,</m:t>
                              </m:r>
                              <m:r>
                                <a:rPr lang="en-US" sz="2800" i="1">
                                  <a:latin typeface="Cambria Math" panose="02040503050406030204" pitchFamily="18" charset="0"/>
                                </a:rPr>
                                <m:t>𝐽</m:t>
                              </m:r>
                            </m:e>
                          </m:d>
                        </m:e>
                      </m:func>
                      <m:r>
                        <a:rPr lang="en-US" sz="2800" i="1">
                          <a:latin typeface="Cambria Math" panose="02040503050406030204" pitchFamily="18" charset="0"/>
                        </a:rPr>
                        <m:t>=</m:t>
                      </m:r>
                      <m:func>
                        <m:funcPr>
                          <m:ctrlPr>
                            <a:rPr lang="en-US" sz="2800" i="1">
                              <a:latin typeface="Cambria Math" panose="02040503050406030204" pitchFamily="18" charset="0"/>
                            </a:rPr>
                          </m:ctrlPr>
                        </m:funcPr>
                        <m:fName>
                          <m:r>
                            <m:rPr>
                              <m:sty m:val="p"/>
                            </m:rPr>
                            <a:rPr lang="en-US" sz="2800">
                              <a:latin typeface="Cambria Math" panose="02040503050406030204" pitchFamily="18" charset="0"/>
                            </a:rPr>
                            <m:t>Pr</m:t>
                          </m:r>
                        </m:fName>
                        <m:e>
                          <m:r>
                            <a:rPr lang="en-US" sz="2800" i="1">
                              <a:latin typeface="Cambria Math" panose="02040503050406030204" pitchFamily="18" charset="0"/>
                            </a:rPr>
                            <m:t>[</m:t>
                          </m:r>
                          <m:r>
                            <a:rPr lang="en-US" sz="2800" i="1">
                              <a:latin typeface="Cambria Math" panose="02040503050406030204" pitchFamily="18" charset="0"/>
                            </a:rPr>
                            <m:t>𝐴</m:t>
                          </m:r>
                        </m:e>
                      </m:func>
                      <m:r>
                        <a:rPr lang="en-US" sz="2800" i="1">
                          <a:latin typeface="Cambria Math" panose="02040503050406030204" pitchFamily="18" charset="0"/>
                        </a:rPr>
                        <m:t>]</m:t>
                      </m:r>
                    </m:oMath>
                    <m:oMath xmlns:m="http://schemas.openxmlformats.org/officeDocument/2006/math">
                      <m:func>
                        <m:funcPr>
                          <m:ctrlPr>
                            <a:rPr lang="en-US" sz="2800" i="1">
                              <a:latin typeface="Cambria Math" panose="02040503050406030204" pitchFamily="18" charset="0"/>
                            </a:rPr>
                          </m:ctrlPr>
                        </m:funcPr>
                        <m:fName>
                          <m:r>
                            <m:rPr>
                              <m:sty m:val="p"/>
                            </m:rPr>
                            <a:rPr lang="en-US" sz="2800">
                              <a:latin typeface="Cambria Math" panose="02040503050406030204" pitchFamily="18" charset="0"/>
                            </a:rPr>
                            <m:t>Pr</m:t>
                          </m:r>
                        </m:fName>
                        <m:e>
                          <m:d>
                            <m:dPr>
                              <m:begChr m:val="["/>
                              <m:endChr m:val="]"/>
                              <m:sepChr m:val="∣"/>
                              <m:ctrlPr>
                                <a:rPr lang="en-US" sz="2800" i="1">
                                  <a:latin typeface="Cambria Math" panose="02040503050406030204" pitchFamily="18" charset="0"/>
                                </a:rPr>
                              </m:ctrlPr>
                            </m:dPr>
                            <m:e>
                              <m:r>
                                <a:rPr lang="en-US" sz="2800" i="1">
                                  <a:latin typeface="Cambria Math" panose="02040503050406030204" pitchFamily="18" charset="0"/>
                                </a:rPr>
                                <m:t>𝐴</m:t>
                              </m:r>
                            </m:e>
                            <m:e>
                              <m:r>
                                <a:rPr lang="en-US" sz="2800" i="1">
                                  <a:latin typeface="Cambria Math" panose="02040503050406030204" pitchFamily="18" charset="0"/>
                                </a:rPr>
                                <m:t>𝑀</m:t>
                              </m:r>
                              <m:r>
                                <a:rPr lang="en-US" sz="2800" i="1">
                                  <a:latin typeface="Cambria Math" panose="02040503050406030204" pitchFamily="18" charset="0"/>
                                </a:rPr>
                                <m:t>,</m:t>
                              </m:r>
                              <m:r>
                                <a:rPr lang="en-US" sz="2800" i="1">
                                  <a:latin typeface="Cambria Math" panose="02040503050406030204" pitchFamily="18" charset="0"/>
                                </a:rPr>
                                <m:t>𝐽</m:t>
                              </m:r>
                            </m:e>
                          </m:d>
                        </m:e>
                      </m:func>
                      <m:r>
                        <a:rPr lang="en-US" sz="2800" i="1">
                          <a:latin typeface="Cambria Math" panose="02040503050406030204" pitchFamily="18" charset="0"/>
                        </a:rPr>
                        <m:t>=</m:t>
                      </m:r>
                      <m:func>
                        <m:funcPr>
                          <m:ctrlPr>
                            <a:rPr lang="en-US" sz="2800" i="1">
                              <a:latin typeface="Cambria Math" panose="02040503050406030204" pitchFamily="18" charset="0"/>
                            </a:rPr>
                          </m:ctrlPr>
                        </m:funcPr>
                        <m:fName>
                          <m:r>
                            <m:rPr>
                              <m:sty m:val="p"/>
                            </m:rPr>
                            <a:rPr lang="en-US" sz="2800">
                              <a:latin typeface="Cambria Math" panose="02040503050406030204" pitchFamily="18" charset="0"/>
                            </a:rPr>
                            <m:t>Pr</m:t>
                          </m:r>
                        </m:fName>
                        <m:e>
                          <m:r>
                            <a:rPr lang="en-US" sz="2800" i="1">
                              <a:latin typeface="Cambria Math" panose="02040503050406030204" pitchFamily="18" charset="0"/>
                            </a:rPr>
                            <m:t>[</m:t>
                          </m:r>
                          <m:r>
                            <a:rPr lang="en-US" sz="2800" i="1">
                              <a:latin typeface="Cambria Math" panose="02040503050406030204" pitchFamily="18" charset="0"/>
                            </a:rPr>
                            <m:t>𝐴</m:t>
                          </m:r>
                          <m:r>
                            <a:rPr lang="en-US" sz="2800" i="1">
                              <a:latin typeface="Cambria Math" panose="02040503050406030204" pitchFamily="18" charset="0"/>
                            </a:rPr>
                            <m:t>∣</m:t>
                          </m:r>
                          <m:r>
                            <a:rPr lang="en-US" sz="2800" i="1">
                              <a:latin typeface="Cambria Math" panose="02040503050406030204" pitchFamily="18" charset="0"/>
                            </a:rPr>
                            <m:t>𝐽</m:t>
                          </m:r>
                        </m:e>
                      </m:func>
                      <m:r>
                        <a:rPr lang="en-US" sz="2800" i="1">
                          <a:latin typeface="Cambria Math" panose="02040503050406030204" pitchFamily="18" charset="0"/>
                        </a:rPr>
                        <m:t>]</m:t>
                      </m:r>
                    </m:oMath>
                    <m:oMath xmlns:m="http://schemas.openxmlformats.org/officeDocument/2006/math">
                      <m:func>
                        <m:funcPr>
                          <m:ctrlPr>
                            <a:rPr lang="en-US" sz="2800" i="1">
                              <a:latin typeface="Cambria Math" panose="02040503050406030204" pitchFamily="18" charset="0"/>
                            </a:rPr>
                          </m:ctrlPr>
                        </m:funcPr>
                        <m:fName>
                          <m:r>
                            <m:rPr>
                              <m:sty m:val="p"/>
                            </m:rPr>
                            <a:rPr lang="en-US" sz="2800">
                              <a:latin typeface="Cambria Math" panose="02040503050406030204" pitchFamily="18" charset="0"/>
                            </a:rPr>
                            <m:t>Pr</m:t>
                          </m:r>
                        </m:fName>
                        <m:e>
                          <m:d>
                            <m:dPr>
                              <m:begChr m:val="["/>
                              <m:endChr m:val="]"/>
                              <m:sepChr m:val="∣"/>
                              <m:ctrlPr>
                                <a:rPr lang="en-US" sz="2800" i="1">
                                  <a:latin typeface="Cambria Math" panose="02040503050406030204" pitchFamily="18" charset="0"/>
                                </a:rPr>
                              </m:ctrlPr>
                            </m:dPr>
                            <m:e>
                              <m:r>
                                <a:rPr lang="en-US" sz="2800" i="1">
                                  <a:latin typeface="Cambria Math" panose="02040503050406030204" pitchFamily="18" charset="0"/>
                                </a:rPr>
                                <m:t>𝐴</m:t>
                              </m:r>
                            </m:e>
                            <m:e>
                              <m:r>
                                <a:rPr lang="en-US" sz="2800" i="1">
                                  <a:latin typeface="Cambria Math" panose="02040503050406030204" pitchFamily="18" charset="0"/>
                                </a:rPr>
                                <m:t>𝑀</m:t>
                              </m:r>
                              <m:r>
                                <a:rPr lang="en-US" sz="2800" i="1">
                                  <a:latin typeface="Cambria Math" panose="02040503050406030204" pitchFamily="18" charset="0"/>
                                </a:rPr>
                                <m:t>,</m:t>
                              </m:r>
                              <m:r>
                                <a:rPr lang="en-US" sz="2800" i="1">
                                  <a:latin typeface="Cambria Math" panose="02040503050406030204" pitchFamily="18" charset="0"/>
                                </a:rPr>
                                <m:t>𝐽</m:t>
                              </m:r>
                            </m:e>
                          </m:d>
                        </m:e>
                      </m:func>
                      <m:r>
                        <a:rPr lang="en-US" sz="2800" i="1">
                          <a:latin typeface="Cambria Math" panose="02040503050406030204" pitchFamily="18" charset="0"/>
                        </a:rPr>
                        <m:t>=</m:t>
                      </m:r>
                      <m:func>
                        <m:funcPr>
                          <m:ctrlPr>
                            <a:rPr lang="en-US" sz="2800" i="1">
                              <a:latin typeface="Cambria Math" panose="02040503050406030204" pitchFamily="18" charset="0"/>
                            </a:rPr>
                          </m:ctrlPr>
                        </m:funcPr>
                        <m:fName>
                          <m:r>
                            <m:rPr>
                              <m:sty m:val="p"/>
                            </m:rPr>
                            <a:rPr lang="en-US" sz="2800">
                              <a:latin typeface="Cambria Math" panose="02040503050406030204" pitchFamily="18" charset="0"/>
                            </a:rPr>
                            <m:t>Pr</m:t>
                          </m:r>
                        </m:fName>
                        <m:e>
                          <m:r>
                            <a:rPr lang="en-US" sz="2800" i="1">
                              <a:latin typeface="Cambria Math" panose="02040503050406030204" pitchFamily="18" charset="0"/>
                            </a:rPr>
                            <m:t>[</m:t>
                          </m:r>
                          <m:r>
                            <a:rPr lang="en-US" sz="2800" i="1">
                              <a:latin typeface="Cambria Math" panose="02040503050406030204" pitchFamily="18" charset="0"/>
                            </a:rPr>
                            <m:t>𝐴</m:t>
                          </m:r>
                          <m:r>
                            <a:rPr lang="en-US" sz="2800" i="1">
                              <a:latin typeface="Cambria Math" panose="02040503050406030204" pitchFamily="18" charset="0"/>
                            </a:rPr>
                            <m:t>∣</m:t>
                          </m:r>
                          <m:r>
                            <a:rPr lang="en-US" sz="2800" i="1">
                              <a:latin typeface="Cambria Math" panose="02040503050406030204" pitchFamily="18" charset="0"/>
                            </a:rPr>
                            <m:t>𝑀</m:t>
                          </m:r>
                        </m:e>
                      </m:func>
                      <m:r>
                        <a:rPr lang="en-US" sz="2800" i="1">
                          <a:latin typeface="Cambria Math" panose="02040503050406030204" pitchFamily="18" charset="0"/>
                        </a:rPr>
                        <m:t>]</m:t>
                      </m:r>
                    </m:oMath>
                  </m:oMathPara>
                </a14:m>
                <a:endParaRPr lang="en-US" sz="2800" dirty="0"/>
              </a:p>
            </p:txBody>
          </p:sp>
        </mc:Choice>
        <mc:Fallback xmlns="">
          <p:sp>
            <p:nvSpPr>
              <p:cNvPr id="2" name="TextBox 1">
                <a:extLst>
                  <a:ext uri="{FF2B5EF4-FFF2-40B4-BE49-F238E27FC236}">
                    <a16:creationId xmlns:a16="http://schemas.microsoft.com/office/drawing/2014/main" id="{1E5C4294-F69F-2C45-B400-130CB00E4DF0}"/>
                  </a:ext>
                </a:extLst>
              </p:cNvPr>
              <p:cNvSpPr txBox="1">
                <a:spLocks noRot="1" noChangeAspect="1" noMove="1" noResize="1" noEditPoints="1" noAdjustHandles="1" noChangeArrowheads="1" noChangeShapeType="1" noTextEdit="1"/>
              </p:cNvSpPr>
              <p:nvPr/>
            </p:nvSpPr>
            <p:spPr>
              <a:xfrm>
                <a:off x="4143829" y="4862929"/>
                <a:ext cx="5486400" cy="1815882"/>
              </a:xfrm>
              <a:prstGeom prst="rect">
                <a:avLst/>
              </a:prstGeom>
              <a:blipFill>
                <a:blip r:embed="rId6"/>
                <a:stretch>
                  <a:fillRect l="-2309" t="-4861" b="-4861"/>
                </a:stretch>
              </a:blipFill>
            </p:spPr>
            <p:txBody>
              <a:bodyPr/>
              <a:lstStyle/>
              <a:p>
                <a:r>
                  <a:rPr lang="en-GB">
                    <a:noFill/>
                  </a:rPr>
                  <a:t> </a:t>
                </a:r>
              </a:p>
            </p:txBody>
          </p:sp>
        </mc:Fallback>
      </mc:AlternateContent>
      <p:cxnSp>
        <p:nvCxnSpPr>
          <p:cNvPr id="4" name="Straight Arrow Connector 3">
            <a:extLst>
              <a:ext uri="{FF2B5EF4-FFF2-40B4-BE49-F238E27FC236}">
                <a16:creationId xmlns:a16="http://schemas.microsoft.com/office/drawing/2014/main" id="{D9FDD5AF-0C3B-CA49-830C-B745AED34A23}"/>
              </a:ext>
            </a:extLst>
          </p:cNvPr>
          <p:cNvCxnSpPr>
            <a:cxnSpLocks/>
            <a:stCxn id="11" idx="6"/>
            <a:endCxn id="10" idx="2"/>
          </p:cNvCxnSpPr>
          <p:nvPr/>
        </p:nvCxnSpPr>
        <p:spPr>
          <a:xfrm>
            <a:off x="5257800" y="3169558"/>
            <a:ext cx="1212838" cy="971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E906F43A-5621-A84E-A22B-4E657C36ED6A}"/>
                  </a:ext>
                </a:extLst>
              </p:cNvPr>
              <p:cNvSpPr/>
              <p:nvPr/>
            </p:nvSpPr>
            <p:spPr>
              <a:xfrm>
                <a:off x="5119914" y="4024729"/>
                <a:ext cx="1752600" cy="8382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800" i="1">
                          <a:solidFill>
                            <a:schemeClr val="tx1"/>
                          </a:solidFill>
                          <a:latin typeface="Cambria Math" panose="02040503050406030204" pitchFamily="18" charset="0"/>
                          <a:ea typeface="新細明體" pitchFamily="-106" charset="-120"/>
                          <a:cs typeface="Times"/>
                        </a:rPr>
                        <m:t>𝐴𝑙𝑎𝑟𝑚</m:t>
                      </m:r>
                    </m:oMath>
                  </m:oMathPara>
                </a14:m>
                <a:endParaRPr lang="en-US" sz="2800"/>
              </a:p>
            </p:txBody>
          </p:sp>
        </mc:Choice>
        <mc:Fallback xmlns="">
          <p:sp>
            <p:nvSpPr>
              <p:cNvPr id="9" name="Oval 8">
                <a:extLst>
                  <a:ext uri="{FF2B5EF4-FFF2-40B4-BE49-F238E27FC236}">
                    <a16:creationId xmlns:a16="http://schemas.microsoft.com/office/drawing/2014/main" id="{E906F43A-5621-A84E-A22B-4E657C36ED6A}"/>
                  </a:ext>
                </a:extLst>
              </p:cNvPr>
              <p:cNvSpPr>
                <a:spLocks noRot="1" noChangeAspect="1" noMove="1" noResize="1" noEditPoints="1" noAdjustHandles="1" noChangeArrowheads="1" noChangeShapeType="1" noTextEdit="1"/>
              </p:cNvSpPr>
              <p:nvPr/>
            </p:nvSpPr>
            <p:spPr>
              <a:xfrm>
                <a:off x="5119914" y="4024729"/>
                <a:ext cx="1752600" cy="838200"/>
              </a:xfrm>
              <a:prstGeom prst="ellipse">
                <a:avLst/>
              </a:prstGeom>
              <a:blipFill>
                <a:blip r:embed="rId7"/>
                <a:stretch>
                  <a:fillRect/>
                </a:stretch>
              </a:blipFill>
              <a:ln>
                <a:solidFill>
                  <a:schemeClr val="tx1"/>
                </a:solidFill>
              </a:ln>
            </p:spPr>
            <p:txBody>
              <a:bodyPr/>
              <a:lstStyle/>
              <a:p>
                <a:r>
                  <a:rPr lang="en-GB">
                    <a:noFill/>
                  </a:rPr>
                  <a:t> </a:t>
                </a:r>
              </a:p>
            </p:txBody>
          </p:sp>
        </mc:Fallback>
      </mc:AlternateContent>
      <p:cxnSp>
        <p:nvCxnSpPr>
          <p:cNvPr id="12" name="Straight Arrow Connector 11">
            <a:extLst>
              <a:ext uri="{FF2B5EF4-FFF2-40B4-BE49-F238E27FC236}">
                <a16:creationId xmlns:a16="http://schemas.microsoft.com/office/drawing/2014/main" id="{3BF0D986-1847-E04F-98E5-6473F693EED6}"/>
              </a:ext>
            </a:extLst>
          </p:cNvPr>
          <p:cNvCxnSpPr>
            <a:cxnSpLocks/>
            <a:stCxn id="11" idx="4"/>
            <a:endCxn id="9" idx="1"/>
          </p:cNvCxnSpPr>
          <p:nvPr/>
        </p:nvCxnSpPr>
        <p:spPr>
          <a:xfrm>
            <a:off x="4114800" y="3588657"/>
            <a:ext cx="1261776" cy="55882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90F6A50-769D-E44C-88D1-4302F02B7CB0}"/>
              </a:ext>
            </a:extLst>
          </p:cNvPr>
          <p:cNvCxnSpPr>
            <a:cxnSpLocks/>
            <a:stCxn id="10" idx="4"/>
            <a:endCxn id="9" idx="7"/>
          </p:cNvCxnSpPr>
          <p:nvPr/>
        </p:nvCxnSpPr>
        <p:spPr>
          <a:xfrm flipH="1">
            <a:off x="6615852" y="3598373"/>
            <a:ext cx="997786" cy="54910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7711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139" name="Rectangle 3"/>
          <p:cNvSpPr>
            <a:spLocks noGrp="1" noChangeArrowheads="1"/>
          </p:cNvSpPr>
          <p:nvPr>
            <p:ph type="title"/>
          </p:nvPr>
        </p:nvSpPr>
        <p:spPr>
          <a:xfrm>
            <a:off x="2506134" y="457202"/>
            <a:ext cx="7704667" cy="990599"/>
          </a:xfrm>
        </p:spPr>
        <p:txBody>
          <a:bodyPr/>
          <a:lstStyle/>
          <a:p>
            <a:r>
              <a:rPr lang="en-US" altLang="zh-TW" dirty="0">
                <a:ea typeface="新細明體" pitchFamily="-106" charset="-120"/>
                <a:cs typeface="新細明體" pitchFamily="-106" charset="-120"/>
              </a:rPr>
              <a:t>Variable Order Matters</a:t>
            </a:r>
          </a:p>
        </p:txBody>
      </p:sp>
      <mc:AlternateContent xmlns:mc="http://schemas.openxmlformats.org/markup-compatibility/2006" xmlns:a14="http://schemas.microsoft.com/office/drawing/2010/main">
        <mc:Choice Requires="a14">
          <p:sp>
            <p:nvSpPr>
              <p:cNvPr id="603138" name="Rectangle 2"/>
              <p:cNvSpPr>
                <a:spLocks noGrp="1" noChangeArrowheads="1"/>
              </p:cNvSpPr>
              <p:nvPr>
                <p:ph idx="1"/>
              </p:nvPr>
            </p:nvSpPr>
            <p:spPr>
              <a:xfrm>
                <a:off x="2509762" y="1600200"/>
                <a:ext cx="7921752" cy="1143000"/>
              </a:xfrm>
            </p:spPr>
            <p:txBody>
              <a:bodyPr>
                <a:normAutofit/>
              </a:bodyPr>
              <a:lstStyle/>
              <a:p>
                <a:pPr marL="0" indent="0">
                  <a:spcBef>
                    <a:spcPts val="1200"/>
                  </a:spcBef>
                  <a:buNone/>
                </a:pPr>
                <a:r>
                  <a:rPr lang="en-US" altLang="zh-TW" sz="3200" dirty="0">
                    <a:latin typeface="Corbel" panose="020B0503020204020204" pitchFamily="34" charset="0"/>
                    <a:ea typeface="新細明體" pitchFamily="-106" charset="-120"/>
                    <a:cs typeface="Times"/>
                  </a:rPr>
                  <a:t>We choose the ordering </a:t>
                </a:r>
                <a14:m>
                  <m:oMath xmlns:m="http://schemas.openxmlformats.org/officeDocument/2006/math">
                    <m:r>
                      <a:rPr lang="en-US" altLang="zh-TW" sz="3200" i="1" dirty="0">
                        <a:latin typeface="Cambria Math" panose="02040503050406030204" pitchFamily="18" charset="0"/>
                        <a:ea typeface="新細明體" pitchFamily="-106" charset="-120"/>
                        <a:cs typeface="Times"/>
                      </a:rPr>
                      <m:t>𝑀</m:t>
                    </m:r>
                    <m:r>
                      <a:rPr lang="en-US" altLang="zh-TW" sz="3200" i="1" dirty="0">
                        <a:latin typeface="Cambria Math" panose="02040503050406030204" pitchFamily="18" charset="0"/>
                        <a:ea typeface="新細明體" pitchFamily="-106" charset="-120"/>
                        <a:cs typeface="Times"/>
                      </a:rPr>
                      <m:t>, </m:t>
                    </m:r>
                    <m:r>
                      <a:rPr lang="en-US" altLang="zh-TW" sz="3200" i="1" dirty="0">
                        <a:latin typeface="Cambria Math" panose="02040503050406030204" pitchFamily="18" charset="0"/>
                        <a:ea typeface="新細明體" pitchFamily="-106" charset="-120"/>
                        <a:cs typeface="Times"/>
                      </a:rPr>
                      <m:t>𝐽</m:t>
                    </m:r>
                    <m:r>
                      <a:rPr lang="en-US" altLang="zh-TW" sz="3200" i="1" dirty="0">
                        <a:latin typeface="Cambria Math" panose="02040503050406030204" pitchFamily="18" charset="0"/>
                        <a:ea typeface="新細明體" pitchFamily="-106" charset="-120"/>
                        <a:cs typeface="Times"/>
                      </a:rPr>
                      <m:t>, </m:t>
                    </m:r>
                    <m:r>
                      <a:rPr lang="en-US" altLang="zh-TW" sz="3200" i="1" dirty="0">
                        <a:latin typeface="Cambria Math" panose="02040503050406030204" pitchFamily="18" charset="0"/>
                        <a:ea typeface="新細明體" pitchFamily="-106" charset="-120"/>
                        <a:cs typeface="Times"/>
                      </a:rPr>
                      <m:t>𝐴</m:t>
                    </m:r>
                    <m:r>
                      <a:rPr lang="en-US" altLang="zh-TW" sz="3200" i="1" dirty="0">
                        <a:latin typeface="Cambria Math" panose="02040503050406030204" pitchFamily="18" charset="0"/>
                        <a:ea typeface="新細明體" pitchFamily="-106" charset="-120"/>
                        <a:cs typeface="Times"/>
                      </a:rPr>
                      <m:t>, </m:t>
                    </m:r>
                    <m:r>
                      <a:rPr lang="en-US" altLang="zh-TW" sz="3200" i="1" dirty="0">
                        <a:latin typeface="Cambria Math" panose="02040503050406030204" pitchFamily="18" charset="0"/>
                        <a:ea typeface="新細明體" pitchFamily="-106" charset="-120"/>
                        <a:cs typeface="Times"/>
                      </a:rPr>
                      <m:t>𝐵</m:t>
                    </m:r>
                    <m:r>
                      <a:rPr lang="en-US" altLang="zh-TW" sz="3200" i="1" dirty="0">
                        <a:latin typeface="Cambria Math" panose="02040503050406030204" pitchFamily="18" charset="0"/>
                        <a:ea typeface="新細明體" pitchFamily="-106" charset="-120"/>
                        <a:cs typeface="Times"/>
                      </a:rPr>
                      <m:t>, </m:t>
                    </m:r>
                    <m:r>
                      <a:rPr lang="en-US" altLang="zh-TW" sz="3200" i="1" dirty="0">
                        <a:latin typeface="Cambria Math" panose="02040503050406030204" pitchFamily="18" charset="0"/>
                        <a:ea typeface="新細明體" pitchFamily="-106" charset="-120"/>
                        <a:cs typeface="Times"/>
                      </a:rPr>
                      <m:t>𝐸</m:t>
                    </m:r>
                  </m:oMath>
                </a14:m>
                <a:endParaRPr lang="en-US" altLang="zh-TW" sz="3200" dirty="0">
                  <a:latin typeface="Corbel" panose="020B0503020204020204" pitchFamily="34" charset="0"/>
                  <a:ea typeface="新細明體" pitchFamily="-106" charset="-120"/>
                  <a:cs typeface="Times"/>
                </a:endParaRPr>
              </a:p>
            </p:txBody>
          </p:sp>
        </mc:Choice>
        <mc:Fallback xmlns="">
          <p:sp>
            <p:nvSpPr>
              <p:cNvPr id="603138" name="Rectangle 2"/>
              <p:cNvSpPr>
                <a:spLocks noGrp="1" noRot="1" noChangeAspect="1" noMove="1" noResize="1" noEditPoints="1" noAdjustHandles="1" noChangeArrowheads="1" noChangeShapeType="1" noTextEdit="1"/>
              </p:cNvSpPr>
              <p:nvPr>
                <p:ph idx="1"/>
              </p:nvPr>
            </p:nvSpPr>
            <p:spPr>
              <a:xfrm>
                <a:off x="2509762" y="1600200"/>
                <a:ext cx="7921752" cy="1143000"/>
              </a:xfrm>
              <a:blipFill>
                <a:blip r:embed="rId3"/>
                <a:stretch>
                  <a:fillRect l="-1920" t="-6593"/>
                </a:stretch>
              </a:blipFill>
            </p:spPr>
            <p:txBody>
              <a:bodyPr/>
              <a:lstStyle/>
              <a:p>
                <a:r>
                  <a:rPr lang="en-GB">
                    <a:noFill/>
                  </a:rPr>
                  <a:t> </a:t>
                </a:r>
              </a:p>
            </p:txBody>
          </p:sp>
        </mc:Fallback>
      </mc:AlternateContent>
      <p:sp>
        <p:nvSpPr>
          <p:cNvPr id="5" name="Slide Number Placeholder 4"/>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37</a:t>
            </a:fld>
            <a:endParaRPr lang="en-US" altLang="zh-TW"/>
          </a:p>
        </p:txBody>
      </p:sp>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E9249035-4777-6143-AF78-DC2E8F2E6AEB}"/>
                  </a:ext>
                </a:extLst>
              </p:cNvPr>
              <p:cNvSpPr/>
              <p:nvPr/>
            </p:nvSpPr>
            <p:spPr>
              <a:xfrm>
                <a:off x="6470638" y="2760172"/>
                <a:ext cx="2286000" cy="8382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800" i="1">
                          <a:solidFill>
                            <a:schemeClr val="tx1"/>
                          </a:solidFill>
                          <a:latin typeface="Cambria Math" panose="02040503050406030204" pitchFamily="18" charset="0"/>
                          <a:ea typeface="新細明體" pitchFamily="-106" charset="-120"/>
                          <a:cs typeface="Times"/>
                        </a:rPr>
                        <m:t>𝐽𝑜h𝑛𝐶𝑎𝑙𝑙𝑠</m:t>
                      </m:r>
                    </m:oMath>
                  </m:oMathPara>
                </a14:m>
                <a:endParaRPr lang="en-US" sz="2800" dirty="0"/>
              </a:p>
            </p:txBody>
          </p:sp>
        </mc:Choice>
        <mc:Fallback xmlns="">
          <p:sp>
            <p:nvSpPr>
              <p:cNvPr id="10" name="Oval 9">
                <a:extLst>
                  <a:ext uri="{FF2B5EF4-FFF2-40B4-BE49-F238E27FC236}">
                    <a16:creationId xmlns:a16="http://schemas.microsoft.com/office/drawing/2014/main" id="{E9249035-4777-6143-AF78-DC2E8F2E6AEB}"/>
                  </a:ext>
                </a:extLst>
              </p:cNvPr>
              <p:cNvSpPr>
                <a:spLocks noRot="1" noChangeAspect="1" noMove="1" noResize="1" noEditPoints="1" noAdjustHandles="1" noChangeArrowheads="1" noChangeShapeType="1" noTextEdit="1"/>
              </p:cNvSpPr>
              <p:nvPr/>
            </p:nvSpPr>
            <p:spPr>
              <a:xfrm>
                <a:off x="6470638" y="2760172"/>
                <a:ext cx="2286000" cy="838200"/>
              </a:xfrm>
              <a:prstGeom prst="ellipse">
                <a:avLst/>
              </a:prstGeom>
              <a:blipFill>
                <a:blip r:embed="rId4"/>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Oval 10">
                <a:extLst>
                  <a:ext uri="{FF2B5EF4-FFF2-40B4-BE49-F238E27FC236}">
                    <a16:creationId xmlns:a16="http://schemas.microsoft.com/office/drawing/2014/main" id="{F532775D-E8D3-CE43-BC47-2DFF87CEDE88}"/>
                  </a:ext>
                </a:extLst>
              </p:cNvPr>
              <p:cNvSpPr/>
              <p:nvPr/>
            </p:nvSpPr>
            <p:spPr>
              <a:xfrm>
                <a:off x="2971800" y="2750457"/>
                <a:ext cx="2286000" cy="8382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800" i="1">
                          <a:solidFill>
                            <a:schemeClr val="tx1"/>
                          </a:solidFill>
                          <a:latin typeface="Cambria Math" panose="02040503050406030204" pitchFamily="18" charset="0"/>
                          <a:ea typeface="新細明體" pitchFamily="-106" charset="-120"/>
                          <a:cs typeface="Times"/>
                        </a:rPr>
                        <m:t>𝑀𝑎𝑟𝑦𝐶𝑎𝑙𝑙𝑠</m:t>
                      </m:r>
                    </m:oMath>
                  </m:oMathPara>
                </a14:m>
                <a:endParaRPr lang="en-US" sz="2800"/>
              </a:p>
            </p:txBody>
          </p:sp>
        </mc:Choice>
        <mc:Fallback xmlns="">
          <p:sp>
            <p:nvSpPr>
              <p:cNvPr id="11" name="Oval 10">
                <a:extLst>
                  <a:ext uri="{FF2B5EF4-FFF2-40B4-BE49-F238E27FC236}">
                    <a16:creationId xmlns:a16="http://schemas.microsoft.com/office/drawing/2014/main" id="{F532775D-E8D3-CE43-BC47-2DFF87CEDE88}"/>
                  </a:ext>
                </a:extLst>
              </p:cNvPr>
              <p:cNvSpPr>
                <a:spLocks noRot="1" noChangeAspect="1" noMove="1" noResize="1" noEditPoints="1" noAdjustHandles="1" noChangeArrowheads="1" noChangeShapeType="1" noTextEdit="1"/>
              </p:cNvSpPr>
              <p:nvPr/>
            </p:nvSpPr>
            <p:spPr>
              <a:xfrm>
                <a:off x="2971800" y="2750457"/>
                <a:ext cx="2286000" cy="838200"/>
              </a:xfrm>
              <a:prstGeom prst="ellipse">
                <a:avLst/>
              </a:prstGeom>
              <a:blipFill>
                <a:blip r:embed="rId5"/>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E5C4294-F69F-2C45-B400-130CB00E4DF0}"/>
                  </a:ext>
                </a:extLst>
              </p:cNvPr>
              <p:cNvSpPr txBox="1"/>
              <p:nvPr/>
            </p:nvSpPr>
            <p:spPr>
              <a:xfrm>
                <a:off x="5978071" y="5463748"/>
                <a:ext cx="5486400" cy="523220"/>
              </a:xfrm>
              <a:prstGeom prst="rect">
                <a:avLst/>
              </a:prstGeom>
              <a:noFill/>
            </p:spPr>
            <p:txBody>
              <a:bodyPr wrap="square" rtlCol="0">
                <a:spAutoFit/>
              </a:bodyPr>
              <a:lstStyle/>
              <a:p>
                <a14:m>
                  <m:oMath xmlns:m="http://schemas.openxmlformats.org/officeDocument/2006/math">
                    <m:func>
                      <m:funcPr>
                        <m:ctrlPr>
                          <a:rPr lang="en-US" sz="2800" i="1">
                            <a:latin typeface="Cambria Math" panose="02040503050406030204" pitchFamily="18" charset="0"/>
                          </a:rPr>
                        </m:ctrlPr>
                      </m:funcPr>
                      <m:fName>
                        <m:r>
                          <m:rPr>
                            <m:sty m:val="p"/>
                          </m:rPr>
                          <a:rPr lang="en-US" sz="2800">
                            <a:latin typeface="Cambria Math" panose="02040503050406030204" pitchFamily="18" charset="0"/>
                          </a:rPr>
                          <m:t>Pr</m:t>
                        </m:r>
                      </m:fName>
                      <m:e>
                        <m:r>
                          <a:rPr lang="en-US" sz="2800" i="1">
                            <a:latin typeface="Cambria Math" panose="02040503050406030204" pitchFamily="18" charset="0"/>
                          </a:rPr>
                          <m:t>[</m:t>
                        </m:r>
                        <m:r>
                          <a:rPr lang="en-US" sz="2800" i="1">
                            <a:latin typeface="Cambria Math" panose="02040503050406030204" pitchFamily="18" charset="0"/>
                          </a:rPr>
                          <m:t>𝐵</m:t>
                        </m:r>
                        <m:r>
                          <a:rPr lang="en-US" sz="2800" i="1">
                            <a:latin typeface="Cambria Math" panose="02040503050406030204" pitchFamily="18" charset="0"/>
                          </a:rPr>
                          <m:t>∣</m:t>
                        </m:r>
                        <m:r>
                          <a:rPr lang="en-US" sz="2800" i="1">
                            <a:latin typeface="Cambria Math" panose="02040503050406030204" pitchFamily="18" charset="0"/>
                          </a:rPr>
                          <m:t>𝐴</m:t>
                        </m:r>
                        <m:r>
                          <a:rPr lang="en-US" sz="2800" i="1">
                            <a:latin typeface="Cambria Math" panose="02040503050406030204" pitchFamily="18" charset="0"/>
                          </a:rPr>
                          <m:t>]</m:t>
                        </m:r>
                      </m:e>
                    </m:func>
                    <m:r>
                      <a:rPr lang="en-US" sz="2800" i="1">
                        <a:latin typeface="Cambria Math" panose="02040503050406030204" pitchFamily="18" charset="0"/>
                      </a:rPr>
                      <m:t>=</m:t>
                    </m:r>
                    <m:func>
                      <m:funcPr>
                        <m:ctrlPr>
                          <a:rPr lang="en-US" sz="2800" i="1">
                            <a:latin typeface="Cambria Math" panose="02040503050406030204" pitchFamily="18" charset="0"/>
                          </a:rPr>
                        </m:ctrlPr>
                      </m:funcPr>
                      <m:fName>
                        <m:r>
                          <m:rPr>
                            <m:sty m:val="p"/>
                          </m:rPr>
                          <a:rPr lang="en-US" sz="2800">
                            <a:latin typeface="Cambria Math" panose="02040503050406030204" pitchFamily="18" charset="0"/>
                          </a:rPr>
                          <m:t>Pr</m:t>
                        </m:r>
                      </m:fName>
                      <m:e>
                        <m:r>
                          <a:rPr lang="en-US" sz="2800" i="1">
                            <a:latin typeface="Cambria Math" panose="02040503050406030204" pitchFamily="18" charset="0"/>
                          </a:rPr>
                          <m:t>[</m:t>
                        </m:r>
                        <m:r>
                          <a:rPr lang="en-US" sz="2800" i="1">
                            <a:latin typeface="Cambria Math" panose="02040503050406030204" pitchFamily="18" charset="0"/>
                          </a:rPr>
                          <m:t>𝐵</m:t>
                        </m:r>
                        <m:r>
                          <a:rPr lang="en-US" sz="2800" i="1">
                            <a:latin typeface="Cambria Math" panose="02040503050406030204" pitchFamily="18" charset="0"/>
                          </a:rPr>
                          <m:t>∣</m:t>
                        </m:r>
                        <m:r>
                          <a:rPr lang="en-US" sz="2800" i="1">
                            <a:latin typeface="Cambria Math" panose="02040503050406030204" pitchFamily="18" charset="0"/>
                          </a:rPr>
                          <m:t>𝐴</m:t>
                        </m:r>
                        <m:r>
                          <a:rPr lang="en-US" sz="2800" i="1">
                            <a:latin typeface="Cambria Math" panose="02040503050406030204" pitchFamily="18" charset="0"/>
                          </a:rPr>
                          <m:t>,</m:t>
                        </m:r>
                        <m:r>
                          <a:rPr lang="en-US" sz="2800" i="1">
                            <a:latin typeface="Cambria Math" panose="02040503050406030204" pitchFamily="18" charset="0"/>
                          </a:rPr>
                          <m:t>𝑀</m:t>
                        </m:r>
                        <m:r>
                          <a:rPr lang="en-US" sz="2800" i="1">
                            <a:latin typeface="Cambria Math" panose="02040503050406030204" pitchFamily="18" charset="0"/>
                          </a:rPr>
                          <m:t>,</m:t>
                        </m:r>
                        <m:r>
                          <a:rPr lang="en-US" sz="2800" i="1">
                            <a:latin typeface="Cambria Math" panose="02040503050406030204" pitchFamily="18" charset="0"/>
                          </a:rPr>
                          <m:t>𝐽</m:t>
                        </m:r>
                      </m:e>
                    </m:func>
                    <m:r>
                      <a:rPr lang="en-US" sz="2800" i="1">
                        <a:latin typeface="Cambria Math" panose="02040503050406030204" pitchFamily="18" charset="0"/>
                      </a:rPr>
                      <m:t>]</m:t>
                    </m:r>
                  </m:oMath>
                </a14:m>
                <a:r>
                  <a:rPr lang="en-US" sz="2800" dirty="0"/>
                  <a:t>?</a:t>
                </a:r>
              </a:p>
            </p:txBody>
          </p:sp>
        </mc:Choice>
        <mc:Fallback xmlns="">
          <p:sp>
            <p:nvSpPr>
              <p:cNvPr id="2" name="TextBox 1">
                <a:extLst>
                  <a:ext uri="{FF2B5EF4-FFF2-40B4-BE49-F238E27FC236}">
                    <a16:creationId xmlns:a16="http://schemas.microsoft.com/office/drawing/2014/main" id="{1E5C4294-F69F-2C45-B400-130CB00E4DF0}"/>
                  </a:ext>
                </a:extLst>
              </p:cNvPr>
              <p:cNvSpPr txBox="1">
                <a:spLocks noRot="1" noChangeAspect="1" noMove="1" noResize="1" noEditPoints="1" noAdjustHandles="1" noChangeArrowheads="1" noChangeShapeType="1" noTextEdit="1"/>
              </p:cNvSpPr>
              <p:nvPr/>
            </p:nvSpPr>
            <p:spPr>
              <a:xfrm>
                <a:off x="5978071" y="5463748"/>
                <a:ext cx="5486400" cy="523220"/>
              </a:xfrm>
              <a:prstGeom prst="rect">
                <a:avLst/>
              </a:prstGeom>
              <a:blipFill>
                <a:blip r:embed="rId6"/>
                <a:stretch>
                  <a:fillRect l="-462" t="-11905" b="-28571"/>
                </a:stretch>
              </a:blipFill>
            </p:spPr>
            <p:txBody>
              <a:bodyPr/>
              <a:lstStyle/>
              <a:p>
                <a:r>
                  <a:rPr lang="en-GB">
                    <a:noFill/>
                  </a:rPr>
                  <a:t> </a:t>
                </a:r>
              </a:p>
            </p:txBody>
          </p:sp>
        </mc:Fallback>
      </mc:AlternateContent>
      <p:cxnSp>
        <p:nvCxnSpPr>
          <p:cNvPr id="4" name="Straight Arrow Connector 3">
            <a:extLst>
              <a:ext uri="{FF2B5EF4-FFF2-40B4-BE49-F238E27FC236}">
                <a16:creationId xmlns:a16="http://schemas.microsoft.com/office/drawing/2014/main" id="{D9FDD5AF-0C3B-CA49-830C-B745AED34A23}"/>
              </a:ext>
            </a:extLst>
          </p:cNvPr>
          <p:cNvCxnSpPr>
            <a:cxnSpLocks/>
            <a:stCxn id="11" idx="6"/>
            <a:endCxn id="10" idx="2"/>
          </p:cNvCxnSpPr>
          <p:nvPr/>
        </p:nvCxnSpPr>
        <p:spPr>
          <a:xfrm>
            <a:off x="5257800" y="3169558"/>
            <a:ext cx="1212838" cy="971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E906F43A-5621-A84E-A22B-4E657C36ED6A}"/>
                  </a:ext>
                </a:extLst>
              </p:cNvPr>
              <p:cNvSpPr/>
              <p:nvPr/>
            </p:nvSpPr>
            <p:spPr>
              <a:xfrm>
                <a:off x="5119914" y="4024729"/>
                <a:ext cx="1752600" cy="8382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800" i="1">
                          <a:solidFill>
                            <a:schemeClr val="tx1"/>
                          </a:solidFill>
                          <a:latin typeface="Cambria Math" panose="02040503050406030204" pitchFamily="18" charset="0"/>
                          <a:ea typeface="新細明體" pitchFamily="-106" charset="-120"/>
                          <a:cs typeface="Times"/>
                        </a:rPr>
                        <m:t>𝐴𝑙𝑎𝑟𝑚</m:t>
                      </m:r>
                    </m:oMath>
                  </m:oMathPara>
                </a14:m>
                <a:endParaRPr lang="en-US" sz="2800"/>
              </a:p>
            </p:txBody>
          </p:sp>
        </mc:Choice>
        <mc:Fallback xmlns="">
          <p:sp>
            <p:nvSpPr>
              <p:cNvPr id="9" name="Oval 8">
                <a:extLst>
                  <a:ext uri="{FF2B5EF4-FFF2-40B4-BE49-F238E27FC236}">
                    <a16:creationId xmlns:a16="http://schemas.microsoft.com/office/drawing/2014/main" id="{E906F43A-5621-A84E-A22B-4E657C36ED6A}"/>
                  </a:ext>
                </a:extLst>
              </p:cNvPr>
              <p:cNvSpPr>
                <a:spLocks noRot="1" noChangeAspect="1" noMove="1" noResize="1" noEditPoints="1" noAdjustHandles="1" noChangeArrowheads="1" noChangeShapeType="1" noTextEdit="1"/>
              </p:cNvSpPr>
              <p:nvPr/>
            </p:nvSpPr>
            <p:spPr>
              <a:xfrm>
                <a:off x="5119914" y="4024729"/>
                <a:ext cx="1752600" cy="838200"/>
              </a:xfrm>
              <a:prstGeom prst="ellipse">
                <a:avLst/>
              </a:prstGeom>
              <a:blipFill>
                <a:blip r:embed="rId7"/>
                <a:stretch>
                  <a:fillRect/>
                </a:stretch>
              </a:blipFill>
              <a:ln>
                <a:solidFill>
                  <a:schemeClr val="tx1"/>
                </a:solidFill>
              </a:ln>
            </p:spPr>
            <p:txBody>
              <a:bodyPr/>
              <a:lstStyle/>
              <a:p>
                <a:r>
                  <a:rPr lang="en-GB">
                    <a:noFill/>
                  </a:rPr>
                  <a:t> </a:t>
                </a:r>
              </a:p>
            </p:txBody>
          </p:sp>
        </mc:Fallback>
      </mc:AlternateContent>
      <p:cxnSp>
        <p:nvCxnSpPr>
          <p:cNvPr id="12" name="Straight Arrow Connector 11">
            <a:extLst>
              <a:ext uri="{FF2B5EF4-FFF2-40B4-BE49-F238E27FC236}">
                <a16:creationId xmlns:a16="http://schemas.microsoft.com/office/drawing/2014/main" id="{3BF0D986-1847-E04F-98E5-6473F693EED6}"/>
              </a:ext>
            </a:extLst>
          </p:cNvPr>
          <p:cNvCxnSpPr>
            <a:cxnSpLocks/>
            <a:stCxn id="11" idx="4"/>
            <a:endCxn id="9" idx="1"/>
          </p:cNvCxnSpPr>
          <p:nvPr/>
        </p:nvCxnSpPr>
        <p:spPr>
          <a:xfrm>
            <a:off x="4114800" y="3588657"/>
            <a:ext cx="1261776" cy="55882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90F6A50-769D-E44C-88D1-4302F02B7CB0}"/>
              </a:ext>
            </a:extLst>
          </p:cNvPr>
          <p:cNvCxnSpPr>
            <a:cxnSpLocks/>
            <a:stCxn id="10" idx="4"/>
            <a:endCxn id="9" idx="7"/>
          </p:cNvCxnSpPr>
          <p:nvPr/>
        </p:nvCxnSpPr>
        <p:spPr>
          <a:xfrm flipH="1">
            <a:off x="6615852" y="3598373"/>
            <a:ext cx="997786" cy="54910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Oval 13">
                <a:extLst>
                  <a:ext uri="{FF2B5EF4-FFF2-40B4-BE49-F238E27FC236}">
                    <a16:creationId xmlns:a16="http://schemas.microsoft.com/office/drawing/2014/main" id="{360E8CEB-CA71-CE4E-956D-9930AD839381}"/>
                  </a:ext>
                </a:extLst>
              </p:cNvPr>
              <p:cNvSpPr/>
              <p:nvPr/>
            </p:nvSpPr>
            <p:spPr>
              <a:xfrm>
                <a:off x="3505200" y="5725358"/>
                <a:ext cx="2057400" cy="8382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800" i="1">
                          <a:solidFill>
                            <a:schemeClr val="tx1"/>
                          </a:solidFill>
                          <a:latin typeface="Cambria Math" panose="02040503050406030204" pitchFamily="18" charset="0"/>
                          <a:ea typeface="新細明體" pitchFamily="-106" charset="-120"/>
                          <a:cs typeface="Times"/>
                        </a:rPr>
                        <m:t>𝐵𝑢𝑟𝑔𝑙𝑎𝑟𝑦</m:t>
                      </m:r>
                    </m:oMath>
                  </m:oMathPara>
                </a14:m>
                <a:endParaRPr lang="en-US" sz="2800"/>
              </a:p>
            </p:txBody>
          </p:sp>
        </mc:Choice>
        <mc:Fallback xmlns="">
          <p:sp>
            <p:nvSpPr>
              <p:cNvPr id="14" name="Oval 13">
                <a:extLst>
                  <a:ext uri="{FF2B5EF4-FFF2-40B4-BE49-F238E27FC236}">
                    <a16:creationId xmlns:a16="http://schemas.microsoft.com/office/drawing/2014/main" id="{360E8CEB-CA71-CE4E-956D-9930AD839381}"/>
                  </a:ext>
                </a:extLst>
              </p:cNvPr>
              <p:cNvSpPr>
                <a:spLocks noRot="1" noChangeAspect="1" noMove="1" noResize="1" noEditPoints="1" noAdjustHandles="1" noChangeArrowheads="1" noChangeShapeType="1" noTextEdit="1"/>
              </p:cNvSpPr>
              <p:nvPr/>
            </p:nvSpPr>
            <p:spPr>
              <a:xfrm>
                <a:off x="3505200" y="5725358"/>
                <a:ext cx="2057400" cy="838200"/>
              </a:xfrm>
              <a:prstGeom prst="ellipse">
                <a:avLst/>
              </a:prstGeom>
              <a:blipFill>
                <a:blip r:embed="rId8"/>
                <a:stretch>
                  <a:fillRect/>
                </a:stretch>
              </a:blipFill>
              <a:ln>
                <a:solidFill>
                  <a:schemeClr val="tx1"/>
                </a:solidFill>
              </a:ln>
            </p:spPr>
            <p:txBody>
              <a:bodyPr/>
              <a:lstStyle/>
              <a:p>
                <a:r>
                  <a:rPr lang="en-GB">
                    <a:noFill/>
                  </a:rPr>
                  <a:t> </a:t>
                </a:r>
              </a:p>
            </p:txBody>
          </p:sp>
        </mc:Fallback>
      </mc:AlternateContent>
      <p:cxnSp>
        <p:nvCxnSpPr>
          <p:cNvPr id="15" name="Straight Arrow Connector 14">
            <a:extLst>
              <a:ext uri="{FF2B5EF4-FFF2-40B4-BE49-F238E27FC236}">
                <a16:creationId xmlns:a16="http://schemas.microsoft.com/office/drawing/2014/main" id="{93CD39F1-19BA-0E43-8D40-BBDA2C184266}"/>
              </a:ext>
            </a:extLst>
          </p:cNvPr>
          <p:cNvCxnSpPr>
            <a:cxnSpLocks/>
            <a:stCxn id="9" idx="4"/>
            <a:endCxn id="14" idx="0"/>
          </p:cNvCxnSpPr>
          <p:nvPr/>
        </p:nvCxnSpPr>
        <p:spPr>
          <a:xfrm flipH="1">
            <a:off x="4533900" y="4862930"/>
            <a:ext cx="1462314" cy="8624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2512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139" name="Rectangle 3"/>
          <p:cNvSpPr>
            <a:spLocks noGrp="1" noChangeArrowheads="1"/>
          </p:cNvSpPr>
          <p:nvPr>
            <p:ph type="title"/>
          </p:nvPr>
        </p:nvSpPr>
        <p:spPr>
          <a:xfrm>
            <a:off x="2506134" y="457202"/>
            <a:ext cx="7704667" cy="990599"/>
          </a:xfrm>
        </p:spPr>
        <p:txBody>
          <a:bodyPr/>
          <a:lstStyle/>
          <a:p>
            <a:r>
              <a:rPr lang="en-US" altLang="zh-TW" dirty="0">
                <a:ea typeface="新細明體" pitchFamily="-106" charset="-120"/>
                <a:cs typeface="新細明體" pitchFamily="-106" charset="-120"/>
              </a:rPr>
              <a:t>Variable Order Matters</a:t>
            </a:r>
          </a:p>
        </p:txBody>
      </p:sp>
      <mc:AlternateContent xmlns:mc="http://schemas.openxmlformats.org/markup-compatibility/2006" xmlns:a14="http://schemas.microsoft.com/office/drawing/2010/main">
        <mc:Choice Requires="a14">
          <p:sp>
            <p:nvSpPr>
              <p:cNvPr id="603138" name="Rectangle 2"/>
              <p:cNvSpPr>
                <a:spLocks noGrp="1" noChangeArrowheads="1"/>
              </p:cNvSpPr>
              <p:nvPr>
                <p:ph idx="1"/>
              </p:nvPr>
            </p:nvSpPr>
            <p:spPr>
              <a:xfrm>
                <a:off x="2509762" y="1600200"/>
                <a:ext cx="7921752" cy="1143000"/>
              </a:xfrm>
            </p:spPr>
            <p:txBody>
              <a:bodyPr>
                <a:normAutofit/>
              </a:bodyPr>
              <a:lstStyle/>
              <a:p>
                <a:pPr marL="0" indent="0">
                  <a:spcBef>
                    <a:spcPts val="1200"/>
                  </a:spcBef>
                  <a:buNone/>
                </a:pPr>
                <a:r>
                  <a:rPr lang="en-US" altLang="zh-TW" sz="3200" dirty="0">
                    <a:latin typeface="Corbel" panose="020B0503020204020204" pitchFamily="34" charset="0"/>
                    <a:ea typeface="新細明體" pitchFamily="-106" charset="-120"/>
                    <a:cs typeface="Times"/>
                  </a:rPr>
                  <a:t>We choose the ordering </a:t>
                </a:r>
                <a14:m>
                  <m:oMath xmlns:m="http://schemas.openxmlformats.org/officeDocument/2006/math">
                    <m:r>
                      <a:rPr lang="en-US" altLang="zh-TW" sz="3200" i="1" dirty="0">
                        <a:latin typeface="Cambria Math" panose="02040503050406030204" pitchFamily="18" charset="0"/>
                        <a:ea typeface="新細明體" pitchFamily="-106" charset="-120"/>
                        <a:cs typeface="Times"/>
                      </a:rPr>
                      <m:t>𝑀</m:t>
                    </m:r>
                    <m:r>
                      <a:rPr lang="en-US" altLang="zh-TW" sz="3200" i="1" dirty="0">
                        <a:latin typeface="Cambria Math" panose="02040503050406030204" pitchFamily="18" charset="0"/>
                        <a:ea typeface="新細明體" pitchFamily="-106" charset="-120"/>
                        <a:cs typeface="Times"/>
                      </a:rPr>
                      <m:t>, </m:t>
                    </m:r>
                    <m:r>
                      <a:rPr lang="en-US" altLang="zh-TW" sz="3200" i="1" dirty="0">
                        <a:latin typeface="Cambria Math" panose="02040503050406030204" pitchFamily="18" charset="0"/>
                        <a:ea typeface="新細明體" pitchFamily="-106" charset="-120"/>
                        <a:cs typeface="Times"/>
                      </a:rPr>
                      <m:t>𝐽</m:t>
                    </m:r>
                    <m:r>
                      <a:rPr lang="en-US" altLang="zh-TW" sz="3200" i="1" dirty="0">
                        <a:latin typeface="Cambria Math" panose="02040503050406030204" pitchFamily="18" charset="0"/>
                        <a:ea typeface="新細明體" pitchFamily="-106" charset="-120"/>
                        <a:cs typeface="Times"/>
                      </a:rPr>
                      <m:t>, </m:t>
                    </m:r>
                    <m:r>
                      <a:rPr lang="en-US" altLang="zh-TW" sz="3200" i="1" dirty="0">
                        <a:latin typeface="Cambria Math" panose="02040503050406030204" pitchFamily="18" charset="0"/>
                        <a:ea typeface="新細明體" pitchFamily="-106" charset="-120"/>
                        <a:cs typeface="Times"/>
                      </a:rPr>
                      <m:t>𝐴</m:t>
                    </m:r>
                    <m:r>
                      <a:rPr lang="en-US" altLang="zh-TW" sz="3200" i="1" dirty="0">
                        <a:latin typeface="Cambria Math" panose="02040503050406030204" pitchFamily="18" charset="0"/>
                        <a:ea typeface="新細明體" pitchFamily="-106" charset="-120"/>
                        <a:cs typeface="Times"/>
                      </a:rPr>
                      <m:t>, </m:t>
                    </m:r>
                    <m:r>
                      <a:rPr lang="en-US" altLang="zh-TW" sz="3200" i="1" dirty="0">
                        <a:latin typeface="Cambria Math" panose="02040503050406030204" pitchFamily="18" charset="0"/>
                        <a:ea typeface="新細明體" pitchFamily="-106" charset="-120"/>
                        <a:cs typeface="Times"/>
                      </a:rPr>
                      <m:t>𝐵</m:t>
                    </m:r>
                    <m:r>
                      <a:rPr lang="en-US" altLang="zh-TW" sz="3200" i="1" dirty="0">
                        <a:latin typeface="Cambria Math" panose="02040503050406030204" pitchFamily="18" charset="0"/>
                        <a:ea typeface="新細明體" pitchFamily="-106" charset="-120"/>
                        <a:cs typeface="Times"/>
                      </a:rPr>
                      <m:t>, </m:t>
                    </m:r>
                    <m:r>
                      <a:rPr lang="en-US" altLang="zh-TW" sz="3200" i="1" dirty="0">
                        <a:latin typeface="Cambria Math" panose="02040503050406030204" pitchFamily="18" charset="0"/>
                        <a:ea typeface="新細明體" pitchFamily="-106" charset="-120"/>
                        <a:cs typeface="Times"/>
                      </a:rPr>
                      <m:t>𝐸</m:t>
                    </m:r>
                  </m:oMath>
                </a14:m>
                <a:endParaRPr lang="en-US" altLang="zh-TW" sz="3200" dirty="0">
                  <a:latin typeface="Corbel" panose="020B0503020204020204" pitchFamily="34" charset="0"/>
                  <a:ea typeface="新細明體" pitchFamily="-106" charset="-120"/>
                  <a:cs typeface="Times"/>
                </a:endParaRPr>
              </a:p>
            </p:txBody>
          </p:sp>
        </mc:Choice>
        <mc:Fallback xmlns="">
          <p:sp>
            <p:nvSpPr>
              <p:cNvPr id="603138" name="Rectangle 2"/>
              <p:cNvSpPr>
                <a:spLocks noGrp="1" noRot="1" noChangeAspect="1" noMove="1" noResize="1" noEditPoints="1" noAdjustHandles="1" noChangeArrowheads="1" noChangeShapeType="1" noTextEdit="1"/>
              </p:cNvSpPr>
              <p:nvPr>
                <p:ph idx="1"/>
              </p:nvPr>
            </p:nvSpPr>
            <p:spPr>
              <a:xfrm>
                <a:off x="2509762" y="1600200"/>
                <a:ext cx="7921752" cy="1143000"/>
              </a:xfrm>
              <a:blipFill>
                <a:blip r:embed="rId3"/>
                <a:stretch>
                  <a:fillRect l="-1920" t="-6593"/>
                </a:stretch>
              </a:blipFill>
            </p:spPr>
            <p:txBody>
              <a:bodyPr/>
              <a:lstStyle/>
              <a:p>
                <a:r>
                  <a:rPr lang="en-GB">
                    <a:noFill/>
                  </a:rPr>
                  <a:t> </a:t>
                </a:r>
              </a:p>
            </p:txBody>
          </p:sp>
        </mc:Fallback>
      </mc:AlternateContent>
      <p:sp>
        <p:nvSpPr>
          <p:cNvPr id="5" name="Slide Number Placeholder 4"/>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38</a:t>
            </a:fld>
            <a:endParaRPr lang="en-US" altLang="zh-TW"/>
          </a:p>
        </p:txBody>
      </p:sp>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E9249035-4777-6143-AF78-DC2E8F2E6AEB}"/>
                  </a:ext>
                </a:extLst>
              </p:cNvPr>
              <p:cNvSpPr/>
              <p:nvPr/>
            </p:nvSpPr>
            <p:spPr>
              <a:xfrm>
                <a:off x="6470638" y="2760172"/>
                <a:ext cx="2286000" cy="8382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800" i="1">
                          <a:solidFill>
                            <a:schemeClr val="tx1"/>
                          </a:solidFill>
                          <a:latin typeface="Cambria Math" panose="02040503050406030204" pitchFamily="18" charset="0"/>
                          <a:ea typeface="新細明體" pitchFamily="-106" charset="-120"/>
                          <a:cs typeface="Times"/>
                        </a:rPr>
                        <m:t>𝐽𝑜h𝑛𝐶𝑎𝑙𝑙𝑠</m:t>
                      </m:r>
                    </m:oMath>
                  </m:oMathPara>
                </a14:m>
                <a:endParaRPr lang="en-US" sz="2800" dirty="0"/>
              </a:p>
            </p:txBody>
          </p:sp>
        </mc:Choice>
        <mc:Fallback xmlns="">
          <p:sp>
            <p:nvSpPr>
              <p:cNvPr id="10" name="Oval 9">
                <a:extLst>
                  <a:ext uri="{FF2B5EF4-FFF2-40B4-BE49-F238E27FC236}">
                    <a16:creationId xmlns:a16="http://schemas.microsoft.com/office/drawing/2014/main" id="{E9249035-4777-6143-AF78-DC2E8F2E6AEB}"/>
                  </a:ext>
                </a:extLst>
              </p:cNvPr>
              <p:cNvSpPr>
                <a:spLocks noRot="1" noChangeAspect="1" noMove="1" noResize="1" noEditPoints="1" noAdjustHandles="1" noChangeArrowheads="1" noChangeShapeType="1" noTextEdit="1"/>
              </p:cNvSpPr>
              <p:nvPr/>
            </p:nvSpPr>
            <p:spPr>
              <a:xfrm>
                <a:off x="6470638" y="2760172"/>
                <a:ext cx="2286000" cy="838200"/>
              </a:xfrm>
              <a:prstGeom prst="ellipse">
                <a:avLst/>
              </a:prstGeom>
              <a:blipFill>
                <a:blip r:embed="rId4"/>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Oval 10">
                <a:extLst>
                  <a:ext uri="{FF2B5EF4-FFF2-40B4-BE49-F238E27FC236}">
                    <a16:creationId xmlns:a16="http://schemas.microsoft.com/office/drawing/2014/main" id="{F532775D-E8D3-CE43-BC47-2DFF87CEDE88}"/>
                  </a:ext>
                </a:extLst>
              </p:cNvPr>
              <p:cNvSpPr/>
              <p:nvPr/>
            </p:nvSpPr>
            <p:spPr>
              <a:xfrm>
                <a:off x="2971800" y="2750457"/>
                <a:ext cx="2286000" cy="8382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800" i="1">
                          <a:solidFill>
                            <a:schemeClr val="tx1"/>
                          </a:solidFill>
                          <a:latin typeface="Cambria Math" panose="02040503050406030204" pitchFamily="18" charset="0"/>
                          <a:ea typeface="新細明體" pitchFamily="-106" charset="-120"/>
                          <a:cs typeface="Times"/>
                        </a:rPr>
                        <m:t>𝑀𝑎𝑟𝑦𝐶𝑎𝑙𝑙𝑠</m:t>
                      </m:r>
                    </m:oMath>
                  </m:oMathPara>
                </a14:m>
                <a:endParaRPr lang="en-US" sz="2800"/>
              </a:p>
            </p:txBody>
          </p:sp>
        </mc:Choice>
        <mc:Fallback xmlns="">
          <p:sp>
            <p:nvSpPr>
              <p:cNvPr id="11" name="Oval 10">
                <a:extLst>
                  <a:ext uri="{FF2B5EF4-FFF2-40B4-BE49-F238E27FC236}">
                    <a16:creationId xmlns:a16="http://schemas.microsoft.com/office/drawing/2014/main" id="{F532775D-E8D3-CE43-BC47-2DFF87CEDE88}"/>
                  </a:ext>
                </a:extLst>
              </p:cNvPr>
              <p:cNvSpPr>
                <a:spLocks noRot="1" noChangeAspect="1" noMove="1" noResize="1" noEditPoints="1" noAdjustHandles="1" noChangeArrowheads="1" noChangeShapeType="1" noTextEdit="1"/>
              </p:cNvSpPr>
              <p:nvPr/>
            </p:nvSpPr>
            <p:spPr>
              <a:xfrm>
                <a:off x="2971800" y="2750457"/>
                <a:ext cx="2286000" cy="838200"/>
              </a:xfrm>
              <a:prstGeom prst="ellipse">
                <a:avLst/>
              </a:prstGeom>
              <a:blipFill>
                <a:blip r:embed="rId5"/>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E5C4294-F69F-2C45-B400-130CB00E4DF0}"/>
                  </a:ext>
                </a:extLst>
              </p:cNvPr>
              <p:cNvSpPr txBox="1"/>
              <p:nvPr/>
            </p:nvSpPr>
            <p:spPr>
              <a:xfrm>
                <a:off x="5617995" y="6179196"/>
                <a:ext cx="5486400" cy="523220"/>
              </a:xfrm>
              <a:prstGeom prst="rect">
                <a:avLst/>
              </a:prstGeom>
              <a:noFill/>
            </p:spPr>
            <p:txBody>
              <a:bodyPr wrap="square" rtlCol="0">
                <a:spAutoFit/>
              </a:bodyPr>
              <a:lstStyle/>
              <a:p>
                <a14:m>
                  <m:oMath xmlns:m="http://schemas.openxmlformats.org/officeDocument/2006/math">
                    <m:func>
                      <m:funcPr>
                        <m:ctrlPr>
                          <a:rPr lang="en-US" sz="2800" i="1">
                            <a:latin typeface="Cambria Math" panose="02040503050406030204" pitchFamily="18" charset="0"/>
                          </a:rPr>
                        </m:ctrlPr>
                      </m:funcPr>
                      <m:fName>
                        <m:r>
                          <m:rPr>
                            <m:sty m:val="p"/>
                          </m:rPr>
                          <a:rPr lang="en-US" sz="2800">
                            <a:latin typeface="Cambria Math" panose="02040503050406030204" pitchFamily="18" charset="0"/>
                          </a:rPr>
                          <m:t>Pr</m:t>
                        </m:r>
                      </m:fName>
                      <m:e>
                        <m:r>
                          <a:rPr lang="en-US" sz="2800" i="1">
                            <a:latin typeface="Cambria Math" panose="02040503050406030204" pitchFamily="18" charset="0"/>
                          </a:rPr>
                          <m:t>[</m:t>
                        </m:r>
                        <m:r>
                          <a:rPr lang="en-US" sz="2800" i="1">
                            <a:latin typeface="Cambria Math" panose="02040503050406030204" pitchFamily="18" charset="0"/>
                          </a:rPr>
                          <m:t>𝐸</m:t>
                        </m:r>
                        <m:r>
                          <a:rPr lang="en-US" sz="2800" i="1">
                            <a:latin typeface="Cambria Math" panose="02040503050406030204" pitchFamily="18" charset="0"/>
                          </a:rPr>
                          <m:t>∣</m:t>
                        </m:r>
                        <m:r>
                          <a:rPr lang="en-US" sz="2800" i="1">
                            <a:latin typeface="Cambria Math" panose="02040503050406030204" pitchFamily="18" charset="0"/>
                          </a:rPr>
                          <m:t>𝐴</m:t>
                        </m:r>
                        <m:r>
                          <a:rPr lang="en-US" sz="2800" i="1">
                            <a:latin typeface="Cambria Math" panose="02040503050406030204" pitchFamily="18" charset="0"/>
                          </a:rPr>
                          <m:t>,</m:t>
                        </m:r>
                        <m:r>
                          <a:rPr lang="en-US" sz="2800" i="1">
                            <a:latin typeface="Cambria Math" panose="02040503050406030204" pitchFamily="18" charset="0"/>
                          </a:rPr>
                          <m:t>𝐵</m:t>
                        </m:r>
                        <m:r>
                          <a:rPr lang="en-US" sz="2800" i="1">
                            <a:latin typeface="Cambria Math" panose="02040503050406030204" pitchFamily="18" charset="0"/>
                          </a:rPr>
                          <m:t>]</m:t>
                        </m:r>
                      </m:e>
                    </m:func>
                    <m:r>
                      <a:rPr lang="en-US" sz="2800" i="1">
                        <a:latin typeface="Cambria Math" panose="02040503050406030204" pitchFamily="18" charset="0"/>
                      </a:rPr>
                      <m:t>=</m:t>
                    </m:r>
                    <m:func>
                      <m:funcPr>
                        <m:ctrlPr>
                          <a:rPr lang="en-US" sz="2800" i="1">
                            <a:latin typeface="Cambria Math" panose="02040503050406030204" pitchFamily="18" charset="0"/>
                          </a:rPr>
                        </m:ctrlPr>
                      </m:funcPr>
                      <m:fName>
                        <m:r>
                          <m:rPr>
                            <m:sty m:val="p"/>
                          </m:rPr>
                          <a:rPr lang="en-US" sz="2800">
                            <a:latin typeface="Cambria Math" panose="02040503050406030204" pitchFamily="18" charset="0"/>
                          </a:rPr>
                          <m:t>Pr</m:t>
                        </m:r>
                      </m:fName>
                      <m:e>
                        <m:r>
                          <a:rPr lang="en-US" sz="2800" i="1">
                            <a:latin typeface="Cambria Math" panose="02040503050406030204" pitchFamily="18" charset="0"/>
                          </a:rPr>
                          <m:t>[</m:t>
                        </m:r>
                        <m:r>
                          <a:rPr lang="en-US" sz="2800" i="1">
                            <a:latin typeface="Cambria Math" panose="02040503050406030204" pitchFamily="18" charset="0"/>
                          </a:rPr>
                          <m:t>𝐸</m:t>
                        </m:r>
                        <m:r>
                          <a:rPr lang="en-US" sz="2800" i="1">
                            <a:latin typeface="Cambria Math" panose="02040503050406030204" pitchFamily="18" charset="0"/>
                          </a:rPr>
                          <m:t>∣</m:t>
                        </m:r>
                        <m:r>
                          <a:rPr lang="en-US" sz="2800" i="1">
                            <a:latin typeface="Cambria Math" panose="02040503050406030204" pitchFamily="18" charset="0"/>
                          </a:rPr>
                          <m:t>𝐴</m:t>
                        </m:r>
                        <m:r>
                          <a:rPr lang="en-US" sz="2800" i="1">
                            <a:latin typeface="Cambria Math" panose="02040503050406030204" pitchFamily="18" charset="0"/>
                          </a:rPr>
                          <m:t>,</m:t>
                        </m:r>
                        <m:r>
                          <a:rPr lang="en-US" sz="2800" i="1">
                            <a:latin typeface="Cambria Math" panose="02040503050406030204" pitchFamily="18" charset="0"/>
                          </a:rPr>
                          <m:t>𝐵</m:t>
                        </m:r>
                        <m:r>
                          <a:rPr lang="en-US" sz="2800" i="1">
                            <a:latin typeface="Cambria Math" panose="02040503050406030204" pitchFamily="18" charset="0"/>
                          </a:rPr>
                          <m:t>,</m:t>
                        </m:r>
                        <m:r>
                          <a:rPr lang="en-US" sz="2800" i="1">
                            <a:latin typeface="Cambria Math" panose="02040503050406030204" pitchFamily="18" charset="0"/>
                          </a:rPr>
                          <m:t>𝑀</m:t>
                        </m:r>
                        <m:r>
                          <a:rPr lang="en-US" sz="2800" i="1">
                            <a:latin typeface="Cambria Math" panose="02040503050406030204" pitchFamily="18" charset="0"/>
                          </a:rPr>
                          <m:t>,</m:t>
                        </m:r>
                        <m:r>
                          <a:rPr lang="en-US" sz="2800" i="1">
                            <a:latin typeface="Cambria Math" panose="02040503050406030204" pitchFamily="18" charset="0"/>
                          </a:rPr>
                          <m:t>𝐽</m:t>
                        </m:r>
                      </m:e>
                    </m:func>
                    <m:r>
                      <a:rPr lang="en-US" sz="2800" i="1">
                        <a:latin typeface="Cambria Math" panose="02040503050406030204" pitchFamily="18" charset="0"/>
                      </a:rPr>
                      <m:t>]</m:t>
                    </m:r>
                  </m:oMath>
                </a14:m>
                <a:r>
                  <a:rPr lang="en-US" sz="2800" dirty="0"/>
                  <a:t>?</a:t>
                </a:r>
              </a:p>
            </p:txBody>
          </p:sp>
        </mc:Choice>
        <mc:Fallback xmlns="">
          <p:sp>
            <p:nvSpPr>
              <p:cNvPr id="2" name="TextBox 1">
                <a:extLst>
                  <a:ext uri="{FF2B5EF4-FFF2-40B4-BE49-F238E27FC236}">
                    <a16:creationId xmlns:a16="http://schemas.microsoft.com/office/drawing/2014/main" id="{1E5C4294-F69F-2C45-B400-130CB00E4DF0}"/>
                  </a:ext>
                </a:extLst>
              </p:cNvPr>
              <p:cNvSpPr txBox="1">
                <a:spLocks noRot="1" noChangeAspect="1" noMove="1" noResize="1" noEditPoints="1" noAdjustHandles="1" noChangeArrowheads="1" noChangeShapeType="1" noTextEdit="1"/>
              </p:cNvSpPr>
              <p:nvPr/>
            </p:nvSpPr>
            <p:spPr>
              <a:xfrm>
                <a:off x="5617995" y="6179196"/>
                <a:ext cx="5486400" cy="523220"/>
              </a:xfrm>
              <a:prstGeom prst="rect">
                <a:avLst/>
              </a:prstGeom>
              <a:blipFill>
                <a:blip r:embed="rId6"/>
                <a:stretch>
                  <a:fillRect l="-693" t="-11905" b="-30952"/>
                </a:stretch>
              </a:blipFill>
            </p:spPr>
            <p:txBody>
              <a:bodyPr/>
              <a:lstStyle/>
              <a:p>
                <a:r>
                  <a:rPr lang="en-GB">
                    <a:noFill/>
                  </a:rPr>
                  <a:t> </a:t>
                </a:r>
              </a:p>
            </p:txBody>
          </p:sp>
        </mc:Fallback>
      </mc:AlternateContent>
      <p:cxnSp>
        <p:nvCxnSpPr>
          <p:cNvPr id="4" name="Straight Arrow Connector 3">
            <a:extLst>
              <a:ext uri="{FF2B5EF4-FFF2-40B4-BE49-F238E27FC236}">
                <a16:creationId xmlns:a16="http://schemas.microsoft.com/office/drawing/2014/main" id="{D9FDD5AF-0C3B-CA49-830C-B745AED34A23}"/>
              </a:ext>
            </a:extLst>
          </p:cNvPr>
          <p:cNvCxnSpPr>
            <a:cxnSpLocks/>
            <a:stCxn id="11" idx="6"/>
            <a:endCxn id="10" idx="2"/>
          </p:cNvCxnSpPr>
          <p:nvPr/>
        </p:nvCxnSpPr>
        <p:spPr>
          <a:xfrm>
            <a:off x="5257800" y="3169558"/>
            <a:ext cx="1212838" cy="971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E906F43A-5621-A84E-A22B-4E657C36ED6A}"/>
                  </a:ext>
                </a:extLst>
              </p:cNvPr>
              <p:cNvSpPr/>
              <p:nvPr/>
            </p:nvSpPr>
            <p:spPr>
              <a:xfrm>
                <a:off x="5119914" y="4024729"/>
                <a:ext cx="1752600" cy="8382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800" i="1">
                          <a:solidFill>
                            <a:schemeClr val="tx1"/>
                          </a:solidFill>
                          <a:latin typeface="Cambria Math" panose="02040503050406030204" pitchFamily="18" charset="0"/>
                          <a:ea typeface="新細明體" pitchFamily="-106" charset="-120"/>
                          <a:cs typeface="Times"/>
                        </a:rPr>
                        <m:t>𝐴𝑙𝑎𝑟𝑚</m:t>
                      </m:r>
                    </m:oMath>
                  </m:oMathPara>
                </a14:m>
                <a:endParaRPr lang="en-US" sz="2800"/>
              </a:p>
            </p:txBody>
          </p:sp>
        </mc:Choice>
        <mc:Fallback xmlns="">
          <p:sp>
            <p:nvSpPr>
              <p:cNvPr id="9" name="Oval 8">
                <a:extLst>
                  <a:ext uri="{FF2B5EF4-FFF2-40B4-BE49-F238E27FC236}">
                    <a16:creationId xmlns:a16="http://schemas.microsoft.com/office/drawing/2014/main" id="{E906F43A-5621-A84E-A22B-4E657C36ED6A}"/>
                  </a:ext>
                </a:extLst>
              </p:cNvPr>
              <p:cNvSpPr>
                <a:spLocks noRot="1" noChangeAspect="1" noMove="1" noResize="1" noEditPoints="1" noAdjustHandles="1" noChangeArrowheads="1" noChangeShapeType="1" noTextEdit="1"/>
              </p:cNvSpPr>
              <p:nvPr/>
            </p:nvSpPr>
            <p:spPr>
              <a:xfrm>
                <a:off x="5119914" y="4024729"/>
                <a:ext cx="1752600" cy="838200"/>
              </a:xfrm>
              <a:prstGeom prst="ellipse">
                <a:avLst/>
              </a:prstGeom>
              <a:blipFill>
                <a:blip r:embed="rId7"/>
                <a:stretch>
                  <a:fillRect/>
                </a:stretch>
              </a:blipFill>
              <a:ln>
                <a:solidFill>
                  <a:schemeClr val="tx1"/>
                </a:solidFill>
              </a:ln>
            </p:spPr>
            <p:txBody>
              <a:bodyPr/>
              <a:lstStyle/>
              <a:p>
                <a:r>
                  <a:rPr lang="en-GB">
                    <a:noFill/>
                  </a:rPr>
                  <a:t> </a:t>
                </a:r>
              </a:p>
            </p:txBody>
          </p:sp>
        </mc:Fallback>
      </mc:AlternateContent>
      <p:cxnSp>
        <p:nvCxnSpPr>
          <p:cNvPr id="12" name="Straight Arrow Connector 11">
            <a:extLst>
              <a:ext uri="{FF2B5EF4-FFF2-40B4-BE49-F238E27FC236}">
                <a16:creationId xmlns:a16="http://schemas.microsoft.com/office/drawing/2014/main" id="{3BF0D986-1847-E04F-98E5-6473F693EED6}"/>
              </a:ext>
            </a:extLst>
          </p:cNvPr>
          <p:cNvCxnSpPr>
            <a:cxnSpLocks/>
            <a:stCxn id="11" idx="4"/>
            <a:endCxn id="9" idx="1"/>
          </p:cNvCxnSpPr>
          <p:nvPr/>
        </p:nvCxnSpPr>
        <p:spPr>
          <a:xfrm>
            <a:off x="4114800" y="3588657"/>
            <a:ext cx="1261776" cy="55882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90F6A50-769D-E44C-88D1-4302F02B7CB0}"/>
              </a:ext>
            </a:extLst>
          </p:cNvPr>
          <p:cNvCxnSpPr>
            <a:cxnSpLocks/>
            <a:stCxn id="10" idx="4"/>
            <a:endCxn id="9" idx="7"/>
          </p:cNvCxnSpPr>
          <p:nvPr/>
        </p:nvCxnSpPr>
        <p:spPr>
          <a:xfrm flipH="1">
            <a:off x="6615852" y="3598373"/>
            <a:ext cx="997786" cy="54910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Oval 13">
                <a:extLst>
                  <a:ext uri="{FF2B5EF4-FFF2-40B4-BE49-F238E27FC236}">
                    <a16:creationId xmlns:a16="http://schemas.microsoft.com/office/drawing/2014/main" id="{360E8CEB-CA71-CE4E-956D-9930AD839381}"/>
                  </a:ext>
                </a:extLst>
              </p:cNvPr>
              <p:cNvSpPr/>
              <p:nvPr/>
            </p:nvSpPr>
            <p:spPr>
              <a:xfrm>
                <a:off x="3505200" y="5725358"/>
                <a:ext cx="2057400" cy="8382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800" i="1">
                          <a:solidFill>
                            <a:schemeClr val="tx1"/>
                          </a:solidFill>
                          <a:latin typeface="Cambria Math" panose="02040503050406030204" pitchFamily="18" charset="0"/>
                          <a:ea typeface="新細明體" pitchFamily="-106" charset="-120"/>
                          <a:cs typeface="Times"/>
                        </a:rPr>
                        <m:t>𝐵𝑢𝑟𝑔𝑙𝑎𝑟𝑦</m:t>
                      </m:r>
                    </m:oMath>
                  </m:oMathPara>
                </a14:m>
                <a:endParaRPr lang="en-US" sz="2800"/>
              </a:p>
            </p:txBody>
          </p:sp>
        </mc:Choice>
        <mc:Fallback xmlns="">
          <p:sp>
            <p:nvSpPr>
              <p:cNvPr id="14" name="Oval 13">
                <a:extLst>
                  <a:ext uri="{FF2B5EF4-FFF2-40B4-BE49-F238E27FC236}">
                    <a16:creationId xmlns:a16="http://schemas.microsoft.com/office/drawing/2014/main" id="{360E8CEB-CA71-CE4E-956D-9930AD839381}"/>
                  </a:ext>
                </a:extLst>
              </p:cNvPr>
              <p:cNvSpPr>
                <a:spLocks noRot="1" noChangeAspect="1" noMove="1" noResize="1" noEditPoints="1" noAdjustHandles="1" noChangeArrowheads="1" noChangeShapeType="1" noTextEdit="1"/>
              </p:cNvSpPr>
              <p:nvPr/>
            </p:nvSpPr>
            <p:spPr>
              <a:xfrm>
                <a:off x="3505200" y="5725358"/>
                <a:ext cx="2057400" cy="838200"/>
              </a:xfrm>
              <a:prstGeom prst="ellipse">
                <a:avLst/>
              </a:prstGeom>
              <a:blipFill>
                <a:blip r:embed="rId8"/>
                <a:stretch>
                  <a:fillRect/>
                </a:stretch>
              </a:blipFill>
              <a:ln>
                <a:solidFill>
                  <a:schemeClr val="tx1"/>
                </a:solidFill>
              </a:ln>
            </p:spPr>
            <p:txBody>
              <a:bodyPr/>
              <a:lstStyle/>
              <a:p>
                <a:r>
                  <a:rPr lang="en-GB">
                    <a:noFill/>
                  </a:rPr>
                  <a:t> </a:t>
                </a:r>
              </a:p>
            </p:txBody>
          </p:sp>
        </mc:Fallback>
      </mc:AlternateContent>
      <p:cxnSp>
        <p:nvCxnSpPr>
          <p:cNvPr id="15" name="Straight Arrow Connector 14">
            <a:extLst>
              <a:ext uri="{FF2B5EF4-FFF2-40B4-BE49-F238E27FC236}">
                <a16:creationId xmlns:a16="http://schemas.microsoft.com/office/drawing/2014/main" id="{93CD39F1-19BA-0E43-8D40-BBDA2C184266}"/>
              </a:ext>
            </a:extLst>
          </p:cNvPr>
          <p:cNvCxnSpPr>
            <a:cxnSpLocks/>
            <a:stCxn id="9" idx="4"/>
            <a:endCxn id="14" idx="0"/>
          </p:cNvCxnSpPr>
          <p:nvPr/>
        </p:nvCxnSpPr>
        <p:spPr>
          <a:xfrm flipH="1">
            <a:off x="4533900" y="4862930"/>
            <a:ext cx="1462314" cy="8624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Oval 15">
                <a:extLst>
                  <a:ext uri="{FF2B5EF4-FFF2-40B4-BE49-F238E27FC236}">
                    <a16:creationId xmlns:a16="http://schemas.microsoft.com/office/drawing/2014/main" id="{ACDE0053-0E13-804D-964E-FDD01AB20E53}"/>
                  </a:ext>
                </a:extLst>
              </p:cNvPr>
              <p:cNvSpPr/>
              <p:nvPr/>
            </p:nvSpPr>
            <p:spPr>
              <a:xfrm>
                <a:off x="8004895" y="4632290"/>
                <a:ext cx="2362200" cy="8382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800" i="1">
                          <a:solidFill>
                            <a:schemeClr val="tx1"/>
                          </a:solidFill>
                          <a:latin typeface="Cambria Math" panose="02040503050406030204" pitchFamily="18" charset="0"/>
                          <a:ea typeface="新細明體" pitchFamily="-106" charset="-120"/>
                          <a:cs typeface="Times"/>
                        </a:rPr>
                        <m:t>𝐸𝑎𝑟𝑡h𝑞𝑢𝑎𝑘𝑒</m:t>
                      </m:r>
                    </m:oMath>
                  </m:oMathPara>
                </a14:m>
                <a:endParaRPr lang="en-US" sz="2800" dirty="0"/>
              </a:p>
            </p:txBody>
          </p:sp>
        </mc:Choice>
        <mc:Fallback xmlns="">
          <p:sp>
            <p:nvSpPr>
              <p:cNvPr id="16" name="Oval 15">
                <a:extLst>
                  <a:ext uri="{FF2B5EF4-FFF2-40B4-BE49-F238E27FC236}">
                    <a16:creationId xmlns:a16="http://schemas.microsoft.com/office/drawing/2014/main" id="{ACDE0053-0E13-804D-964E-FDD01AB20E53}"/>
                  </a:ext>
                </a:extLst>
              </p:cNvPr>
              <p:cNvSpPr>
                <a:spLocks noRot="1" noChangeAspect="1" noMove="1" noResize="1" noEditPoints="1" noAdjustHandles="1" noChangeArrowheads="1" noChangeShapeType="1" noTextEdit="1"/>
              </p:cNvSpPr>
              <p:nvPr/>
            </p:nvSpPr>
            <p:spPr>
              <a:xfrm>
                <a:off x="8004895" y="4632290"/>
                <a:ext cx="2362200" cy="838200"/>
              </a:xfrm>
              <a:prstGeom prst="ellipse">
                <a:avLst/>
              </a:prstGeom>
              <a:blipFill>
                <a:blip r:embed="rId9"/>
                <a:stretch>
                  <a:fillRect/>
                </a:stretch>
              </a:blipFill>
              <a:ln>
                <a:solidFill>
                  <a:schemeClr val="tx1"/>
                </a:solidFill>
              </a:ln>
            </p:spPr>
            <p:txBody>
              <a:bodyPr/>
              <a:lstStyle/>
              <a:p>
                <a:r>
                  <a:rPr lang="en-GB">
                    <a:noFill/>
                  </a:rPr>
                  <a:t> </a:t>
                </a:r>
              </a:p>
            </p:txBody>
          </p:sp>
        </mc:Fallback>
      </mc:AlternateContent>
      <p:cxnSp>
        <p:nvCxnSpPr>
          <p:cNvPr id="17" name="Straight Arrow Connector 16">
            <a:extLst>
              <a:ext uri="{FF2B5EF4-FFF2-40B4-BE49-F238E27FC236}">
                <a16:creationId xmlns:a16="http://schemas.microsoft.com/office/drawing/2014/main" id="{E4C87E73-97BC-F24E-B7A6-1DD03E9805F0}"/>
              </a:ext>
            </a:extLst>
          </p:cNvPr>
          <p:cNvCxnSpPr>
            <a:cxnSpLocks/>
            <a:stCxn id="14" idx="6"/>
            <a:endCxn id="16" idx="3"/>
          </p:cNvCxnSpPr>
          <p:nvPr/>
        </p:nvCxnSpPr>
        <p:spPr>
          <a:xfrm flipV="1">
            <a:off x="5562601" y="5347738"/>
            <a:ext cx="2788231" cy="79672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8F69226-4EC3-D841-B429-66B7B01D86E0}"/>
              </a:ext>
            </a:extLst>
          </p:cNvPr>
          <p:cNvCxnSpPr>
            <a:cxnSpLocks/>
            <a:stCxn id="9" idx="6"/>
            <a:endCxn id="16" idx="2"/>
          </p:cNvCxnSpPr>
          <p:nvPr/>
        </p:nvCxnSpPr>
        <p:spPr>
          <a:xfrm>
            <a:off x="6872515" y="4443830"/>
            <a:ext cx="1132381" cy="60756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8727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Donut 50">
            <a:extLst>
              <a:ext uri="{FF2B5EF4-FFF2-40B4-BE49-F238E27FC236}">
                <a16:creationId xmlns:a16="http://schemas.microsoft.com/office/drawing/2014/main" id="{3FBA1EB9-7A57-F141-97DE-A5D2C7E4D70C}"/>
              </a:ext>
            </a:extLst>
          </p:cNvPr>
          <p:cNvSpPr/>
          <p:nvPr/>
        </p:nvSpPr>
        <p:spPr>
          <a:xfrm>
            <a:off x="5523217" y="2590801"/>
            <a:ext cx="4948540" cy="4375985"/>
          </a:xfrm>
          <a:prstGeom prst="donut">
            <a:avLst>
              <a:gd name="adj" fmla="val 31956"/>
            </a:avLst>
          </a:prstGeom>
          <a:solidFill>
            <a:srgbClr val="FF9300">
              <a:alpha val="4549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05186" name="Rectangle 2"/>
          <p:cNvSpPr>
            <a:spLocks noGrp="1" noChangeArrowheads="1"/>
          </p:cNvSpPr>
          <p:nvPr>
            <p:ph type="title"/>
          </p:nvPr>
        </p:nvSpPr>
        <p:spPr>
          <a:xfrm>
            <a:off x="2810934" y="228601"/>
            <a:ext cx="7704667" cy="838199"/>
          </a:xfrm>
        </p:spPr>
        <p:txBody>
          <a:bodyPr/>
          <a:lstStyle/>
          <a:p>
            <a:r>
              <a:rPr lang="en-US" altLang="zh-TW" dirty="0">
                <a:ea typeface="新細明體" pitchFamily="-106" charset="-120"/>
                <a:cs typeface="新細明體" pitchFamily="-106" charset="-120"/>
              </a:rPr>
              <a:t>The Markov Blanket</a:t>
            </a:r>
          </a:p>
        </p:txBody>
      </p:sp>
      <p:sp>
        <p:nvSpPr>
          <p:cNvPr id="605187" name="Rectangle 3"/>
          <p:cNvSpPr>
            <a:spLocks noGrp="1" noChangeArrowheads="1"/>
          </p:cNvSpPr>
          <p:nvPr>
            <p:ph idx="1"/>
          </p:nvPr>
        </p:nvSpPr>
        <p:spPr>
          <a:xfrm>
            <a:off x="2350442" y="1038643"/>
            <a:ext cx="8229600" cy="3200400"/>
          </a:xfrm>
        </p:spPr>
        <p:txBody>
          <a:bodyPr>
            <a:normAutofit/>
          </a:bodyPr>
          <a:lstStyle/>
          <a:p>
            <a:pPr marL="0" indent="0">
              <a:spcBef>
                <a:spcPts val="1200"/>
              </a:spcBef>
              <a:buNone/>
            </a:pPr>
            <a:r>
              <a:rPr lang="en-US" altLang="zh-TW" sz="3200" dirty="0">
                <a:latin typeface="Corbel" panose="020B0503020204020204" pitchFamily="34" charset="0"/>
                <a:ea typeface="新細明體" pitchFamily="-106" charset="-120"/>
                <a:cs typeface="Times"/>
              </a:rPr>
              <a:t>A node is conditionally independent of everything else </a:t>
            </a:r>
            <a:r>
              <a:rPr lang="en-US" altLang="zh-TW" sz="3200" b="1" dirty="0">
                <a:latin typeface="Corbel" panose="020B0503020204020204" pitchFamily="34" charset="0"/>
                <a:ea typeface="新細明體" pitchFamily="-106" charset="-120"/>
                <a:cs typeface="Times"/>
              </a:rPr>
              <a:t>given the values</a:t>
            </a:r>
            <a:r>
              <a:rPr lang="en-US" altLang="zh-TW" sz="3200" dirty="0">
                <a:latin typeface="Corbel" panose="020B0503020204020204" pitchFamily="34" charset="0"/>
                <a:ea typeface="新細明體" pitchFamily="-106" charset="-120"/>
                <a:cs typeface="Times"/>
              </a:rPr>
              <a:t> of its:</a:t>
            </a:r>
          </a:p>
          <a:p>
            <a:pPr lvl="1">
              <a:spcBef>
                <a:spcPts val="1200"/>
              </a:spcBef>
            </a:pPr>
            <a:r>
              <a:rPr lang="en-US" altLang="zh-TW" sz="2800" dirty="0">
                <a:latin typeface="Corbel" panose="020B0503020204020204" pitchFamily="34" charset="0"/>
                <a:ea typeface="新細明體" pitchFamily="-106" charset="-120"/>
                <a:cs typeface="Times"/>
              </a:rPr>
              <a:t>parents</a:t>
            </a:r>
          </a:p>
          <a:p>
            <a:pPr lvl="1">
              <a:spcBef>
                <a:spcPts val="1200"/>
              </a:spcBef>
            </a:pPr>
            <a:r>
              <a:rPr lang="en-US" altLang="zh-TW" sz="2800" dirty="0">
                <a:latin typeface="Corbel" panose="020B0503020204020204" pitchFamily="34" charset="0"/>
                <a:ea typeface="新細明體" pitchFamily="-106" charset="-120"/>
                <a:cs typeface="Times"/>
              </a:rPr>
              <a:t>children</a:t>
            </a:r>
          </a:p>
          <a:p>
            <a:pPr lvl="1">
              <a:spcBef>
                <a:spcPts val="1200"/>
              </a:spcBef>
            </a:pPr>
            <a:r>
              <a:rPr lang="en-US" altLang="zh-TW" sz="2800" dirty="0">
                <a:latin typeface="Corbel" panose="020B0503020204020204" pitchFamily="34" charset="0"/>
                <a:ea typeface="新細明體" pitchFamily="-106" charset="-120"/>
                <a:cs typeface="Times"/>
              </a:rPr>
              <a:t>its children’s parents</a:t>
            </a:r>
          </a:p>
        </p:txBody>
      </p:sp>
      <p:sp>
        <p:nvSpPr>
          <p:cNvPr id="4" name="Slide Number Placeholder 3"/>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39</a:t>
            </a:fld>
            <a:endParaRPr lang="en-US" altLang="zh-TW"/>
          </a:p>
        </p:txBody>
      </p:sp>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E071F40B-4D97-C042-BCFD-3E6CBEA8C949}"/>
                  </a:ext>
                </a:extLst>
              </p:cNvPr>
              <p:cNvSpPr/>
              <p:nvPr/>
            </p:nvSpPr>
            <p:spPr>
              <a:xfrm>
                <a:off x="7620001" y="4327678"/>
                <a:ext cx="960363" cy="838200"/>
              </a:xfrm>
              <a:prstGeom prst="ellipse">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800" i="1">
                          <a:solidFill>
                            <a:schemeClr val="tx1"/>
                          </a:solidFill>
                          <a:latin typeface="Cambria Math" panose="02040503050406030204" pitchFamily="18" charset="0"/>
                          <a:ea typeface="新細明體" pitchFamily="-106" charset="-120"/>
                          <a:cs typeface="Times"/>
                        </a:rPr>
                        <m:t>𝑋</m:t>
                      </m:r>
                    </m:oMath>
                  </m:oMathPara>
                </a14:m>
                <a:endParaRPr lang="en-US" sz="2800" dirty="0"/>
              </a:p>
            </p:txBody>
          </p:sp>
        </mc:Choice>
        <mc:Fallback xmlns="">
          <p:sp>
            <p:nvSpPr>
              <p:cNvPr id="6" name="Oval 5">
                <a:extLst>
                  <a:ext uri="{FF2B5EF4-FFF2-40B4-BE49-F238E27FC236}">
                    <a16:creationId xmlns:a16="http://schemas.microsoft.com/office/drawing/2014/main" id="{E071F40B-4D97-C042-BCFD-3E6CBEA8C949}"/>
                  </a:ext>
                </a:extLst>
              </p:cNvPr>
              <p:cNvSpPr>
                <a:spLocks noRot="1" noChangeAspect="1" noMove="1" noResize="1" noEditPoints="1" noAdjustHandles="1" noChangeArrowheads="1" noChangeShapeType="1" noTextEdit="1"/>
              </p:cNvSpPr>
              <p:nvPr/>
            </p:nvSpPr>
            <p:spPr>
              <a:xfrm>
                <a:off x="7620001" y="4327678"/>
                <a:ext cx="960363" cy="838200"/>
              </a:xfrm>
              <a:prstGeom prst="ellipse">
                <a:avLst/>
              </a:prstGeom>
              <a:blipFill>
                <a:blip r:embed="rId3"/>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A08C9F1D-D272-DD41-B682-CD1DB4AD84A4}"/>
                  </a:ext>
                </a:extLst>
              </p:cNvPr>
              <p:cNvSpPr/>
              <p:nvPr/>
            </p:nvSpPr>
            <p:spPr>
              <a:xfrm>
                <a:off x="6553201" y="3124200"/>
                <a:ext cx="960363" cy="8382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sz="2800" i="1">
                              <a:solidFill>
                                <a:schemeClr val="tx1"/>
                              </a:solidFill>
                              <a:latin typeface="Cambria Math" panose="02040503050406030204" pitchFamily="18" charset="0"/>
                              <a:ea typeface="新細明體" pitchFamily="-106" charset="-120"/>
                              <a:cs typeface="Times"/>
                            </a:rPr>
                          </m:ctrlPr>
                        </m:sSubPr>
                        <m:e>
                          <m:r>
                            <a:rPr lang="en-US" altLang="zh-TW" sz="2800" i="1">
                              <a:solidFill>
                                <a:schemeClr val="tx1"/>
                              </a:solidFill>
                              <a:latin typeface="Cambria Math" panose="02040503050406030204" pitchFamily="18" charset="0"/>
                              <a:ea typeface="新細明體" pitchFamily="-106" charset="-120"/>
                              <a:cs typeface="Times"/>
                            </a:rPr>
                            <m:t>𝑃</m:t>
                          </m:r>
                        </m:e>
                        <m:sub>
                          <m:r>
                            <a:rPr lang="en-US" altLang="zh-TW" sz="2800" i="1">
                              <a:solidFill>
                                <a:schemeClr val="tx1"/>
                              </a:solidFill>
                              <a:latin typeface="Cambria Math" panose="02040503050406030204" pitchFamily="18" charset="0"/>
                              <a:ea typeface="新細明體" pitchFamily="-106" charset="-120"/>
                              <a:cs typeface="Times"/>
                            </a:rPr>
                            <m:t>1</m:t>
                          </m:r>
                        </m:sub>
                      </m:sSub>
                    </m:oMath>
                  </m:oMathPara>
                </a14:m>
                <a:endParaRPr lang="en-US" sz="2800" dirty="0"/>
              </a:p>
            </p:txBody>
          </p:sp>
        </mc:Choice>
        <mc:Fallback xmlns="">
          <p:sp>
            <p:nvSpPr>
              <p:cNvPr id="7" name="Oval 6">
                <a:extLst>
                  <a:ext uri="{FF2B5EF4-FFF2-40B4-BE49-F238E27FC236}">
                    <a16:creationId xmlns:a16="http://schemas.microsoft.com/office/drawing/2014/main" id="{A08C9F1D-D272-DD41-B682-CD1DB4AD84A4}"/>
                  </a:ext>
                </a:extLst>
              </p:cNvPr>
              <p:cNvSpPr>
                <a:spLocks noRot="1" noChangeAspect="1" noMove="1" noResize="1" noEditPoints="1" noAdjustHandles="1" noChangeArrowheads="1" noChangeShapeType="1" noTextEdit="1"/>
              </p:cNvSpPr>
              <p:nvPr/>
            </p:nvSpPr>
            <p:spPr>
              <a:xfrm>
                <a:off x="6553201" y="3124200"/>
                <a:ext cx="960363" cy="838200"/>
              </a:xfrm>
              <a:prstGeom prst="ellipse">
                <a:avLst/>
              </a:prstGeom>
              <a:blipFill>
                <a:blip r:embed="rId4"/>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8104A04F-270F-B248-B7FA-65FF98954E5F}"/>
                  </a:ext>
                </a:extLst>
              </p:cNvPr>
              <p:cNvSpPr/>
              <p:nvPr/>
            </p:nvSpPr>
            <p:spPr>
              <a:xfrm>
                <a:off x="8792366" y="3124200"/>
                <a:ext cx="960363" cy="8382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sz="2800" i="1">
                              <a:solidFill>
                                <a:schemeClr val="tx1"/>
                              </a:solidFill>
                              <a:latin typeface="Cambria Math" panose="02040503050406030204" pitchFamily="18" charset="0"/>
                              <a:ea typeface="新細明體" pitchFamily="-106" charset="-120"/>
                              <a:cs typeface="Times"/>
                            </a:rPr>
                          </m:ctrlPr>
                        </m:sSubPr>
                        <m:e>
                          <m:r>
                            <a:rPr lang="en-US" altLang="zh-TW" sz="2800" i="1">
                              <a:solidFill>
                                <a:schemeClr val="tx1"/>
                              </a:solidFill>
                              <a:latin typeface="Cambria Math" panose="02040503050406030204" pitchFamily="18" charset="0"/>
                              <a:ea typeface="新細明體" pitchFamily="-106" charset="-120"/>
                              <a:cs typeface="Times"/>
                            </a:rPr>
                            <m:t>𝑃</m:t>
                          </m:r>
                        </m:e>
                        <m:sub>
                          <m:r>
                            <a:rPr lang="en-US" altLang="zh-TW" sz="2800" i="1">
                              <a:solidFill>
                                <a:schemeClr val="tx1"/>
                              </a:solidFill>
                              <a:latin typeface="Cambria Math" panose="02040503050406030204" pitchFamily="18" charset="0"/>
                              <a:ea typeface="新細明體" pitchFamily="-106" charset="-120"/>
                              <a:cs typeface="Times"/>
                            </a:rPr>
                            <m:t>𝑚</m:t>
                          </m:r>
                        </m:sub>
                      </m:sSub>
                    </m:oMath>
                  </m:oMathPara>
                </a14:m>
                <a:endParaRPr lang="en-US" sz="2800" dirty="0"/>
              </a:p>
            </p:txBody>
          </p:sp>
        </mc:Choice>
        <mc:Fallback xmlns="">
          <p:sp>
            <p:nvSpPr>
              <p:cNvPr id="8" name="Oval 7">
                <a:extLst>
                  <a:ext uri="{FF2B5EF4-FFF2-40B4-BE49-F238E27FC236}">
                    <a16:creationId xmlns:a16="http://schemas.microsoft.com/office/drawing/2014/main" id="{8104A04F-270F-B248-B7FA-65FF98954E5F}"/>
                  </a:ext>
                </a:extLst>
              </p:cNvPr>
              <p:cNvSpPr>
                <a:spLocks noRot="1" noChangeAspect="1" noMove="1" noResize="1" noEditPoints="1" noAdjustHandles="1" noChangeArrowheads="1" noChangeShapeType="1" noTextEdit="1"/>
              </p:cNvSpPr>
              <p:nvPr/>
            </p:nvSpPr>
            <p:spPr>
              <a:xfrm>
                <a:off x="8792366" y="3124200"/>
                <a:ext cx="960363" cy="838200"/>
              </a:xfrm>
              <a:prstGeom prst="ellipse">
                <a:avLst/>
              </a:prstGeom>
              <a:blipFill>
                <a:blip r:embed="rId5"/>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C014C021-2359-5047-A382-F4B1C71A9356}"/>
                  </a:ext>
                </a:extLst>
              </p:cNvPr>
              <p:cNvSpPr/>
              <p:nvPr/>
            </p:nvSpPr>
            <p:spPr>
              <a:xfrm>
                <a:off x="6324601" y="5680455"/>
                <a:ext cx="960363" cy="8382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sz="2800" i="1">
                              <a:solidFill>
                                <a:schemeClr val="tx1"/>
                              </a:solidFill>
                              <a:latin typeface="Cambria Math" panose="02040503050406030204" pitchFamily="18" charset="0"/>
                              <a:ea typeface="新細明體" pitchFamily="-106" charset="-120"/>
                              <a:cs typeface="Times"/>
                            </a:rPr>
                          </m:ctrlPr>
                        </m:sSubPr>
                        <m:e>
                          <m:r>
                            <a:rPr lang="en-US" altLang="zh-TW" sz="2800" i="1">
                              <a:solidFill>
                                <a:schemeClr val="tx1"/>
                              </a:solidFill>
                              <a:latin typeface="Cambria Math" panose="02040503050406030204" pitchFamily="18" charset="0"/>
                              <a:ea typeface="新細明體" pitchFamily="-106" charset="-120"/>
                              <a:cs typeface="Times"/>
                            </a:rPr>
                            <m:t>𝐶</m:t>
                          </m:r>
                        </m:e>
                        <m:sub>
                          <m:r>
                            <a:rPr lang="en-US" altLang="zh-TW" sz="2800" i="1">
                              <a:solidFill>
                                <a:schemeClr val="tx1"/>
                              </a:solidFill>
                              <a:latin typeface="Cambria Math" panose="02040503050406030204" pitchFamily="18" charset="0"/>
                              <a:ea typeface="新細明體" pitchFamily="-106" charset="-120"/>
                              <a:cs typeface="Times"/>
                            </a:rPr>
                            <m:t>1</m:t>
                          </m:r>
                        </m:sub>
                      </m:sSub>
                    </m:oMath>
                  </m:oMathPara>
                </a14:m>
                <a:endParaRPr lang="en-US" sz="2800" dirty="0"/>
              </a:p>
            </p:txBody>
          </p:sp>
        </mc:Choice>
        <mc:Fallback xmlns="">
          <p:sp>
            <p:nvSpPr>
              <p:cNvPr id="9" name="Oval 8">
                <a:extLst>
                  <a:ext uri="{FF2B5EF4-FFF2-40B4-BE49-F238E27FC236}">
                    <a16:creationId xmlns:a16="http://schemas.microsoft.com/office/drawing/2014/main" id="{C014C021-2359-5047-A382-F4B1C71A9356}"/>
                  </a:ext>
                </a:extLst>
              </p:cNvPr>
              <p:cNvSpPr>
                <a:spLocks noRot="1" noChangeAspect="1" noMove="1" noResize="1" noEditPoints="1" noAdjustHandles="1" noChangeArrowheads="1" noChangeShapeType="1" noTextEdit="1"/>
              </p:cNvSpPr>
              <p:nvPr/>
            </p:nvSpPr>
            <p:spPr>
              <a:xfrm>
                <a:off x="6324601" y="5680455"/>
                <a:ext cx="960363" cy="838200"/>
              </a:xfrm>
              <a:prstGeom prst="ellipse">
                <a:avLst/>
              </a:prstGeom>
              <a:blipFill>
                <a:blip r:embed="rId6"/>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9EEA18D9-8525-F349-BD74-159D0FB0F315}"/>
                  </a:ext>
                </a:extLst>
              </p:cNvPr>
              <p:cNvSpPr/>
              <p:nvPr/>
            </p:nvSpPr>
            <p:spPr>
              <a:xfrm>
                <a:off x="8415955" y="5638800"/>
                <a:ext cx="960363" cy="8382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sz="2800" i="1">
                              <a:solidFill>
                                <a:schemeClr val="tx1"/>
                              </a:solidFill>
                              <a:latin typeface="Cambria Math" panose="02040503050406030204" pitchFamily="18" charset="0"/>
                              <a:ea typeface="新細明體" pitchFamily="-106" charset="-120"/>
                              <a:cs typeface="Times"/>
                            </a:rPr>
                          </m:ctrlPr>
                        </m:sSubPr>
                        <m:e>
                          <m:r>
                            <a:rPr lang="en-US" altLang="zh-TW" sz="2800" i="1">
                              <a:solidFill>
                                <a:schemeClr val="tx1"/>
                              </a:solidFill>
                              <a:latin typeface="Cambria Math" panose="02040503050406030204" pitchFamily="18" charset="0"/>
                              <a:ea typeface="新細明體" pitchFamily="-106" charset="-120"/>
                              <a:cs typeface="Times"/>
                            </a:rPr>
                            <m:t>𝐶</m:t>
                          </m:r>
                        </m:e>
                        <m:sub>
                          <m:r>
                            <a:rPr lang="en-US" altLang="zh-TW" sz="2800" i="1">
                              <a:solidFill>
                                <a:schemeClr val="tx1"/>
                              </a:solidFill>
                              <a:latin typeface="Cambria Math" panose="02040503050406030204" pitchFamily="18" charset="0"/>
                              <a:ea typeface="新細明體" pitchFamily="-106" charset="-120"/>
                              <a:cs typeface="Times"/>
                            </a:rPr>
                            <m:t>𝑘</m:t>
                          </m:r>
                        </m:sub>
                      </m:sSub>
                    </m:oMath>
                  </m:oMathPara>
                </a14:m>
                <a:endParaRPr lang="en-US" sz="2800" dirty="0"/>
              </a:p>
            </p:txBody>
          </p:sp>
        </mc:Choice>
        <mc:Fallback xmlns="">
          <p:sp>
            <p:nvSpPr>
              <p:cNvPr id="10" name="Oval 9">
                <a:extLst>
                  <a:ext uri="{FF2B5EF4-FFF2-40B4-BE49-F238E27FC236}">
                    <a16:creationId xmlns:a16="http://schemas.microsoft.com/office/drawing/2014/main" id="{9EEA18D9-8525-F349-BD74-159D0FB0F315}"/>
                  </a:ext>
                </a:extLst>
              </p:cNvPr>
              <p:cNvSpPr>
                <a:spLocks noRot="1" noChangeAspect="1" noMove="1" noResize="1" noEditPoints="1" noAdjustHandles="1" noChangeArrowheads="1" noChangeShapeType="1" noTextEdit="1"/>
              </p:cNvSpPr>
              <p:nvPr/>
            </p:nvSpPr>
            <p:spPr>
              <a:xfrm>
                <a:off x="8415955" y="5638800"/>
                <a:ext cx="960363" cy="838200"/>
              </a:xfrm>
              <a:prstGeom prst="ellipse">
                <a:avLst/>
              </a:prstGeom>
              <a:blipFill>
                <a:blip r:embed="rId7"/>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Oval 10">
                <a:extLst>
                  <a:ext uri="{FF2B5EF4-FFF2-40B4-BE49-F238E27FC236}">
                    <a16:creationId xmlns:a16="http://schemas.microsoft.com/office/drawing/2014/main" id="{01703C08-E59F-D640-BE74-0CFC0A5B4BF5}"/>
                  </a:ext>
                </a:extLst>
              </p:cNvPr>
              <p:cNvSpPr/>
              <p:nvPr/>
            </p:nvSpPr>
            <p:spPr>
              <a:xfrm>
                <a:off x="5589209" y="4606324"/>
                <a:ext cx="960363" cy="8382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sz="2800" i="1">
                              <a:solidFill>
                                <a:schemeClr val="tx1"/>
                              </a:solidFill>
                              <a:latin typeface="Cambria Math" panose="02040503050406030204" pitchFamily="18" charset="0"/>
                              <a:ea typeface="新細明體" pitchFamily="-106" charset="-120"/>
                              <a:cs typeface="Times"/>
                            </a:rPr>
                          </m:ctrlPr>
                        </m:sSubPr>
                        <m:e>
                          <m:r>
                            <a:rPr lang="en-US" altLang="zh-TW" sz="2800" i="1">
                              <a:solidFill>
                                <a:schemeClr val="tx1"/>
                              </a:solidFill>
                              <a:latin typeface="Cambria Math" panose="02040503050406030204" pitchFamily="18" charset="0"/>
                              <a:ea typeface="新細明體" pitchFamily="-106" charset="-120"/>
                              <a:cs typeface="Times"/>
                            </a:rPr>
                            <m:t>𝑄</m:t>
                          </m:r>
                        </m:e>
                        <m:sub>
                          <m:r>
                            <a:rPr lang="en-US" altLang="zh-TW" sz="2800" i="1">
                              <a:solidFill>
                                <a:schemeClr val="tx1"/>
                              </a:solidFill>
                              <a:latin typeface="Cambria Math" panose="02040503050406030204" pitchFamily="18" charset="0"/>
                              <a:ea typeface="新細明體" pitchFamily="-106" charset="-120"/>
                              <a:cs typeface="Times"/>
                            </a:rPr>
                            <m:t>11</m:t>
                          </m:r>
                        </m:sub>
                      </m:sSub>
                    </m:oMath>
                  </m:oMathPara>
                </a14:m>
                <a:endParaRPr lang="en-US" sz="2800" dirty="0"/>
              </a:p>
            </p:txBody>
          </p:sp>
        </mc:Choice>
        <mc:Fallback xmlns="">
          <p:sp>
            <p:nvSpPr>
              <p:cNvPr id="11" name="Oval 10">
                <a:extLst>
                  <a:ext uri="{FF2B5EF4-FFF2-40B4-BE49-F238E27FC236}">
                    <a16:creationId xmlns:a16="http://schemas.microsoft.com/office/drawing/2014/main" id="{01703C08-E59F-D640-BE74-0CFC0A5B4BF5}"/>
                  </a:ext>
                </a:extLst>
              </p:cNvPr>
              <p:cNvSpPr>
                <a:spLocks noRot="1" noChangeAspect="1" noMove="1" noResize="1" noEditPoints="1" noAdjustHandles="1" noChangeArrowheads="1" noChangeShapeType="1" noTextEdit="1"/>
              </p:cNvSpPr>
              <p:nvPr/>
            </p:nvSpPr>
            <p:spPr>
              <a:xfrm>
                <a:off x="5589209" y="4606324"/>
                <a:ext cx="960363" cy="838200"/>
              </a:xfrm>
              <a:prstGeom prst="ellipse">
                <a:avLst/>
              </a:prstGeom>
              <a:blipFill>
                <a:blip r:embed="rId8"/>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Oval 11">
                <a:extLst>
                  <a:ext uri="{FF2B5EF4-FFF2-40B4-BE49-F238E27FC236}">
                    <a16:creationId xmlns:a16="http://schemas.microsoft.com/office/drawing/2014/main" id="{3A23C186-8399-1B4F-8370-8CBACDE34A34}"/>
                  </a:ext>
                </a:extLst>
              </p:cNvPr>
              <p:cNvSpPr/>
              <p:nvPr/>
            </p:nvSpPr>
            <p:spPr>
              <a:xfrm>
                <a:off x="9250438" y="4629910"/>
                <a:ext cx="960363" cy="8382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sz="2800" i="1">
                              <a:solidFill>
                                <a:schemeClr val="tx1"/>
                              </a:solidFill>
                              <a:latin typeface="Cambria Math" panose="02040503050406030204" pitchFamily="18" charset="0"/>
                              <a:ea typeface="新細明體" pitchFamily="-106" charset="-120"/>
                              <a:cs typeface="Times"/>
                            </a:rPr>
                          </m:ctrlPr>
                        </m:sSubPr>
                        <m:e>
                          <m:r>
                            <a:rPr lang="en-US" altLang="zh-TW" sz="2800" i="1">
                              <a:solidFill>
                                <a:schemeClr val="tx1"/>
                              </a:solidFill>
                              <a:latin typeface="Cambria Math" panose="02040503050406030204" pitchFamily="18" charset="0"/>
                              <a:ea typeface="新細明體" pitchFamily="-106" charset="-120"/>
                              <a:cs typeface="Times"/>
                            </a:rPr>
                            <m:t>𝑄</m:t>
                          </m:r>
                        </m:e>
                        <m:sub>
                          <m:r>
                            <a:rPr lang="en-US" altLang="zh-TW" sz="2800" i="1">
                              <a:solidFill>
                                <a:schemeClr val="tx1"/>
                              </a:solidFill>
                              <a:latin typeface="Cambria Math" panose="02040503050406030204" pitchFamily="18" charset="0"/>
                              <a:ea typeface="新細明體" pitchFamily="-106" charset="-120"/>
                              <a:cs typeface="Times"/>
                            </a:rPr>
                            <m:t>𝑘</m:t>
                          </m:r>
                          <m:r>
                            <a:rPr lang="en-US" altLang="zh-TW" sz="2800" i="1">
                              <a:solidFill>
                                <a:schemeClr val="tx1"/>
                              </a:solidFill>
                              <a:latin typeface="Cambria Math" panose="02040503050406030204" pitchFamily="18" charset="0"/>
                              <a:ea typeface="新細明體" pitchFamily="-106" charset="-120"/>
                              <a:cs typeface="Times"/>
                            </a:rPr>
                            <m:t>1</m:t>
                          </m:r>
                        </m:sub>
                      </m:sSub>
                    </m:oMath>
                  </m:oMathPara>
                </a14:m>
                <a:endParaRPr lang="en-US" sz="2800" dirty="0"/>
              </a:p>
            </p:txBody>
          </p:sp>
        </mc:Choice>
        <mc:Fallback xmlns="">
          <p:sp>
            <p:nvSpPr>
              <p:cNvPr id="12" name="Oval 11">
                <a:extLst>
                  <a:ext uri="{FF2B5EF4-FFF2-40B4-BE49-F238E27FC236}">
                    <a16:creationId xmlns:a16="http://schemas.microsoft.com/office/drawing/2014/main" id="{3A23C186-8399-1B4F-8370-8CBACDE34A34}"/>
                  </a:ext>
                </a:extLst>
              </p:cNvPr>
              <p:cNvSpPr>
                <a:spLocks noRot="1" noChangeAspect="1" noMove="1" noResize="1" noEditPoints="1" noAdjustHandles="1" noChangeArrowheads="1" noChangeShapeType="1" noTextEdit="1"/>
              </p:cNvSpPr>
              <p:nvPr/>
            </p:nvSpPr>
            <p:spPr>
              <a:xfrm>
                <a:off x="9250438" y="4629910"/>
                <a:ext cx="960363" cy="838200"/>
              </a:xfrm>
              <a:prstGeom prst="ellipse">
                <a:avLst/>
              </a:prstGeom>
              <a:blipFill>
                <a:blip r:embed="rId9"/>
                <a:stretch>
                  <a:fillRect/>
                </a:stretch>
              </a:blipFill>
              <a:ln>
                <a:solidFill>
                  <a:schemeClr val="tx1"/>
                </a:solidFill>
              </a:ln>
            </p:spPr>
            <p:txBody>
              <a:bodyPr/>
              <a:lstStyle/>
              <a:p>
                <a:r>
                  <a:rPr lang="en-GB">
                    <a:noFill/>
                  </a:rPr>
                  <a:t> </a:t>
                </a:r>
              </a:p>
            </p:txBody>
          </p:sp>
        </mc:Fallback>
      </mc:AlternateContent>
      <p:cxnSp>
        <p:nvCxnSpPr>
          <p:cNvPr id="3" name="Straight Arrow Connector 2">
            <a:extLst>
              <a:ext uri="{FF2B5EF4-FFF2-40B4-BE49-F238E27FC236}">
                <a16:creationId xmlns:a16="http://schemas.microsoft.com/office/drawing/2014/main" id="{44E994DD-ACAF-EB4B-88FE-FA3A70A1185F}"/>
              </a:ext>
            </a:extLst>
          </p:cNvPr>
          <p:cNvCxnSpPr>
            <a:cxnSpLocks/>
            <a:stCxn id="8" idx="4"/>
            <a:endCxn id="6" idx="7"/>
          </p:cNvCxnSpPr>
          <p:nvPr/>
        </p:nvCxnSpPr>
        <p:spPr>
          <a:xfrm flipH="1">
            <a:off x="8439721" y="3962400"/>
            <a:ext cx="832826" cy="48803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F062B77-826D-D748-AB0A-11173F89F5C7}"/>
              </a:ext>
            </a:extLst>
          </p:cNvPr>
          <p:cNvCxnSpPr>
            <a:cxnSpLocks/>
            <a:stCxn id="7" idx="4"/>
            <a:endCxn id="6" idx="1"/>
          </p:cNvCxnSpPr>
          <p:nvPr/>
        </p:nvCxnSpPr>
        <p:spPr>
          <a:xfrm>
            <a:off x="7033382" y="3962400"/>
            <a:ext cx="727260" cy="48803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5AD0A7D-9EF4-4A41-BFCF-0D1441796115}"/>
              </a:ext>
            </a:extLst>
          </p:cNvPr>
          <p:cNvCxnSpPr>
            <a:cxnSpLocks/>
            <a:stCxn id="6" idx="3"/>
            <a:endCxn id="9" idx="7"/>
          </p:cNvCxnSpPr>
          <p:nvPr/>
        </p:nvCxnSpPr>
        <p:spPr>
          <a:xfrm flipH="1">
            <a:off x="7144322" y="5043127"/>
            <a:ext cx="616321" cy="76008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A8F5628-BCFC-1043-BDD5-FBC6706D1D62}"/>
              </a:ext>
            </a:extLst>
          </p:cNvPr>
          <p:cNvCxnSpPr>
            <a:cxnSpLocks/>
            <a:stCxn id="6" idx="5"/>
            <a:endCxn id="10" idx="0"/>
          </p:cNvCxnSpPr>
          <p:nvPr/>
        </p:nvCxnSpPr>
        <p:spPr>
          <a:xfrm>
            <a:off x="8439722" y="5043126"/>
            <a:ext cx="456415" cy="59567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04DD16A5-EB71-8D4D-BE1A-093981ABE032}"/>
              </a:ext>
            </a:extLst>
          </p:cNvPr>
          <p:cNvCxnSpPr>
            <a:cxnSpLocks/>
            <a:stCxn id="12" idx="4"/>
            <a:endCxn id="10" idx="7"/>
          </p:cNvCxnSpPr>
          <p:nvPr/>
        </p:nvCxnSpPr>
        <p:spPr>
          <a:xfrm flipH="1">
            <a:off x="9235675" y="5468110"/>
            <a:ext cx="494944" cy="29344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87791273-C319-2F43-A4C0-57289D304A60}"/>
              </a:ext>
            </a:extLst>
          </p:cNvPr>
          <p:cNvCxnSpPr>
            <a:cxnSpLocks/>
            <a:stCxn id="11" idx="4"/>
            <a:endCxn id="9" idx="1"/>
          </p:cNvCxnSpPr>
          <p:nvPr/>
        </p:nvCxnSpPr>
        <p:spPr>
          <a:xfrm>
            <a:off x="6069390" y="5444525"/>
            <a:ext cx="395852" cy="35868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9D9B0EE9-3320-BC4A-B08A-203096D1ADCE}"/>
              </a:ext>
            </a:extLst>
          </p:cNvPr>
          <p:cNvCxnSpPr>
            <a:cxnSpLocks/>
            <a:stCxn id="11" idx="3"/>
          </p:cNvCxnSpPr>
          <p:nvPr/>
        </p:nvCxnSpPr>
        <p:spPr>
          <a:xfrm flipH="1">
            <a:off x="5193610" y="5321772"/>
            <a:ext cx="536241" cy="50549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BC9E593B-44FF-ED40-B457-9A59D43DB082}"/>
              </a:ext>
            </a:extLst>
          </p:cNvPr>
          <p:cNvCxnSpPr>
            <a:cxnSpLocks/>
            <a:stCxn id="9" idx="3"/>
          </p:cNvCxnSpPr>
          <p:nvPr/>
        </p:nvCxnSpPr>
        <p:spPr>
          <a:xfrm flipH="1">
            <a:off x="5867290" y="6395904"/>
            <a:ext cx="597952" cy="26956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D71920E2-64C4-7149-A253-23FC192A9805}"/>
              </a:ext>
            </a:extLst>
          </p:cNvPr>
          <p:cNvCxnSpPr>
            <a:cxnSpLocks/>
            <a:stCxn id="7" idx="3"/>
          </p:cNvCxnSpPr>
          <p:nvPr/>
        </p:nvCxnSpPr>
        <p:spPr>
          <a:xfrm flipH="1">
            <a:off x="6134818" y="3839649"/>
            <a:ext cx="559024" cy="42849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8754C1BE-8FE5-FE41-B0C3-76354F3A8F45}"/>
              </a:ext>
            </a:extLst>
          </p:cNvPr>
          <p:cNvCxnSpPr>
            <a:cxnSpLocks/>
            <a:stCxn id="8" idx="5"/>
          </p:cNvCxnSpPr>
          <p:nvPr/>
        </p:nvCxnSpPr>
        <p:spPr>
          <a:xfrm>
            <a:off x="9612086" y="3839648"/>
            <a:ext cx="598714" cy="49682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894E52F6-A04D-FB41-A039-9CB52F3C647A}"/>
              </a:ext>
            </a:extLst>
          </p:cNvPr>
          <p:cNvCxnSpPr>
            <a:cxnSpLocks/>
            <a:stCxn id="10" idx="5"/>
          </p:cNvCxnSpPr>
          <p:nvPr/>
        </p:nvCxnSpPr>
        <p:spPr>
          <a:xfrm>
            <a:off x="9235676" y="6354249"/>
            <a:ext cx="494943" cy="38100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ED05AE81-D06C-FA4B-9E0F-77D32519C210}"/>
              </a:ext>
            </a:extLst>
          </p:cNvPr>
          <p:cNvCxnSpPr>
            <a:cxnSpLocks/>
            <a:stCxn id="12" idx="5"/>
          </p:cNvCxnSpPr>
          <p:nvPr/>
        </p:nvCxnSpPr>
        <p:spPr>
          <a:xfrm>
            <a:off x="10070159" y="5345358"/>
            <a:ext cx="330535" cy="52907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F2739DE1-740C-BF4E-A862-8A8703E280D3}"/>
              </a:ext>
            </a:extLst>
          </p:cNvPr>
          <p:cNvCxnSpPr>
            <a:cxnSpLocks/>
            <a:endCxn id="11" idx="1"/>
          </p:cNvCxnSpPr>
          <p:nvPr/>
        </p:nvCxnSpPr>
        <p:spPr>
          <a:xfrm>
            <a:off x="5225578" y="4268146"/>
            <a:ext cx="504272" cy="46093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4" name="Oval 53">
                <a:extLst>
                  <a:ext uri="{FF2B5EF4-FFF2-40B4-BE49-F238E27FC236}">
                    <a16:creationId xmlns:a16="http://schemas.microsoft.com/office/drawing/2014/main" id="{3F42A990-BB0F-FF46-9D0D-5243A0F9BFF3}"/>
                  </a:ext>
                </a:extLst>
              </p:cNvPr>
              <p:cNvSpPr/>
              <p:nvPr/>
            </p:nvSpPr>
            <p:spPr>
              <a:xfrm>
                <a:off x="7678394" y="3095409"/>
                <a:ext cx="960363" cy="8382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800" i="1">
                          <a:solidFill>
                            <a:schemeClr val="tx1"/>
                          </a:solidFill>
                          <a:latin typeface="Cambria Math" panose="02040503050406030204" pitchFamily="18" charset="0"/>
                          <a:ea typeface="新細明體" pitchFamily="-106" charset="-120"/>
                          <a:cs typeface="Times"/>
                        </a:rPr>
                        <m:t>…</m:t>
                      </m:r>
                    </m:oMath>
                  </m:oMathPara>
                </a14:m>
                <a:endParaRPr lang="en-US" sz="2800" dirty="0"/>
              </a:p>
            </p:txBody>
          </p:sp>
        </mc:Choice>
        <mc:Fallback xmlns="">
          <p:sp>
            <p:nvSpPr>
              <p:cNvPr id="54" name="Oval 53">
                <a:extLst>
                  <a:ext uri="{FF2B5EF4-FFF2-40B4-BE49-F238E27FC236}">
                    <a16:creationId xmlns:a16="http://schemas.microsoft.com/office/drawing/2014/main" id="{3F42A990-BB0F-FF46-9D0D-5243A0F9BFF3}"/>
                  </a:ext>
                </a:extLst>
              </p:cNvPr>
              <p:cNvSpPr>
                <a:spLocks noRot="1" noChangeAspect="1" noMove="1" noResize="1" noEditPoints="1" noAdjustHandles="1" noChangeArrowheads="1" noChangeShapeType="1" noTextEdit="1"/>
              </p:cNvSpPr>
              <p:nvPr/>
            </p:nvSpPr>
            <p:spPr>
              <a:xfrm>
                <a:off x="7678394" y="3095409"/>
                <a:ext cx="960363" cy="838200"/>
              </a:xfrm>
              <a:prstGeom prst="ellipse">
                <a:avLst/>
              </a:prstGeom>
              <a:blipFill>
                <a:blip r:embed="rId10"/>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5" name="Oval 54">
                <a:extLst>
                  <a:ext uri="{FF2B5EF4-FFF2-40B4-BE49-F238E27FC236}">
                    <a16:creationId xmlns:a16="http://schemas.microsoft.com/office/drawing/2014/main" id="{FD890BE6-E91F-3F44-82C8-21A7CFD20BBC}"/>
                  </a:ext>
                </a:extLst>
              </p:cNvPr>
              <p:cNvSpPr/>
              <p:nvPr/>
            </p:nvSpPr>
            <p:spPr>
              <a:xfrm>
                <a:off x="7410940" y="5680455"/>
                <a:ext cx="960363" cy="8382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800" i="1">
                          <a:solidFill>
                            <a:schemeClr val="tx1"/>
                          </a:solidFill>
                          <a:latin typeface="Cambria Math" panose="02040503050406030204" pitchFamily="18" charset="0"/>
                          <a:ea typeface="新細明體" pitchFamily="-106" charset="-120"/>
                          <a:cs typeface="Times"/>
                        </a:rPr>
                        <m:t>…</m:t>
                      </m:r>
                    </m:oMath>
                  </m:oMathPara>
                </a14:m>
                <a:endParaRPr lang="en-US" sz="2800" dirty="0"/>
              </a:p>
            </p:txBody>
          </p:sp>
        </mc:Choice>
        <mc:Fallback xmlns="">
          <p:sp>
            <p:nvSpPr>
              <p:cNvPr id="55" name="Oval 54">
                <a:extLst>
                  <a:ext uri="{FF2B5EF4-FFF2-40B4-BE49-F238E27FC236}">
                    <a16:creationId xmlns:a16="http://schemas.microsoft.com/office/drawing/2014/main" id="{FD890BE6-E91F-3F44-82C8-21A7CFD20BBC}"/>
                  </a:ext>
                </a:extLst>
              </p:cNvPr>
              <p:cNvSpPr>
                <a:spLocks noRot="1" noChangeAspect="1" noMove="1" noResize="1" noEditPoints="1" noAdjustHandles="1" noChangeArrowheads="1" noChangeShapeType="1" noTextEdit="1"/>
              </p:cNvSpPr>
              <p:nvPr/>
            </p:nvSpPr>
            <p:spPr>
              <a:xfrm>
                <a:off x="7410940" y="5680455"/>
                <a:ext cx="960363" cy="838200"/>
              </a:xfrm>
              <a:prstGeom prst="ellipse">
                <a:avLst/>
              </a:prstGeom>
              <a:blipFill>
                <a:blip r:embed="rId11"/>
                <a:stretch>
                  <a:fillRect/>
                </a:stretch>
              </a:blipFill>
              <a:ln>
                <a:noFill/>
              </a:ln>
            </p:spPr>
            <p:txBody>
              <a:bodyPr/>
              <a:lstStyle/>
              <a:p>
                <a:r>
                  <a:rPr lang="en-GB">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234" name="Rectangle 2"/>
          <p:cNvSpPr>
            <a:spLocks noGrp="1" noChangeArrowheads="1"/>
          </p:cNvSpPr>
          <p:nvPr>
            <p:ph type="title"/>
          </p:nvPr>
        </p:nvSpPr>
        <p:spPr>
          <a:xfrm>
            <a:off x="2506134" y="457202"/>
            <a:ext cx="7704667" cy="914399"/>
          </a:xfrm>
        </p:spPr>
        <p:txBody>
          <a:bodyPr/>
          <a:lstStyle/>
          <a:p>
            <a:r>
              <a:rPr lang="en-US" altLang="zh-TW" dirty="0">
                <a:ea typeface="新細明體" pitchFamily="-106" charset="-120"/>
                <a:cs typeface="新細明體" pitchFamily="-106" charset="-120"/>
              </a:rPr>
              <a:t>Putting it All Together</a:t>
            </a:r>
          </a:p>
        </p:txBody>
      </p:sp>
      <mc:AlternateContent xmlns:mc="http://schemas.openxmlformats.org/markup-compatibility/2006" xmlns:a14="http://schemas.microsoft.com/office/drawing/2010/main">
        <mc:Choice Requires="a14">
          <p:sp>
            <p:nvSpPr>
              <p:cNvPr id="607235" name="Rectangle 3"/>
              <p:cNvSpPr>
                <a:spLocks noGrp="1" noChangeArrowheads="1"/>
              </p:cNvSpPr>
              <p:nvPr>
                <p:ph idx="1"/>
              </p:nvPr>
            </p:nvSpPr>
            <p:spPr>
              <a:xfrm>
                <a:off x="2136648" y="1600200"/>
                <a:ext cx="7921752" cy="4495800"/>
              </a:xfrm>
            </p:spPr>
            <p:txBody>
              <a:bodyPr>
                <a:normAutofit/>
              </a:bodyPr>
              <a:lstStyle/>
              <a:p>
                <a:pPr marL="0" indent="0">
                  <a:spcBef>
                    <a:spcPts val="1200"/>
                  </a:spcBef>
                  <a:buNone/>
                </a:pPr>
                <a:r>
                  <a:rPr lang="en-US" altLang="zh-TW" sz="2800" dirty="0">
                    <a:latin typeface="Corbel" panose="020B0503020204020204" pitchFamily="34" charset="0"/>
                    <a:ea typeface="新細明體" pitchFamily="-106" charset="-120"/>
                    <a:cs typeface="Times"/>
                  </a:rPr>
                  <a:t>We want to compute </a:t>
                </a:r>
                <a14:m>
                  <m:oMath xmlns:m="http://schemas.openxmlformats.org/officeDocument/2006/math">
                    <m:func>
                      <m:funcPr>
                        <m:ctrlPr>
                          <a:rPr lang="en-US" altLang="zh-TW" sz="2800" i="1">
                            <a:latin typeface="Cambria Math" panose="02040503050406030204" pitchFamily="18" charset="0"/>
                            <a:ea typeface="新細明體" pitchFamily="-106" charset="-120"/>
                            <a:cs typeface="Times"/>
                          </a:rPr>
                        </m:ctrlPr>
                      </m:funcPr>
                      <m:fName>
                        <m:r>
                          <m:rPr>
                            <m:sty m:val="p"/>
                          </m:rPr>
                          <a:rPr lang="en-US" altLang="zh-TW" sz="2800">
                            <a:latin typeface="Cambria Math" panose="02040503050406030204" pitchFamily="18" charset="0"/>
                            <a:ea typeface="新細明體" pitchFamily="-106" charset="-120"/>
                            <a:cs typeface="Times"/>
                          </a:rPr>
                          <m:t>Pr</m:t>
                        </m:r>
                      </m:fName>
                      <m:e>
                        <m:d>
                          <m:dPr>
                            <m:begChr m:val="["/>
                            <m:endChr m:val="]"/>
                            <m:sepChr m:val="∣"/>
                            <m:ctrlPr>
                              <a:rPr lang="en-US" altLang="zh-TW" sz="2800" i="1">
                                <a:latin typeface="Cambria Math" panose="02040503050406030204" pitchFamily="18" charset="0"/>
                                <a:ea typeface="新細明體" pitchFamily="-106" charset="-120"/>
                                <a:cs typeface="Times"/>
                              </a:rPr>
                            </m:ctrlPr>
                          </m:dPr>
                          <m:e>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𝑋</m:t>
                                </m:r>
                              </m:e>
                              <m:sub>
                                <m:r>
                                  <a:rPr lang="en-US" altLang="zh-TW" sz="2800" i="1">
                                    <a:latin typeface="Cambria Math" panose="02040503050406030204" pitchFamily="18" charset="0"/>
                                    <a:ea typeface="新細明體" pitchFamily="-106" charset="-120"/>
                                    <a:cs typeface="Times"/>
                                  </a:rPr>
                                  <m:t>1</m:t>
                                </m:r>
                              </m:sub>
                            </m:sSub>
                            <m:r>
                              <a:rPr lang="en-US" altLang="zh-TW" sz="2800" i="1">
                                <a:latin typeface="Cambria Math" panose="02040503050406030204" pitchFamily="18" charset="0"/>
                                <a:ea typeface="新細明體" pitchFamily="-106" charset="-120"/>
                                <a:cs typeface="Times"/>
                              </a:rPr>
                              <m:t>=</m:t>
                            </m:r>
                            <m:r>
                              <a:rPr lang="en-US" altLang="zh-TW" sz="2800" i="1">
                                <a:latin typeface="Cambria Math" panose="02040503050406030204" pitchFamily="18" charset="0"/>
                                <a:ea typeface="新細明體" pitchFamily="-106" charset="-120"/>
                                <a:cs typeface="Times"/>
                              </a:rPr>
                              <m:t>𝑎</m:t>
                            </m:r>
                          </m:e>
                          <m:e>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𝑋</m:t>
                                </m:r>
                              </m:e>
                              <m:sub>
                                <m:r>
                                  <a:rPr lang="en-US" altLang="zh-TW" sz="2800" i="1">
                                    <a:latin typeface="Cambria Math" panose="02040503050406030204" pitchFamily="18" charset="0"/>
                                    <a:ea typeface="新細明體" pitchFamily="-106" charset="-120"/>
                                    <a:cs typeface="Times"/>
                                  </a:rPr>
                                  <m:t>2</m:t>
                                </m:r>
                              </m:sub>
                            </m:sSub>
                            <m:r>
                              <a:rPr lang="en-US" altLang="zh-TW" sz="2800" i="1">
                                <a:latin typeface="Cambria Math" panose="02040503050406030204" pitchFamily="18" charset="0"/>
                                <a:ea typeface="新細明體" pitchFamily="-106" charset="-120"/>
                                <a:cs typeface="Times"/>
                              </a:rPr>
                              <m:t>=</m:t>
                            </m:r>
                            <m:r>
                              <a:rPr lang="en-US" altLang="zh-TW" sz="2800" i="1">
                                <a:latin typeface="Cambria Math" panose="02040503050406030204" pitchFamily="18" charset="0"/>
                                <a:ea typeface="新細明體" pitchFamily="-106" charset="-120"/>
                                <a:cs typeface="Times"/>
                              </a:rPr>
                              <m:t>𝑏</m:t>
                            </m:r>
                          </m:e>
                        </m:d>
                      </m:e>
                    </m:func>
                  </m:oMath>
                </a14:m>
                <a:endParaRPr lang="en-US" altLang="zh-TW" sz="2800" dirty="0">
                  <a:latin typeface="Corbel" panose="020B0503020204020204" pitchFamily="34" charset="0"/>
                  <a:ea typeface="新細明體" pitchFamily="-106" charset="-120"/>
                  <a:cs typeface="Times"/>
                </a:endParaRPr>
              </a:p>
              <a:p>
                <a:pPr marL="514350" indent="-514350">
                  <a:spcBef>
                    <a:spcPts val="1200"/>
                  </a:spcBef>
                  <a:buSzPct val="100000"/>
                  <a:buFont typeface="+mj-lt"/>
                  <a:buAutoNum type="arabicPeriod"/>
                </a:pPr>
                <a:r>
                  <a:rPr lang="en-US" altLang="zh-TW" sz="2800" dirty="0">
                    <a:ea typeface="新細明體" pitchFamily="-106" charset="-120"/>
                    <a:cs typeface="Times"/>
                  </a:rPr>
                  <a:t>Bayes’ rule: </a:t>
                </a:r>
                <a14:m>
                  <m:oMath xmlns:m="http://schemas.openxmlformats.org/officeDocument/2006/math">
                    <m:func>
                      <m:funcPr>
                        <m:ctrlPr>
                          <a:rPr lang="en-US" altLang="zh-TW" sz="2800" i="1">
                            <a:latin typeface="Cambria Math" panose="02040503050406030204" pitchFamily="18" charset="0"/>
                            <a:ea typeface="新細明體" pitchFamily="-106" charset="-120"/>
                            <a:cs typeface="Times"/>
                          </a:rPr>
                        </m:ctrlPr>
                      </m:funcPr>
                      <m:fName>
                        <m:r>
                          <m:rPr>
                            <m:sty m:val="p"/>
                          </m:rPr>
                          <a:rPr lang="en-US" altLang="zh-TW" sz="2800">
                            <a:latin typeface="Cambria Math" panose="02040503050406030204" pitchFamily="18" charset="0"/>
                            <a:ea typeface="新細明體" pitchFamily="-106" charset="-120"/>
                            <a:cs typeface="Times"/>
                          </a:rPr>
                          <m:t>Pr</m:t>
                        </m:r>
                      </m:fName>
                      <m:e>
                        <m:d>
                          <m:dPr>
                            <m:begChr m:val="["/>
                            <m:endChr m:val="]"/>
                            <m:sepChr m:val="∣"/>
                            <m:ctrlPr>
                              <a:rPr lang="en-US" altLang="zh-TW" sz="2800" i="1">
                                <a:latin typeface="Cambria Math" panose="02040503050406030204" pitchFamily="18" charset="0"/>
                                <a:ea typeface="新細明體" pitchFamily="-106" charset="-120"/>
                                <a:cs typeface="Times"/>
                              </a:rPr>
                            </m:ctrlPr>
                          </m:dPr>
                          <m:e>
                            <m:r>
                              <a:rPr lang="en-US" altLang="zh-TW" sz="2800" i="1">
                                <a:latin typeface="Cambria Math" panose="02040503050406030204" pitchFamily="18" charset="0"/>
                                <a:ea typeface="新細明體" pitchFamily="-106" charset="-120"/>
                                <a:cs typeface="Times"/>
                              </a:rPr>
                              <m:t>𝑎</m:t>
                            </m:r>
                          </m:e>
                          <m:e>
                            <m:r>
                              <a:rPr lang="en-US" altLang="zh-TW" sz="2800" i="1">
                                <a:latin typeface="Cambria Math" panose="02040503050406030204" pitchFamily="18" charset="0"/>
                                <a:ea typeface="新細明體" pitchFamily="-106" charset="-120"/>
                                <a:cs typeface="Times"/>
                              </a:rPr>
                              <m:t>𝑏</m:t>
                            </m:r>
                          </m:e>
                        </m:d>
                      </m:e>
                    </m:func>
                    <m:r>
                      <a:rPr lang="en-US" altLang="zh-TW" sz="2800" i="1">
                        <a:latin typeface="Cambria Math" panose="02040503050406030204" pitchFamily="18" charset="0"/>
                        <a:ea typeface="新細明體" pitchFamily="-106" charset="-120"/>
                        <a:cs typeface="Times"/>
                      </a:rPr>
                      <m:t>=</m:t>
                    </m:r>
                    <m:f>
                      <m:fPr>
                        <m:ctrlPr>
                          <a:rPr lang="en-US" altLang="zh-TW" sz="2800" i="1">
                            <a:latin typeface="Cambria Math" panose="02040503050406030204" pitchFamily="18" charset="0"/>
                            <a:ea typeface="新細明體" pitchFamily="-106" charset="-120"/>
                            <a:cs typeface="Times"/>
                          </a:rPr>
                        </m:ctrlPr>
                      </m:fPr>
                      <m:num>
                        <m:func>
                          <m:funcPr>
                            <m:ctrlPr>
                              <a:rPr lang="en-US" altLang="zh-TW" sz="2800" i="1">
                                <a:latin typeface="Cambria Math" panose="02040503050406030204" pitchFamily="18" charset="0"/>
                                <a:ea typeface="新細明體" pitchFamily="-106" charset="-120"/>
                                <a:cs typeface="Times"/>
                              </a:rPr>
                            </m:ctrlPr>
                          </m:funcPr>
                          <m:fName>
                            <m:r>
                              <m:rPr>
                                <m:sty m:val="p"/>
                              </m:rPr>
                              <a:rPr lang="en-US" altLang="zh-TW" sz="2800">
                                <a:latin typeface="Cambria Math" panose="02040503050406030204" pitchFamily="18" charset="0"/>
                                <a:ea typeface="新細明體" pitchFamily="-106" charset="-120"/>
                                <a:cs typeface="Times"/>
                              </a:rPr>
                              <m:t>Pr</m:t>
                            </m:r>
                          </m:fName>
                          <m:e>
                            <m:d>
                              <m:dPr>
                                <m:begChr m:val="["/>
                                <m:endChr m:val="]"/>
                                <m:ctrlPr>
                                  <a:rPr lang="en-US" altLang="zh-TW" sz="2800" i="1">
                                    <a:latin typeface="Cambria Math" panose="02040503050406030204" pitchFamily="18" charset="0"/>
                                    <a:ea typeface="新細明體" pitchFamily="-106" charset="-120"/>
                                    <a:cs typeface="Times"/>
                                  </a:rPr>
                                </m:ctrlPr>
                              </m:dPr>
                              <m:e>
                                <m:r>
                                  <a:rPr lang="en-US" altLang="zh-TW" sz="2800" i="1">
                                    <a:latin typeface="Cambria Math" panose="02040503050406030204" pitchFamily="18" charset="0"/>
                                    <a:ea typeface="新細明體" pitchFamily="-106" charset="-120"/>
                                    <a:cs typeface="Times"/>
                                  </a:rPr>
                                  <m:t>𝑎</m:t>
                                </m:r>
                                <m:r>
                                  <a:rPr lang="en-US" altLang="zh-TW" sz="2800" i="1">
                                    <a:latin typeface="Cambria Math" panose="02040503050406030204" pitchFamily="18" charset="0"/>
                                    <a:ea typeface="新細明體" pitchFamily="-106" charset="-120"/>
                                    <a:cs typeface="Times"/>
                                  </a:rPr>
                                  <m:t>,</m:t>
                                </m:r>
                                <m:r>
                                  <a:rPr lang="en-US" altLang="zh-TW" sz="2800" i="1">
                                    <a:latin typeface="Cambria Math" panose="02040503050406030204" pitchFamily="18" charset="0"/>
                                    <a:ea typeface="新細明體" pitchFamily="-106" charset="-120"/>
                                    <a:cs typeface="Times"/>
                                  </a:rPr>
                                  <m:t>𝑏</m:t>
                                </m:r>
                              </m:e>
                            </m:d>
                          </m:e>
                        </m:func>
                      </m:num>
                      <m:den>
                        <m:func>
                          <m:funcPr>
                            <m:ctrlPr>
                              <a:rPr lang="en-US" altLang="zh-TW" sz="2800" i="1">
                                <a:latin typeface="Cambria Math" panose="02040503050406030204" pitchFamily="18" charset="0"/>
                                <a:ea typeface="新細明體" pitchFamily="-106" charset="-120"/>
                                <a:cs typeface="Times"/>
                              </a:rPr>
                            </m:ctrlPr>
                          </m:funcPr>
                          <m:fName>
                            <m:r>
                              <m:rPr>
                                <m:sty m:val="p"/>
                              </m:rPr>
                              <a:rPr lang="en-US" altLang="zh-TW" sz="2800">
                                <a:latin typeface="Cambria Math" panose="02040503050406030204" pitchFamily="18" charset="0"/>
                                <a:ea typeface="新細明體" pitchFamily="-106" charset="-120"/>
                                <a:cs typeface="Times"/>
                              </a:rPr>
                              <m:t>Pr</m:t>
                            </m:r>
                          </m:fName>
                          <m:e>
                            <m:d>
                              <m:dPr>
                                <m:begChr m:val="["/>
                                <m:endChr m:val="]"/>
                                <m:ctrlPr>
                                  <a:rPr lang="en-US" altLang="zh-TW" sz="2800" i="1">
                                    <a:latin typeface="Cambria Math" panose="02040503050406030204" pitchFamily="18" charset="0"/>
                                    <a:ea typeface="新細明體" pitchFamily="-106" charset="-120"/>
                                    <a:cs typeface="Times"/>
                                  </a:rPr>
                                </m:ctrlPr>
                              </m:dPr>
                              <m:e>
                                <m:r>
                                  <a:rPr lang="en-US" altLang="zh-TW" sz="2800" i="1">
                                    <a:latin typeface="Cambria Math" panose="02040503050406030204" pitchFamily="18" charset="0"/>
                                    <a:ea typeface="新細明體" pitchFamily="-106" charset="-120"/>
                                    <a:cs typeface="Times"/>
                                  </a:rPr>
                                  <m:t>𝑏</m:t>
                                </m:r>
                              </m:e>
                            </m:d>
                          </m:e>
                        </m:func>
                      </m:den>
                    </m:f>
                    <m:r>
                      <a:rPr lang="en-US" altLang="zh-TW" sz="2800" i="1">
                        <a:latin typeface="Cambria Math" panose="02040503050406030204" pitchFamily="18" charset="0"/>
                        <a:ea typeface="新細明體" pitchFamily="-106" charset="-120"/>
                        <a:cs typeface="Times"/>
                      </a:rPr>
                      <m:t>=</m:t>
                    </m:r>
                    <m:r>
                      <a:rPr lang="en-US" altLang="zh-TW" sz="2800" i="1">
                        <a:latin typeface="Cambria Math" panose="02040503050406030204" pitchFamily="18" charset="0"/>
                        <a:ea typeface="新細明體" pitchFamily="-106" charset="-120"/>
                        <a:cs typeface="Times"/>
                      </a:rPr>
                      <m:t>𝛼</m:t>
                    </m:r>
                    <m:func>
                      <m:funcPr>
                        <m:ctrlPr>
                          <a:rPr lang="en-US" altLang="zh-TW" sz="2800" i="1">
                            <a:latin typeface="Cambria Math" panose="02040503050406030204" pitchFamily="18" charset="0"/>
                            <a:ea typeface="新細明體" pitchFamily="-106" charset="-120"/>
                            <a:cs typeface="Times"/>
                          </a:rPr>
                        </m:ctrlPr>
                      </m:funcPr>
                      <m:fName>
                        <m:r>
                          <m:rPr>
                            <m:sty m:val="p"/>
                          </m:rPr>
                          <a:rPr lang="en-US" altLang="zh-TW" sz="2800">
                            <a:latin typeface="Cambria Math" panose="02040503050406030204" pitchFamily="18" charset="0"/>
                            <a:ea typeface="新細明體" pitchFamily="-106" charset="-120"/>
                            <a:cs typeface="Times"/>
                          </a:rPr>
                          <m:t>Pr</m:t>
                        </m:r>
                      </m:fName>
                      <m:e>
                        <m:d>
                          <m:dPr>
                            <m:begChr m:val="["/>
                            <m:endChr m:val="]"/>
                            <m:ctrlPr>
                              <a:rPr lang="en-US" altLang="zh-TW" sz="2800" i="1">
                                <a:latin typeface="Cambria Math" panose="02040503050406030204" pitchFamily="18" charset="0"/>
                                <a:ea typeface="新細明體" pitchFamily="-106" charset="-120"/>
                                <a:cs typeface="Times"/>
                              </a:rPr>
                            </m:ctrlPr>
                          </m:dPr>
                          <m:e>
                            <m:r>
                              <a:rPr lang="en-US" altLang="zh-TW" sz="2800" i="1">
                                <a:latin typeface="Cambria Math" panose="02040503050406030204" pitchFamily="18" charset="0"/>
                                <a:ea typeface="新細明體" pitchFamily="-106" charset="-120"/>
                                <a:cs typeface="Times"/>
                              </a:rPr>
                              <m:t>𝑎</m:t>
                            </m:r>
                            <m:r>
                              <a:rPr lang="en-US" altLang="zh-TW" sz="2800" i="1">
                                <a:latin typeface="Cambria Math" panose="02040503050406030204" pitchFamily="18" charset="0"/>
                                <a:ea typeface="新細明體" pitchFamily="-106" charset="-120"/>
                                <a:cs typeface="Times"/>
                              </a:rPr>
                              <m:t>,</m:t>
                            </m:r>
                            <m:r>
                              <a:rPr lang="en-US" altLang="zh-TW" sz="2800" i="1">
                                <a:latin typeface="Cambria Math" panose="02040503050406030204" pitchFamily="18" charset="0"/>
                                <a:ea typeface="新細明體" pitchFamily="-106" charset="-120"/>
                                <a:cs typeface="Times"/>
                              </a:rPr>
                              <m:t>𝑏</m:t>
                            </m:r>
                          </m:e>
                        </m:d>
                      </m:e>
                    </m:func>
                  </m:oMath>
                </a14:m>
                <a:endParaRPr lang="en-US" altLang="zh-TW" sz="2800" dirty="0">
                  <a:latin typeface="Corbel" panose="020B0503020204020204" pitchFamily="34" charset="0"/>
                  <a:ea typeface="新細明體" pitchFamily="-106" charset="-120"/>
                  <a:cs typeface="Times"/>
                </a:endParaRPr>
              </a:p>
              <a:p>
                <a:pPr marL="514350" indent="-514350">
                  <a:spcBef>
                    <a:spcPts val="1200"/>
                  </a:spcBef>
                  <a:buSzPct val="100000"/>
                  <a:buFont typeface="+mj-lt"/>
                  <a:buAutoNum type="arabicPeriod"/>
                </a:pPr>
                <a:r>
                  <a:rPr lang="en-US" altLang="zh-TW" sz="2800" dirty="0">
                    <a:latin typeface="Corbel" panose="020B0503020204020204" pitchFamily="34" charset="0"/>
                    <a:ea typeface="新細明體" pitchFamily="-106" charset="-120"/>
                    <a:cs typeface="Times"/>
                  </a:rPr>
                  <a:t>Total Probability: </a:t>
                </a:r>
                <a14:m>
                  <m:oMath xmlns:m="http://schemas.openxmlformats.org/officeDocument/2006/math">
                    <m:func>
                      <m:funcPr>
                        <m:ctrlPr>
                          <a:rPr lang="en-US" altLang="zh-TW" sz="2800" i="1">
                            <a:latin typeface="Cambria Math" panose="02040503050406030204" pitchFamily="18" charset="0"/>
                            <a:ea typeface="新細明體" pitchFamily="-106" charset="-120"/>
                            <a:cs typeface="Times"/>
                          </a:rPr>
                        </m:ctrlPr>
                      </m:funcPr>
                      <m:fName>
                        <m:r>
                          <m:rPr>
                            <m:sty m:val="p"/>
                          </m:rPr>
                          <a:rPr lang="en-US" altLang="zh-TW" sz="2800">
                            <a:latin typeface="Cambria Math" panose="02040503050406030204" pitchFamily="18" charset="0"/>
                            <a:ea typeface="新細明體" pitchFamily="-106" charset="-120"/>
                            <a:cs typeface="Times"/>
                          </a:rPr>
                          <m:t>Pr</m:t>
                        </m:r>
                      </m:fName>
                      <m:e>
                        <m:d>
                          <m:dPr>
                            <m:begChr m:val="["/>
                            <m:endChr m:val="]"/>
                            <m:ctrlPr>
                              <a:rPr lang="en-US" altLang="zh-TW" sz="2800" i="1">
                                <a:latin typeface="Cambria Math" panose="02040503050406030204" pitchFamily="18" charset="0"/>
                                <a:ea typeface="新細明體" pitchFamily="-106" charset="-120"/>
                                <a:cs typeface="Times"/>
                              </a:rPr>
                            </m:ctrlPr>
                          </m:dPr>
                          <m:e>
                            <m:r>
                              <a:rPr lang="en-US" altLang="zh-TW" sz="2800" i="1">
                                <a:latin typeface="Cambria Math" panose="02040503050406030204" pitchFamily="18" charset="0"/>
                                <a:ea typeface="新細明體" pitchFamily="-106" charset="-120"/>
                                <a:cs typeface="Times"/>
                              </a:rPr>
                              <m:t>𝑎</m:t>
                            </m:r>
                            <m:r>
                              <a:rPr lang="en-US" altLang="zh-TW" sz="2800" i="1">
                                <a:latin typeface="Cambria Math" panose="02040503050406030204" pitchFamily="18" charset="0"/>
                                <a:ea typeface="新細明體" pitchFamily="-106" charset="-120"/>
                                <a:cs typeface="Times"/>
                              </a:rPr>
                              <m:t>,</m:t>
                            </m:r>
                            <m:r>
                              <a:rPr lang="en-US" altLang="zh-TW" sz="2800" i="1">
                                <a:latin typeface="Cambria Math" panose="02040503050406030204" pitchFamily="18" charset="0"/>
                                <a:ea typeface="新細明體" pitchFamily="-106" charset="-120"/>
                                <a:cs typeface="Times"/>
                              </a:rPr>
                              <m:t>𝑏</m:t>
                            </m:r>
                          </m:e>
                        </m:d>
                      </m:e>
                    </m:func>
                    <m:r>
                      <a:rPr lang="en-US" altLang="zh-TW" sz="2800" i="1">
                        <a:latin typeface="Cambria Math" panose="02040503050406030204" pitchFamily="18" charset="0"/>
                        <a:ea typeface="新細明體" pitchFamily="-106" charset="-120"/>
                        <a:cs typeface="Times"/>
                      </a:rPr>
                      <m:t>=</m:t>
                    </m:r>
                    <m:nary>
                      <m:naryPr>
                        <m:chr m:val="∑"/>
                        <m:supHide m:val="on"/>
                        <m:ctrlPr>
                          <a:rPr lang="en-US" altLang="zh-TW" sz="2800" i="1">
                            <a:latin typeface="Cambria Math" panose="02040503050406030204" pitchFamily="18" charset="0"/>
                            <a:ea typeface="新細明體" pitchFamily="-106" charset="-120"/>
                            <a:cs typeface="Times"/>
                          </a:rPr>
                        </m:ctrlPr>
                      </m:naryPr>
                      <m:sub>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𝑥</m:t>
                            </m:r>
                          </m:e>
                          <m:sub>
                            <m:r>
                              <a:rPr lang="en-US" altLang="zh-TW" sz="2800" i="1">
                                <a:latin typeface="Cambria Math" panose="02040503050406030204" pitchFamily="18" charset="0"/>
                                <a:ea typeface="新細明體" pitchFamily="-106" charset="-120"/>
                                <a:cs typeface="Times"/>
                              </a:rPr>
                              <m:t>3</m:t>
                            </m:r>
                          </m:sub>
                        </m:sSub>
                        <m:r>
                          <a:rPr lang="en-US" altLang="zh-TW" sz="2800" i="1">
                            <a:latin typeface="Cambria Math" panose="02040503050406030204" pitchFamily="18" charset="0"/>
                            <a:ea typeface="新細明體" pitchFamily="-106" charset="-120"/>
                            <a:cs typeface="Times"/>
                          </a:rPr>
                          <m:t>∈</m:t>
                        </m:r>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𝑋</m:t>
                            </m:r>
                          </m:e>
                          <m:sub>
                            <m:r>
                              <a:rPr lang="en-US" altLang="zh-TW" sz="2800" i="1">
                                <a:latin typeface="Cambria Math" panose="02040503050406030204" pitchFamily="18" charset="0"/>
                                <a:ea typeface="新細明體" pitchFamily="-106" charset="-120"/>
                                <a:cs typeface="Times"/>
                              </a:rPr>
                              <m:t>3</m:t>
                            </m:r>
                          </m:sub>
                        </m:sSub>
                      </m:sub>
                      <m:sup/>
                      <m:e>
                        <m:r>
                          <a:rPr lang="en-US" altLang="zh-TW" sz="2800" i="1">
                            <a:latin typeface="Cambria Math" panose="02040503050406030204" pitchFamily="18" charset="0"/>
                            <a:ea typeface="新細明體" pitchFamily="-106" charset="-120"/>
                            <a:cs typeface="Times"/>
                          </a:rPr>
                          <m:t>…</m:t>
                        </m:r>
                      </m:e>
                    </m:nary>
                    <m:nary>
                      <m:naryPr>
                        <m:chr m:val="∑"/>
                        <m:supHide m:val="on"/>
                        <m:ctrlPr>
                          <a:rPr lang="en-US" altLang="zh-TW" sz="2800" i="1">
                            <a:latin typeface="Cambria Math" panose="02040503050406030204" pitchFamily="18" charset="0"/>
                            <a:ea typeface="新細明體" pitchFamily="-106" charset="-120"/>
                            <a:cs typeface="Times"/>
                          </a:rPr>
                        </m:ctrlPr>
                      </m:naryPr>
                      <m:sub>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𝑥</m:t>
                            </m:r>
                          </m:e>
                          <m:sub>
                            <m:r>
                              <a:rPr lang="en-US" altLang="zh-TW" sz="2800" i="1">
                                <a:latin typeface="Cambria Math" panose="02040503050406030204" pitchFamily="18" charset="0"/>
                                <a:ea typeface="新細明體" pitchFamily="-106" charset="-120"/>
                                <a:cs typeface="Times"/>
                              </a:rPr>
                              <m:t>𝑛</m:t>
                            </m:r>
                          </m:sub>
                        </m:sSub>
                        <m:r>
                          <a:rPr lang="en-US" altLang="zh-TW" sz="2800" i="1">
                            <a:latin typeface="Cambria Math" panose="02040503050406030204" pitchFamily="18" charset="0"/>
                            <a:ea typeface="新細明體" pitchFamily="-106" charset="-120"/>
                            <a:cs typeface="Times"/>
                          </a:rPr>
                          <m:t>∈</m:t>
                        </m:r>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𝑋</m:t>
                            </m:r>
                          </m:e>
                          <m:sub>
                            <m:r>
                              <a:rPr lang="en-US" altLang="zh-TW" sz="2800" i="1">
                                <a:latin typeface="Cambria Math" panose="02040503050406030204" pitchFamily="18" charset="0"/>
                                <a:ea typeface="新細明體" pitchFamily="-106" charset="-120"/>
                                <a:cs typeface="Times"/>
                              </a:rPr>
                              <m:t>𝑛</m:t>
                            </m:r>
                          </m:sub>
                        </m:sSub>
                      </m:sub>
                      <m:sup/>
                      <m:e>
                        <m:func>
                          <m:funcPr>
                            <m:ctrlPr>
                              <a:rPr lang="en-US" altLang="zh-TW" sz="2800" i="1">
                                <a:latin typeface="Cambria Math" panose="02040503050406030204" pitchFamily="18" charset="0"/>
                                <a:ea typeface="新細明體" pitchFamily="-106" charset="-120"/>
                                <a:cs typeface="Times"/>
                              </a:rPr>
                            </m:ctrlPr>
                          </m:funcPr>
                          <m:fName>
                            <m:r>
                              <m:rPr>
                                <m:sty m:val="p"/>
                              </m:rPr>
                              <a:rPr lang="en-US" altLang="zh-TW" sz="2800">
                                <a:latin typeface="Cambria Math" panose="02040503050406030204" pitchFamily="18" charset="0"/>
                                <a:ea typeface="新細明體" pitchFamily="-106" charset="-120"/>
                                <a:cs typeface="Times"/>
                              </a:rPr>
                              <m:t>Pr</m:t>
                            </m:r>
                          </m:fName>
                          <m:e>
                            <m:d>
                              <m:dPr>
                                <m:begChr m:val="["/>
                                <m:endChr m:val="]"/>
                                <m:ctrlPr>
                                  <a:rPr lang="en-US" altLang="zh-TW" sz="2800" i="1">
                                    <a:latin typeface="Cambria Math" panose="02040503050406030204" pitchFamily="18" charset="0"/>
                                    <a:ea typeface="新細明體" pitchFamily="-106" charset="-120"/>
                                    <a:cs typeface="Times"/>
                                  </a:rPr>
                                </m:ctrlPr>
                              </m:dPr>
                              <m:e>
                                <m:r>
                                  <a:rPr lang="en-US" altLang="zh-TW" sz="2800" i="1">
                                    <a:latin typeface="Cambria Math" panose="02040503050406030204" pitchFamily="18" charset="0"/>
                                    <a:ea typeface="新細明體" pitchFamily="-106" charset="-120"/>
                                    <a:cs typeface="Times"/>
                                  </a:rPr>
                                  <m:t>𝑎</m:t>
                                </m:r>
                                <m:r>
                                  <a:rPr lang="en-US" altLang="zh-TW" sz="2800" i="1">
                                    <a:latin typeface="Cambria Math" panose="02040503050406030204" pitchFamily="18" charset="0"/>
                                    <a:ea typeface="新細明體" pitchFamily="-106" charset="-120"/>
                                    <a:cs typeface="Times"/>
                                  </a:rPr>
                                  <m:t>,</m:t>
                                </m:r>
                                <m:r>
                                  <a:rPr lang="en-US" altLang="zh-TW" sz="2800" i="1">
                                    <a:latin typeface="Cambria Math" panose="02040503050406030204" pitchFamily="18" charset="0"/>
                                    <a:ea typeface="新細明體" pitchFamily="-106" charset="-120"/>
                                    <a:cs typeface="Times"/>
                                  </a:rPr>
                                  <m:t>𝑏</m:t>
                                </m:r>
                                <m:r>
                                  <a:rPr lang="en-US" altLang="zh-TW" sz="2800" i="1">
                                    <a:latin typeface="Cambria Math" panose="02040503050406030204" pitchFamily="18" charset="0"/>
                                    <a:ea typeface="新細明體" pitchFamily="-106" charset="-120"/>
                                    <a:cs typeface="Times"/>
                                  </a:rPr>
                                  <m:t>,</m:t>
                                </m:r>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𝑥</m:t>
                                    </m:r>
                                  </m:e>
                                  <m:sub>
                                    <m:r>
                                      <a:rPr lang="en-US" altLang="zh-TW" sz="2800" i="1">
                                        <a:latin typeface="Cambria Math" panose="02040503050406030204" pitchFamily="18" charset="0"/>
                                        <a:ea typeface="新細明體" pitchFamily="-106" charset="-120"/>
                                        <a:cs typeface="Times"/>
                                      </a:rPr>
                                      <m:t>3</m:t>
                                    </m:r>
                                  </m:sub>
                                </m:sSub>
                                <m:r>
                                  <a:rPr lang="en-US" altLang="zh-TW" sz="2800" i="1">
                                    <a:latin typeface="Cambria Math" panose="02040503050406030204" pitchFamily="18" charset="0"/>
                                    <a:ea typeface="新細明體" pitchFamily="-106" charset="-120"/>
                                    <a:cs typeface="Times"/>
                                  </a:rPr>
                                  <m:t>,…,</m:t>
                                </m:r>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𝑥</m:t>
                                    </m:r>
                                  </m:e>
                                  <m:sub>
                                    <m:r>
                                      <a:rPr lang="en-US" altLang="zh-TW" sz="2800" i="1">
                                        <a:latin typeface="Cambria Math" panose="02040503050406030204" pitchFamily="18" charset="0"/>
                                        <a:ea typeface="新細明體" pitchFamily="-106" charset="-120"/>
                                        <a:cs typeface="Times"/>
                                      </a:rPr>
                                      <m:t>𝑛</m:t>
                                    </m:r>
                                  </m:sub>
                                </m:sSub>
                              </m:e>
                            </m:d>
                          </m:e>
                        </m:func>
                      </m:e>
                    </m:nary>
                  </m:oMath>
                </a14:m>
                <a:endParaRPr lang="en-US" altLang="zh-TW" sz="2800" dirty="0">
                  <a:latin typeface="Corbel" panose="020B0503020204020204" pitchFamily="34" charset="0"/>
                  <a:ea typeface="新細明體" pitchFamily="-106" charset="-120"/>
                  <a:cs typeface="Times"/>
                </a:endParaRPr>
              </a:p>
              <a:p>
                <a:pPr marL="514350" indent="-514350">
                  <a:spcBef>
                    <a:spcPts val="1200"/>
                  </a:spcBef>
                  <a:buSzPct val="100000"/>
                  <a:buFont typeface="+mj-lt"/>
                  <a:buAutoNum type="arabicPeriod"/>
                </a:pPr>
                <a:r>
                  <a:rPr lang="en-US" altLang="zh-TW" sz="2800" dirty="0">
                    <a:latin typeface="Corbel" panose="020B0503020204020204" pitchFamily="34" charset="0"/>
                    <a:ea typeface="新細明體" pitchFamily="-106" charset="-120"/>
                    <a:cs typeface="Times"/>
                  </a:rPr>
                  <a:t>Bayesian Network Factoring:</a:t>
                </a:r>
              </a:p>
              <a:p>
                <a:pPr marL="0" indent="0">
                  <a:spcBef>
                    <a:spcPts val="1200"/>
                  </a:spcBef>
                  <a:buNone/>
                </a:pPr>
                <a14:m>
                  <m:oMathPara xmlns:m="http://schemas.openxmlformats.org/officeDocument/2006/math">
                    <m:oMathParaPr>
                      <m:jc m:val="centerGroup"/>
                    </m:oMathParaPr>
                    <m:oMath xmlns:m="http://schemas.openxmlformats.org/officeDocument/2006/math">
                      <m:nary>
                        <m:naryPr>
                          <m:chr m:val="∑"/>
                          <m:supHide m:val="on"/>
                          <m:ctrlPr>
                            <a:rPr lang="en-US" altLang="zh-TW" sz="2800" i="1">
                              <a:latin typeface="Cambria Math" panose="02040503050406030204" pitchFamily="18" charset="0"/>
                              <a:ea typeface="新細明體" pitchFamily="-106" charset="-120"/>
                              <a:cs typeface="Times"/>
                            </a:rPr>
                          </m:ctrlPr>
                        </m:naryPr>
                        <m:sub>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𝑥</m:t>
                              </m:r>
                            </m:e>
                            <m:sub>
                              <m:r>
                                <a:rPr lang="en-US" altLang="zh-TW" sz="2800" i="1">
                                  <a:latin typeface="Cambria Math" panose="02040503050406030204" pitchFamily="18" charset="0"/>
                                  <a:ea typeface="新細明體" pitchFamily="-106" charset="-120"/>
                                  <a:cs typeface="Times"/>
                                </a:rPr>
                                <m:t>3</m:t>
                              </m:r>
                            </m:sub>
                          </m:sSub>
                          <m:r>
                            <a:rPr lang="en-US" altLang="zh-TW" sz="2800" i="1">
                              <a:latin typeface="Cambria Math" panose="02040503050406030204" pitchFamily="18" charset="0"/>
                              <a:ea typeface="新細明體" pitchFamily="-106" charset="-120"/>
                              <a:cs typeface="Times"/>
                            </a:rPr>
                            <m:t>∈</m:t>
                          </m:r>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𝑋</m:t>
                              </m:r>
                            </m:e>
                            <m:sub>
                              <m:r>
                                <a:rPr lang="en-US" altLang="zh-TW" sz="2800" i="1">
                                  <a:latin typeface="Cambria Math" panose="02040503050406030204" pitchFamily="18" charset="0"/>
                                  <a:ea typeface="新細明體" pitchFamily="-106" charset="-120"/>
                                  <a:cs typeface="Times"/>
                                </a:rPr>
                                <m:t>3</m:t>
                              </m:r>
                            </m:sub>
                          </m:sSub>
                        </m:sub>
                        <m:sup/>
                        <m:e>
                          <m:r>
                            <a:rPr lang="en-US" altLang="zh-TW" sz="2800" i="1">
                              <a:latin typeface="Cambria Math" panose="02040503050406030204" pitchFamily="18" charset="0"/>
                              <a:ea typeface="新細明體" pitchFamily="-106" charset="-120"/>
                              <a:cs typeface="Times"/>
                            </a:rPr>
                            <m:t>…</m:t>
                          </m:r>
                        </m:e>
                      </m:nary>
                      <m:nary>
                        <m:naryPr>
                          <m:chr m:val="∑"/>
                          <m:supHide m:val="on"/>
                          <m:ctrlPr>
                            <a:rPr lang="en-US" altLang="zh-TW" sz="2800" i="1">
                              <a:latin typeface="Cambria Math" panose="02040503050406030204" pitchFamily="18" charset="0"/>
                              <a:ea typeface="新細明體" pitchFamily="-106" charset="-120"/>
                              <a:cs typeface="Times"/>
                            </a:rPr>
                          </m:ctrlPr>
                        </m:naryPr>
                        <m:sub>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𝑥</m:t>
                              </m:r>
                            </m:e>
                            <m:sub>
                              <m:r>
                                <a:rPr lang="en-US" altLang="zh-TW" sz="2800" i="1">
                                  <a:latin typeface="Cambria Math" panose="02040503050406030204" pitchFamily="18" charset="0"/>
                                  <a:ea typeface="新細明體" pitchFamily="-106" charset="-120"/>
                                  <a:cs typeface="Times"/>
                                </a:rPr>
                                <m:t>𝑛</m:t>
                              </m:r>
                            </m:sub>
                          </m:sSub>
                          <m:r>
                            <a:rPr lang="en-US" altLang="zh-TW" sz="2800" i="1">
                              <a:latin typeface="Cambria Math" panose="02040503050406030204" pitchFamily="18" charset="0"/>
                              <a:ea typeface="新細明體" pitchFamily="-106" charset="-120"/>
                              <a:cs typeface="Times"/>
                            </a:rPr>
                            <m:t>∈</m:t>
                          </m:r>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𝑋</m:t>
                              </m:r>
                            </m:e>
                            <m:sub>
                              <m:r>
                                <a:rPr lang="en-US" altLang="zh-TW" sz="2800" i="1">
                                  <a:latin typeface="Cambria Math" panose="02040503050406030204" pitchFamily="18" charset="0"/>
                                  <a:ea typeface="新細明體" pitchFamily="-106" charset="-120"/>
                                  <a:cs typeface="Times"/>
                                </a:rPr>
                                <m:t>𝑛</m:t>
                              </m:r>
                            </m:sub>
                          </m:sSub>
                        </m:sub>
                        <m:sup/>
                        <m:e>
                          <m:nary>
                            <m:naryPr>
                              <m:chr m:val="∏"/>
                              <m:supHide m:val="on"/>
                              <m:ctrlPr>
                                <a:rPr lang="en-US" altLang="zh-TW" sz="2800" i="1">
                                  <a:latin typeface="Cambria Math" panose="02040503050406030204" pitchFamily="18" charset="0"/>
                                  <a:ea typeface="新細明體" pitchFamily="-106" charset="-120"/>
                                  <a:cs typeface="Times"/>
                                </a:rPr>
                              </m:ctrlPr>
                            </m:naryPr>
                            <m:sub>
                              <m:r>
                                <a:rPr lang="en-US" altLang="zh-TW" sz="2800" i="1">
                                  <a:latin typeface="Cambria Math" panose="02040503050406030204" pitchFamily="18" charset="0"/>
                                  <a:ea typeface="新細明體" pitchFamily="-106" charset="-120"/>
                                  <a:cs typeface="Times"/>
                                </a:rPr>
                                <m:t>𝑗</m:t>
                              </m:r>
                            </m:sub>
                            <m:sup/>
                            <m:e>
                              <m:func>
                                <m:funcPr>
                                  <m:ctrlPr>
                                    <a:rPr lang="en-US" altLang="zh-TW" sz="2800" i="1">
                                      <a:latin typeface="Cambria Math" panose="02040503050406030204" pitchFamily="18" charset="0"/>
                                      <a:ea typeface="新細明體" pitchFamily="-106" charset="-120"/>
                                      <a:cs typeface="Times"/>
                                    </a:rPr>
                                  </m:ctrlPr>
                                </m:funcPr>
                                <m:fName>
                                  <m:r>
                                    <m:rPr>
                                      <m:sty m:val="p"/>
                                    </m:rPr>
                                    <a:rPr lang="en-US" altLang="zh-TW" sz="2800">
                                      <a:latin typeface="Cambria Math" panose="02040503050406030204" pitchFamily="18" charset="0"/>
                                      <a:ea typeface="新細明體" pitchFamily="-106" charset="-120"/>
                                      <a:cs typeface="Times"/>
                                    </a:rPr>
                                    <m:t>Pr</m:t>
                                  </m:r>
                                </m:fName>
                                <m:e>
                                  <m:d>
                                    <m:dPr>
                                      <m:begChr m:val="["/>
                                      <m:endChr m:val="]"/>
                                      <m:sepChr m:val="∣"/>
                                      <m:ctrlPr>
                                        <a:rPr lang="en-US" altLang="zh-TW" sz="2800" i="1">
                                          <a:latin typeface="Cambria Math" panose="02040503050406030204" pitchFamily="18" charset="0"/>
                                          <a:ea typeface="新細明體" pitchFamily="-106" charset="-120"/>
                                          <a:cs typeface="Times"/>
                                        </a:rPr>
                                      </m:ctrlPr>
                                    </m:dPr>
                                    <m:e>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𝑥</m:t>
                                          </m:r>
                                        </m:e>
                                        <m:sub>
                                          <m:r>
                                            <a:rPr lang="en-US" altLang="zh-TW" sz="2800" i="1">
                                              <a:latin typeface="Cambria Math" panose="02040503050406030204" pitchFamily="18" charset="0"/>
                                              <a:ea typeface="新細明體" pitchFamily="-106" charset="-120"/>
                                              <a:cs typeface="Times"/>
                                            </a:rPr>
                                            <m:t>𝑗</m:t>
                                          </m:r>
                                        </m:sub>
                                      </m:sSub>
                                    </m:e>
                                    <m:e>
                                      <m:r>
                                        <a:rPr lang="en-US" altLang="zh-TW" sz="2800" i="1">
                                          <a:latin typeface="Cambria Math" panose="02040503050406030204" pitchFamily="18" charset="0"/>
                                          <a:ea typeface="新細明體" pitchFamily="-106" charset="-120"/>
                                          <a:cs typeface="Times"/>
                                        </a:rPr>
                                        <m:t>𝑃𝑎𝑟𝑒𝑛𝑡𝑠</m:t>
                                      </m:r>
                                      <m:d>
                                        <m:dPr>
                                          <m:ctrlPr>
                                            <a:rPr lang="en-US" altLang="zh-TW" sz="2800" i="1">
                                              <a:latin typeface="Cambria Math" panose="02040503050406030204" pitchFamily="18" charset="0"/>
                                              <a:ea typeface="新細明體" pitchFamily="-106" charset="-120"/>
                                              <a:cs typeface="Times"/>
                                            </a:rPr>
                                          </m:ctrlPr>
                                        </m:dPr>
                                        <m:e>
                                          <m:sSub>
                                            <m:sSubPr>
                                              <m:ctrlPr>
                                                <a:rPr lang="en-US" altLang="zh-TW" sz="2800" i="1">
                                                  <a:latin typeface="Cambria Math" panose="02040503050406030204" pitchFamily="18" charset="0"/>
                                                  <a:ea typeface="新細明體" pitchFamily="-106" charset="-120"/>
                                                  <a:cs typeface="Times"/>
                                                </a:rPr>
                                              </m:ctrlPr>
                                            </m:sSubPr>
                                            <m:e>
                                              <m:r>
                                                <a:rPr lang="en-US" altLang="zh-TW" sz="2800" i="1">
                                                  <a:latin typeface="Cambria Math" panose="02040503050406030204" pitchFamily="18" charset="0"/>
                                                  <a:ea typeface="新細明體" pitchFamily="-106" charset="-120"/>
                                                  <a:cs typeface="Times"/>
                                                </a:rPr>
                                                <m:t>𝑋</m:t>
                                              </m:r>
                                            </m:e>
                                            <m:sub>
                                              <m:r>
                                                <a:rPr lang="en-US" altLang="zh-TW" sz="2800" i="1">
                                                  <a:latin typeface="Cambria Math" panose="02040503050406030204" pitchFamily="18" charset="0"/>
                                                  <a:ea typeface="新細明體" pitchFamily="-106" charset="-120"/>
                                                  <a:cs typeface="Times"/>
                                                </a:rPr>
                                                <m:t>𝑗</m:t>
                                              </m:r>
                                            </m:sub>
                                          </m:sSub>
                                        </m:e>
                                      </m:d>
                                    </m:e>
                                  </m:d>
                                </m:e>
                              </m:func>
                            </m:e>
                          </m:nary>
                        </m:e>
                      </m:nary>
                    </m:oMath>
                  </m:oMathPara>
                </a14:m>
                <a:endParaRPr lang="en-US" altLang="zh-TW" sz="2800" dirty="0">
                  <a:latin typeface="Corbel" panose="020B0503020204020204" pitchFamily="34" charset="0"/>
                  <a:ea typeface="新細明體" pitchFamily="-106" charset="-120"/>
                  <a:cs typeface="Times"/>
                </a:endParaRPr>
              </a:p>
            </p:txBody>
          </p:sp>
        </mc:Choice>
        <mc:Fallback xmlns="">
          <p:sp>
            <p:nvSpPr>
              <p:cNvPr id="607235" name="Rectangle 3"/>
              <p:cNvSpPr>
                <a:spLocks noGrp="1" noRot="1" noChangeAspect="1" noMove="1" noResize="1" noEditPoints="1" noAdjustHandles="1" noChangeArrowheads="1" noChangeShapeType="1" noTextEdit="1"/>
              </p:cNvSpPr>
              <p:nvPr>
                <p:ph idx="1"/>
              </p:nvPr>
            </p:nvSpPr>
            <p:spPr>
              <a:xfrm>
                <a:off x="2136648" y="1600200"/>
                <a:ext cx="7921752" cy="4495800"/>
              </a:xfrm>
              <a:blipFill>
                <a:blip r:embed="rId2"/>
                <a:stretch>
                  <a:fillRect l="-2083" t="-1690" b="-35493"/>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40</a:t>
            </a:fld>
            <a:endParaRPr lang="en-US" altLang="zh-TW"/>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2"/>
          <p:cNvSpPr>
            <a:spLocks noGrp="1" noChangeArrowheads="1"/>
          </p:cNvSpPr>
          <p:nvPr>
            <p:ph type="title"/>
          </p:nvPr>
        </p:nvSpPr>
        <p:spPr>
          <a:xfrm>
            <a:off x="2506134" y="457202"/>
            <a:ext cx="7704667" cy="990599"/>
          </a:xfrm>
        </p:spPr>
        <p:txBody>
          <a:bodyPr>
            <a:normAutofit/>
          </a:bodyPr>
          <a:lstStyle/>
          <a:p>
            <a:r>
              <a:rPr lang="en-US" dirty="0"/>
              <a:t>Bayesian Networks</a:t>
            </a:r>
          </a:p>
        </p:txBody>
      </p:sp>
      <p:sp>
        <p:nvSpPr>
          <p:cNvPr id="4" name="Slide Number Placeholder 3"/>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41</a:t>
            </a:fld>
            <a:endParaRPr lang="en-US"/>
          </a:p>
        </p:txBody>
      </p:sp>
      <mc:AlternateContent xmlns:mc="http://schemas.openxmlformats.org/markup-compatibility/2006" xmlns:a14="http://schemas.microsoft.com/office/drawing/2010/main">
        <mc:Choice Requires="a14">
          <p:sp>
            <p:nvSpPr>
              <p:cNvPr id="5" name="Oval 4"/>
              <p:cNvSpPr/>
              <p:nvPr/>
            </p:nvSpPr>
            <p:spPr>
              <a:xfrm>
                <a:off x="2439010" y="1269276"/>
                <a:ext cx="762000" cy="762000"/>
              </a:xfrm>
              <a:prstGeom prst="ellipse">
                <a:avLst/>
              </a:prstGeom>
              <a:solidFill>
                <a:schemeClr val="accent2">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i="1">
                          <a:solidFill>
                            <a:schemeClr val="tx1"/>
                          </a:solidFill>
                          <a:latin typeface="Cambria Math" panose="02040503050406030204" pitchFamily="18" charset="0"/>
                        </a:rPr>
                        <m:t>𝐴</m:t>
                      </m:r>
                    </m:oMath>
                  </m:oMathPara>
                </a14:m>
                <a:endParaRPr lang="en-US" sz="3600" dirty="0">
                  <a:solidFill>
                    <a:schemeClr val="tx1"/>
                  </a:solidFill>
                </a:endParaRPr>
              </a:p>
            </p:txBody>
          </p:sp>
        </mc:Choice>
        <mc:Fallback xmlns="">
          <p:sp>
            <p:nvSpPr>
              <p:cNvPr id="5" name="Oval 4"/>
              <p:cNvSpPr>
                <a:spLocks noRot="1" noChangeAspect="1" noMove="1" noResize="1" noEditPoints="1" noAdjustHandles="1" noChangeArrowheads="1" noChangeShapeType="1" noTextEdit="1"/>
              </p:cNvSpPr>
              <p:nvPr/>
            </p:nvSpPr>
            <p:spPr>
              <a:xfrm>
                <a:off x="2439010" y="1269276"/>
                <a:ext cx="762000" cy="762000"/>
              </a:xfrm>
              <a:prstGeom prst="ellipse">
                <a:avLst/>
              </a:prstGeom>
              <a:blipFill>
                <a:blip r:embed="rId3"/>
                <a:stretch>
                  <a:fillRect/>
                </a:stretch>
              </a:blipFill>
              <a:ln>
                <a:solidFill>
                  <a:schemeClr val="accent2">
                    <a:lumMod val="75000"/>
                  </a:schemeClr>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Oval 6"/>
              <p:cNvSpPr/>
              <p:nvPr/>
            </p:nvSpPr>
            <p:spPr>
              <a:xfrm>
                <a:off x="4344010" y="1268838"/>
                <a:ext cx="762000" cy="762000"/>
              </a:xfrm>
              <a:prstGeom prst="ellipse">
                <a:avLst/>
              </a:prstGeom>
              <a:solidFill>
                <a:schemeClr val="accent2">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i="1">
                          <a:solidFill>
                            <a:schemeClr val="tx1"/>
                          </a:solidFill>
                          <a:latin typeface="Cambria Math" panose="02040503050406030204" pitchFamily="18" charset="0"/>
                        </a:rPr>
                        <m:t>𝐵</m:t>
                      </m:r>
                    </m:oMath>
                  </m:oMathPara>
                </a14:m>
                <a:endParaRPr lang="en-US" sz="3600" dirty="0">
                  <a:solidFill>
                    <a:schemeClr val="tx1"/>
                  </a:solidFill>
                </a:endParaRPr>
              </a:p>
            </p:txBody>
          </p:sp>
        </mc:Choice>
        <mc:Fallback xmlns="">
          <p:sp>
            <p:nvSpPr>
              <p:cNvPr id="7" name="Oval 6"/>
              <p:cNvSpPr>
                <a:spLocks noRot="1" noChangeAspect="1" noMove="1" noResize="1" noEditPoints="1" noAdjustHandles="1" noChangeArrowheads="1" noChangeShapeType="1" noTextEdit="1"/>
              </p:cNvSpPr>
              <p:nvPr/>
            </p:nvSpPr>
            <p:spPr>
              <a:xfrm>
                <a:off x="4344010" y="1268838"/>
                <a:ext cx="762000" cy="762000"/>
              </a:xfrm>
              <a:prstGeom prst="ellipse">
                <a:avLst/>
              </a:prstGeom>
              <a:blipFill>
                <a:blip r:embed="rId4"/>
                <a:stretch>
                  <a:fillRect/>
                </a:stretch>
              </a:blipFill>
              <a:ln>
                <a:solidFill>
                  <a:schemeClr val="accent2">
                    <a:lumMod val="75000"/>
                  </a:schemeClr>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Oval 7"/>
              <p:cNvSpPr/>
              <p:nvPr/>
            </p:nvSpPr>
            <p:spPr>
              <a:xfrm>
                <a:off x="3429000" y="2716638"/>
                <a:ext cx="762000" cy="762000"/>
              </a:xfrm>
              <a:prstGeom prst="ellipse">
                <a:avLst/>
              </a:prstGeom>
              <a:solidFill>
                <a:schemeClr val="accent2">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i="1">
                          <a:solidFill>
                            <a:schemeClr val="tx1"/>
                          </a:solidFill>
                          <a:latin typeface="Cambria Math" panose="02040503050406030204" pitchFamily="18" charset="0"/>
                        </a:rPr>
                        <m:t>𝐶</m:t>
                      </m:r>
                    </m:oMath>
                  </m:oMathPara>
                </a14:m>
                <a:endParaRPr lang="en-US" sz="3600" dirty="0">
                  <a:solidFill>
                    <a:schemeClr val="tx1"/>
                  </a:solidFill>
                </a:endParaRPr>
              </a:p>
            </p:txBody>
          </p:sp>
        </mc:Choice>
        <mc:Fallback xmlns="">
          <p:sp>
            <p:nvSpPr>
              <p:cNvPr id="8" name="Oval 7"/>
              <p:cNvSpPr>
                <a:spLocks noRot="1" noChangeAspect="1" noMove="1" noResize="1" noEditPoints="1" noAdjustHandles="1" noChangeArrowheads="1" noChangeShapeType="1" noTextEdit="1"/>
              </p:cNvSpPr>
              <p:nvPr/>
            </p:nvSpPr>
            <p:spPr>
              <a:xfrm>
                <a:off x="3429000" y="2716638"/>
                <a:ext cx="762000" cy="762000"/>
              </a:xfrm>
              <a:prstGeom prst="ellipse">
                <a:avLst/>
              </a:prstGeom>
              <a:blipFill>
                <a:blip r:embed="rId5"/>
                <a:stretch>
                  <a:fillRect/>
                </a:stretch>
              </a:blipFill>
              <a:ln>
                <a:solidFill>
                  <a:schemeClr val="accent2">
                    <a:lumMod val="75000"/>
                  </a:schemeClr>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Oval 8"/>
              <p:cNvSpPr/>
              <p:nvPr/>
            </p:nvSpPr>
            <p:spPr>
              <a:xfrm>
                <a:off x="2439010" y="3936276"/>
                <a:ext cx="762000" cy="762000"/>
              </a:xfrm>
              <a:prstGeom prst="ellipse">
                <a:avLst/>
              </a:prstGeom>
              <a:solidFill>
                <a:schemeClr val="accent2">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i="1">
                          <a:solidFill>
                            <a:schemeClr val="tx1"/>
                          </a:solidFill>
                          <a:latin typeface="Cambria Math" panose="02040503050406030204" pitchFamily="18" charset="0"/>
                        </a:rPr>
                        <m:t>𝐷</m:t>
                      </m:r>
                    </m:oMath>
                  </m:oMathPara>
                </a14:m>
                <a:endParaRPr lang="en-US" sz="3600" dirty="0">
                  <a:solidFill>
                    <a:schemeClr val="tx1"/>
                  </a:solidFill>
                </a:endParaRPr>
              </a:p>
            </p:txBody>
          </p:sp>
        </mc:Choice>
        <mc:Fallback xmlns="">
          <p:sp>
            <p:nvSpPr>
              <p:cNvPr id="9" name="Oval 8"/>
              <p:cNvSpPr>
                <a:spLocks noRot="1" noChangeAspect="1" noMove="1" noResize="1" noEditPoints="1" noAdjustHandles="1" noChangeArrowheads="1" noChangeShapeType="1" noTextEdit="1"/>
              </p:cNvSpPr>
              <p:nvPr/>
            </p:nvSpPr>
            <p:spPr>
              <a:xfrm>
                <a:off x="2439010" y="3936276"/>
                <a:ext cx="762000" cy="762000"/>
              </a:xfrm>
              <a:prstGeom prst="ellipse">
                <a:avLst/>
              </a:prstGeom>
              <a:blipFill>
                <a:blip r:embed="rId6"/>
                <a:stretch>
                  <a:fillRect/>
                </a:stretch>
              </a:blipFill>
              <a:ln>
                <a:solidFill>
                  <a:schemeClr val="accent2">
                    <a:lumMod val="75000"/>
                  </a:schemeClr>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Oval 9"/>
              <p:cNvSpPr/>
              <p:nvPr/>
            </p:nvSpPr>
            <p:spPr>
              <a:xfrm>
                <a:off x="4344010" y="3936276"/>
                <a:ext cx="762000" cy="762000"/>
              </a:xfrm>
              <a:prstGeom prst="ellipse">
                <a:avLst/>
              </a:prstGeom>
              <a:solidFill>
                <a:schemeClr val="accent2">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i="1">
                          <a:solidFill>
                            <a:schemeClr val="tx1"/>
                          </a:solidFill>
                          <a:latin typeface="Cambria Math" panose="02040503050406030204" pitchFamily="18" charset="0"/>
                        </a:rPr>
                        <m:t>𝐸</m:t>
                      </m:r>
                    </m:oMath>
                  </m:oMathPara>
                </a14:m>
                <a:endParaRPr lang="en-US" sz="3600" dirty="0">
                  <a:solidFill>
                    <a:schemeClr val="tx1"/>
                  </a:solidFill>
                </a:endParaRPr>
              </a:p>
            </p:txBody>
          </p:sp>
        </mc:Choice>
        <mc:Fallback xmlns="">
          <p:sp>
            <p:nvSpPr>
              <p:cNvPr id="10" name="Oval 9"/>
              <p:cNvSpPr>
                <a:spLocks noRot="1" noChangeAspect="1" noMove="1" noResize="1" noEditPoints="1" noAdjustHandles="1" noChangeArrowheads="1" noChangeShapeType="1" noTextEdit="1"/>
              </p:cNvSpPr>
              <p:nvPr/>
            </p:nvSpPr>
            <p:spPr>
              <a:xfrm>
                <a:off x="4344010" y="3936276"/>
                <a:ext cx="762000" cy="762000"/>
              </a:xfrm>
              <a:prstGeom prst="ellipse">
                <a:avLst/>
              </a:prstGeom>
              <a:blipFill>
                <a:blip r:embed="rId7"/>
                <a:stretch>
                  <a:fillRect/>
                </a:stretch>
              </a:blipFill>
              <a:ln>
                <a:solidFill>
                  <a:schemeClr val="accent2">
                    <a:lumMod val="75000"/>
                  </a:schemeClr>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3452165" y="5154600"/>
                <a:ext cx="762000" cy="762000"/>
              </a:xfrm>
              <a:prstGeom prst="ellipse">
                <a:avLst/>
              </a:prstGeom>
              <a:solidFill>
                <a:schemeClr val="accent2">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i="1">
                          <a:solidFill>
                            <a:schemeClr val="tx1"/>
                          </a:solidFill>
                          <a:latin typeface="Cambria Math" panose="02040503050406030204" pitchFamily="18" charset="0"/>
                        </a:rPr>
                        <m:t>𝐹</m:t>
                      </m:r>
                    </m:oMath>
                  </m:oMathPara>
                </a14:m>
                <a:endParaRPr lang="en-US" sz="3600" dirty="0">
                  <a:solidFill>
                    <a:schemeClr val="tx1"/>
                  </a:solidFill>
                </a:endParaRPr>
              </a:p>
            </p:txBody>
          </p:sp>
        </mc:Choice>
        <mc:Fallback xmlns="">
          <p:sp>
            <p:nvSpPr>
              <p:cNvPr id="11" name="Oval 10"/>
              <p:cNvSpPr>
                <a:spLocks noRot="1" noChangeAspect="1" noMove="1" noResize="1" noEditPoints="1" noAdjustHandles="1" noChangeArrowheads="1" noChangeShapeType="1" noTextEdit="1"/>
              </p:cNvSpPr>
              <p:nvPr/>
            </p:nvSpPr>
            <p:spPr>
              <a:xfrm>
                <a:off x="3452165" y="5154600"/>
                <a:ext cx="762000" cy="762000"/>
              </a:xfrm>
              <a:prstGeom prst="ellipse">
                <a:avLst/>
              </a:prstGeom>
              <a:blipFill>
                <a:blip r:embed="rId8"/>
                <a:stretch>
                  <a:fillRect/>
                </a:stretch>
              </a:blipFill>
              <a:ln>
                <a:solidFill>
                  <a:schemeClr val="accent2">
                    <a:lumMod val="75000"/>
                  </a:schemeClr>
                </a:solidFill>
              </a:ln>
            </p:spPr>
            <p:txBody>
              <a:bodyPr/>
              <a:lstStyle/>
              <a:p>
                <a:r>
                  <a:rPr lang="en-GB">
                    <a:noFill/>
                  </a:rPr>
                  <a:t> </a:t>
                </a:r>
              </a:p>
            </p:txBody>
          </p:sp>
        </mc:Fallback>
      </mc:AlternateContent>
      <p:cxnSp>
        <p:nvCxnSpPr>
          <p:cNvPr id="12" name="Straight Arrow Connector 11"/>
          <p:cNvCxnSpPr>
            <a:stCxn id="5" idx="4"/>
            <a:endCxn id="8" idx="1"/>
          </p:cNvCxnSpPr>
          <p:nvPr/>
        </p:nvCxnSpPr>
        <p:spPr>
          <a:xfrm>
            <a:off x="2820010" y="2031276"/>
            <a:ext cx="720582" cy="79695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7" idx="4"/>
            <a:endCxn id="8" idx="7"/>
          </p:cNvCxnSpPr>
          <p:nvPr/>
        </p:nvCxnSpPr>
        <p:spPr>
          <a:xfrm flipH="1">
            <a:off x="4079408" y="2030838"/>
            <a:ext cx="645602" cy="79739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8" idx="3"/>
            <a:endCxn id="9" idx="0"/>
          </p:cNvCxnSpPr>
          <p:nvPr/>
        </p:nvCxnSpPr>
        <p:spPr>
          <a:xfrm flipH="1">
            <a:off x="2820010" y="3367046"/>
            <a:ext cx="720582" cy="56923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8" idx="5"/>
            <a:endCxn id="10" idx="0"/>
          </p:cNvCxnSpPr>
          <p:nvPr/>
        </p:nvCxnSpPr>
        <p:spPr>
          <a:xfrm>
            <a:off x="4079408" y="3367046"/>
            <a:ext cx="645602" cy="56923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9" idx="4"/>
            <a:endCxn id="11" idx="1"/>
          </p:cNvCxnSpPr>
          <p:nvPr/>
        </p:nvCxnSpPr>
        <p:spPr>
          <a:xfrm>
            <a:off x="2820011" y="4698276"/>
            <a:ext cx="743747" cy="5679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10" idx="4"/>
            <a:endCxn id="11" idx="7"/>
          </p:cNvCxnSpPr>
          <p:nvPr/>
        </p:nvCxnSpPr>
        <p:spPr>
          <a:xfrm flipH="1">
            <a:off x="4102574" y="4698276"/>
            <a:ext cx="622437" cy="5679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5603409" y="2274213"/>
            <a:ext cx="4827961" cy="3108543"/>
          </a:xfrm>
          <a:prstGeom prst="rect">
            <a:avLst/>
          </a:prstGeom>
          <a:noFill/>
        </p:spPr>
        <p:txBody>
          <a:bodyPr wrap="square" rtlCol="0">
            <a:spAutoFit/>
          </a:bodyPr>
          <a:lstStyle/>
          <a:p>
            <a:r>
              <a:rPr lang="en-US" sz="2800" dirty="0"/>
              <a:t>A good way to factor joint distributions of random variables:</a:t>
            </a:r>
          </a:p>
          <a:p>
            <a:endParaRPr lang="en-US" sz="2800" dirty="0"/>
          </a:p>
          <a:p>
            <a:r>
              <a:rPr lang="en-US" sz="2800" dirty="0"/>
              <a:t>A variable is only conditionally dependent on its parents.</a:t>
            </a:r>
          </a:p>
        </p:txBody>
      </p:sp>
    </p:spTree>
    <p:extLst>
      <p:ext uri="{BB962C8B-B14F-4D97-AF65-F5344CB8AC3E}">
        <p14:creationId xmlns:p14="http://schemas.microsoft.com/office/powerpoint/2010/main" val="42912147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2"/>
          <p:cNvSpPr>
            <a:spLocks noGrp="1" noChangeArrowheads="1"/>
          </p:cNvSpPr>
          <p:nvPr>
            <p:ph type="title"/>
          </p:nvPr>
        </p:nvSpPr>
        <p:spPr>
          <a:xfrm>
            <a:off x="2506134" y="457202"/>
            <a:ext cx="7704667" cy="990599"/>
          </a:xfrm>
        </p:spPr>
        <p:txBody>
          <a:bodyPr>
            <a:normAutofit/>
          </a:bodyPr>
          <a:lstStyle/>
          <a:p>
            <a:r>
              <a:rPr lang="en-US" dirty="0"/>
              <a:t>Conditional Independence in BN</a:t>
            </a:r>
          </a:p>
        </p:txBody>
      </p:sp>
      <p:sp>
        <p:nvSpPr>
          <p:cNvPr id="4" name="Slide Number Placeholder 3"/>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42</a:t>
            </a:fld>
            <a:endParaRPr lang="en-US"/>
          </a:p>
        </p:txBody>
      </p:sp>
      <mc:AlternateContent xmlns:mc="http://schemas.openxmlformats.org/markup-compatibility/2006" xmlns:a14="http://schemas.microsoft.com/office/drawing/2010/main">
        <mc:Choice Requires="a14">
          <p:sp>
            <p:nvSpPr>
              <p:cNvPr id="5" name="Oval 4"/>
              <p:cNvSpPr/>
              <p:nvPr/>
            </p:nvSpPr>
            <p:spPr>
              <a:xfrm>
                <a:off x="2439010" y="1269276"/>
                <a:ext cx="762000" cy="762000"/>
              </a:xfrm>
              <a:prstGeom prst="ellipse">
                <a:avLst/>
              </a:prstGeom>
              <a:solidFill>
                <a:schemeClr val="accent2">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i="1">
                          <a:solidFill>
                            <a:schemeClr val="tx1"/>
                          </a:solidFill>
                          <a:latin typeface="Cambria Math" panose="02040503050406030204" pitchFamily="18" charset="0"/>
                        </a:rPr>
                        <m:t>𝐴</m:t>
                      </m:r>
                    </m:oMath>
                  </m:oMathPara>
                </a14:m>
                <a:endParaRPr lang="en-US" sz="3600" dirty="0">
                  <a:solidFill>
                    <a:schemeClr val="tx1"/>
                  </a:solidFill>
                </a:endParaRPr>
              </a:p>
            </p:txBody>
          </p:sp>
        </mc:Choice>
        <mc:Fallback xmlns="">
          <p:sp>
            <p:nvSpPr>
              <p:cNvPr id="5" name="Oval 4"/>
              <p:cNvSpPr>
                <a:spLocks noRot="1" noChangeAspect="1" noMove="1" noResize="1" noEditPoints="1" noAdjustHandles="1" noChangeArrowheads="1" noChangeShapeType="1" noTextEdit="1"/>
              </p:cNvSpPr>
              <p:nvPr/>
            </p:nvSpPr>
            <p:spPr>
              <a:xfrm>
                <a:off x="2439010" y="1269276"/>
                <a:ext cx="762000" cy="762000"/>
              </a:xfrm>
              <a:prstGeom prst="ellipse">
                <a:avLst/>
              </a:prstGeom>
              <a:blipFill>
                <a:blip r:embed="rId3"/>
                <a:stretch>
                  <a:fillRect/>
                </a:stretch>
              </a:blipFill>
              <a:ln>
                <a:solidFill>
                  <a:schemeClr val="accent2">
                    <a:lumMod val="75000"/>
                  </a:schemeClr>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Oval 6"/>
              <p:cNvSpPr/>
              <p:nvPr/>
            </p:nvSpPr>
            <p:spPr>
              <a:xfrm>
                <a:off x="4344010" y="1268838"/>
                <a:ext cx="762000" cy="762000"/>
              </a:xfrm>
              <a:prstGeom prst="ellipse">
                <a:avLst/>
              </a:prstGeom>
              <a:solidFill>
                <a:schemeClr val="accent2">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i="1">
                          <a:solidFill>
                            <a:schemeClr val="tx1"/>
                          </a:solidFill>
                          <a:latin typeface="Cambria Math" panose="02040503050406030204" pitchFamily="18" charset="0"/>
                        </a:rPr>
                        <m:t>𝐵</m:t>
                      </m:r>
                    </m:oMath>
                  </m:oMathPara>
                </a14:m>
                <a:endParaRPr lang="en-US" sz="3600" dirty="0">
                  <a:solidFill>
                    <a:schemeClr val="tx1"/>
                  </a:solidFill>
                </a:endParaRPr>
              </a:p>
            </p:txBody>
          </p:sp>
        </mc:Choice>
        <mc:Fallback xmlns="">
          <p:sp>
            <p:nvSpPr>
              <p:cNvPr id="7" name="Oval 6"/>
              <p:cNvSpPr>
                <a:spLocks noRot="1" noChangeAspect="1" noMove="1" noResize="1" noEditPoints="1" noAdjustHandles="1" noChangeArrowheads="1" noChangeShapeType="1" noTextEdit="1"/>
              </p:cNvSpPr>
              <p:nvPr/>
            </p:nvSpPr>
            <p:spPr>
              <a:xfrm>
                <a:off x="4344010" y="1268838"/>
                <a:ext cx="762000" cy="762000"/>
              </a:xfrm>
              <a:prstGeom prst="ellipse">
                <a:avLst/>
              </a:prstGeom>
              <a:blipFill>
                <a:blip r:embed="rId4"/>
                <a:stretch>
                  <a:fillRect/>
                </a:stretch>
              </a:blipFill>
              <a:ln>
                <a:solidFill>
                  <a:schemeClr val="accent2">
                    <a:lumMod val="75000"/>
                  </a:schemeClr>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Oval 7"/>
              <p:cNvSpPr/>
              <p:nvPr/>
            </p:nvSpPr>
            <p:spPr>
              <a:xfrm>
                <a:off x="3429000" y="2716638"/>
                <a:ext cx="762000" cy="762000"/>
              </a:xfrm>
              <a:prstGeom prst="ellipse">
                <a:avLst/>
              </a:prstGeom>
              <a:solidFill>
                <a:schemeClr val="accent2">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i="1">
                          <a:solidFill>
                            <a:schemeClr val="tx1"/>
                          </a:solidFill>
                          <a:latin typeface="Cambria Math" panose="02040503050406030204" pitchFamily="18" charset="0"/>
                        </a:rPr>
                        <m:t>𝐶</m:t>
                      </m:r>
                    </m:oMath>
                  </m:oMathPara>
                </a14:m>
                <a:endParaRPr lang="en-US" sz="3600" dirty="0">
                  <a:solidFill>
                    <a:schemeClr val="tx1"/>
                  </a:solidFill>
                </a:endParaRPr>
              </a:p>
            </p:txBody>
          </p:sp>
        </mc:Choice>
        <mc:Fallback xmlns="">
          <p:sp>
            <p:nvSpPr>
              <p:cNvPr id="8" name="Oval 7"/>
              <p:cNvSpPr>
                <a:spLocks noRot="1" noChangeAspect="1" noMove="1" noResize="1" noEditPoints="1" noAdjustHandles="1" noChangeArrowheads="1" noChangeShapeType="1" noTextEdit="1"/>
              </p:cNvSpPr>
              <p:nvPr/>
            </p:nvSpPr>
            <p:spPr>
              <a:xfrm>
                <a:off x="3429000" y="2716638"/>
                <a:ext cx="762000" cy="762000"/>
              </a:xfrm>
              <a:prstGeom prst="ellipse">
                <a:avLst/>
              </a:prstGeom>
              <a:blipFill>
                <a:blip r:embed="rId5"/>
                <a:stretch>
                  <a:fillRect/>
                </a:stretch>
              </a:blipFill>
              <a:ln>
                <a:solidFill>
                  <a:schemeClr val="accent2">
                    <a:lumMod val="75000"/>
                  </a:schemeClr>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Oval 8"/>
              <p:cNvSpPr/>
              <p:nvPr/>
            </p:nvSpPr>
            <p:spPr>
              <a:xfrm>
                <a:off x="2439010" y="3936276"/>
                <a:ext cx="762000" cy="762000"/>
              </a:xfrm>
              <a:prstGeom prst="ellipse">
                <a:avLst/>
              </a:prstGeom>
              <a:solidFill>
                <a:schemeClr val="accent2">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i="1">
                          <a:solidFill>
                            <a:schemeClr val="tx1"/>
                          </a:solidFill>
                          <a:latin typeface="Cambria Math" panose="02040503050406030204" pitchFamily="18" charset="0"/>
                        </a:rPr>
                        <m:t>𝐷</m:t>
                      </m:r>
                    </m:oMath>
                  </m:oMathPara>
                </a14:m>
                <a:endParaRPr lang="en-US" sz="3600" dirty="0">
                  <a:solidFill>
                    <a:schemeClr val="tx1"/>
                  </a:solidFill>
                </a:endParaRPr>
              </a:p>
            </p:txBody>
          </p:sp>
        </mc:Choice>
        <mc:Fallback xmlns="">
          <p:sp>
            <p:nvSpPr>
              <p:cNvPr id="9" name="Oval 8"/>
              <p:cNvSpPr>
                <a:spLocks noRot="1" noChangeAspect="1" noMove="1" noResize="1" noEditPoints="1" noAdjustHandles="1" noChangeArrowheads="1" noChangeShapeType="1" noTextEdit="1"/>
              </p:cNvSpPr>
              <p:nvPr/>
            </p:nvSpPr>
            <p:spPr>
              <a:xfrm>
                <a:off x="2439010" y="3936276"/>
                <a:ext cx="762000" cy="762000"/>
              </a:xfrm>
              <a:prstGeom prst="ellipse">
                <a:avLst/>
              </a:prstGeom>
              <a:blipFill>
                <a:blip r:embed="rId6"/>
                <a:stretch>
                  <a:fillRect/>
                </a:stretch>
              </a:blipFill>
              <a:ln>
                <a:solidFill>
                  <a:schemeClr val="accent2">
                    <a:lumMod val="75000"/>
                  </a:schemeClr>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Oval 9"/>
              <p:cNvSpPr/>
              <p:nvPr/>
            </p:nvSpPr>
            <p:spPr>
              <a:xfrm>
                <a:off x="4344010" y="3936276"/>
                <a:ext cx="762000" cy="762000"/>
              </a:xfrm>
              <a:prstGeom prst="ellipse">
                <a:avLst/>
              </a:prstGeom>
              <a:solidFill>
                <a:schemeClr val="accent2">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i="1">
                          <a:solidFill>
                            <a:schemeClr val="tx1"/>
                          </a:solidFill>
                          <a:latin typeface="Cambria Math" panose="02040503050406030204" pitchFamily="18" charset="0"/>
                        </a:rPr>
                        <m:t>𝐸</m:t>
                      </m:r>
                    </m:oMath>
                  </m:oMathPara>
                </a14:m>
                <a:endParaRPr lang="en-US" sz="3600" dirty="0">
                  <a:solidFill>
                    <a:schemeClr val="tx1"/>
                  </a:solidFill>
                </a:endParaRPr>
              </a:p>
            </p:txBody>
          </p:sp>
        </mc:Choice>
        <mc:Fallback xmlns="">
          <p:sp>
            <p:nvSpPr>
              <p:cNvPr id="10" name="Oval 9"/>
              <p:cNvSpPr>
                <a:spLocks noRot="1" noChangeAspect="1" noMove="1" noResize="1" noEditPoints="1" noAdjustHandles="1" noChangeArrowheads="1" noChangeShapeType="1" noTextEdit="1"/>
              </p:cNvSpPr>
              <p:nvPr/>
            </p:nvSpPr>
            <p:spPr>
              <a:xfrm>
                <a:off x="4344010" y="3936276"/>
                <a:ext cx="762000" cy="762000"/>
              </a:xfrm>
              <a:prstGeom prst="ellipse">
                <a:avLst/>
              </a:prstGeom>
              <a:blipFill>
                <a:blip r:embed="rId7"/>
                <a:stretch>
                  <a:fillRect/>
                </a:stretch>
              </a:blipFill>
              <a:ln>
                <a:solidFill>
                  <a:schemeClr val="accent2">
                    <a:lumMod val="75000"/>
                  </a:schemeClr>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3452165" y="5154600"/>
                <a:ext cx="762000" cy="762000"/>
              </a:xfrm>
              <a:prstGeom prst="ellipse">
                <a:avLst/>
              </a:prstGeom>
              <a:solidFill>
                <a:schemeClr val="accent2">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i="1">
                          <a:solidFill>
                            <a:schemeClr val="tx1"/>
                          </a:solidFill>
                          <a:latin typeface="Cambria Math" panose="02040503050406030204" pitchFamily="18" charset="0"/>
                        </a:rPr>
                        <m:t>𝐹</m:t>
                      </m:r>
                    </m:oMath>
                  </m:oMathPara>
                </a14:m>
                <a:endParaRPr lang="en-US" sz="3600" dirty="0">
                  <a:solidFill>
                    <a:schemeClr val="tx1"/>
                  </a:solidFill>
                </a:endParaRPr>
              </a:p>
            </p:txBody>
          </p:sp>
        </mc:Choice>
        <mc:Fallback xmlns="">
          <p:sp>
            <p:nvSpPr>
              <p:cNvPr id="11" name="Oval 10"/>
              <p:cNvSpPr>
                <a:spLocks noRot="1" noChangeAspect="1" noMove="1" noResize="1" noEditPoints="1" noAdjustHandles="1" noChangeArrowheads="1" noChangeShapeType="1" noTextEdit="1"/>
              </p:cNvSpPr>
              <p:nvPr/>
            </p:nvSpPr>
            <p:spPr>
              <a:xfrm>
                <a:off x="3452165" y="5154600"/>
                <a:ext cx="762000" cy="762000"/>
              </a:xfrm>
              <a:prstGeom prst="ellipse">
                <a:avLst/>
              </a:prstGeom>
              <a:blipFill>
                <a:blip r:embed="rId8"/>
                <a:stretch>
                  <a:fillRect/>
                </a:stretch>
              </a:blipFill>
              <a:ln>
                <a:solidFill>
                  <a:schemeClr val="accent2">
                    <a:lumMod val="75000"/>
                  </a:schemeClr>
                </a:solidFill>
              </a:ln>
            </p:spPr>
            <p:txBody>
              <a:bodyPr/>
              <a:lstStyle/>
              <a:p>
                <a:r>
                  <a:rPr lang="en-GB">
                    <a:noFill/>
                  </a:rPr>
                  <a:t> </a:t>
                </a:r>
              </a:p>
            </p:txBody>
          </p:sp>
        </mc:Fallback>
      </mc:AlternateContent>
      <p:cxnSp>
        <p:nvCxnSpPr>
          <p:cNvPr id="12" name="Straight Arrow Connector 11"/>
          <p:cNvCxnSpPr>
            <a:stCxn id="5" idx="4"/>
            <a:endCxn id="8" idx="1"/>
          </p:cNvCxnSpPr>
          <p:nvPr/>
        </p:nvCxnSpPr>
        <p:spPr>
          <a:xfrm>
            <a:off x="2820010" y="2031276"/>
            <a:ext cx="720582" cy="79695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7" idx="4"/>
            <a:endCxn id="8" idx="7"/>
          </p:cNvCxnSpPr>
          <p:nvPr/>
        </p:nvCxnSpPr>
        <p:spPr>
          <a:xfrm flipH="1">
            <a:off x="4079408" y="2030838"/>
            <a:ext cx="645602" cy="79739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8" idx="3"/>
            <a:endCxn id="9" idx="0"/>
          </p:cNvCxnSpPr>
          <p:nvPr/>
        </p:nvCxnSpPr>
        <p:spPr>
          <a:xfrm flipH="1">
            <a:off x="2820010" y="3367046"/>
            <a:ext cx="720582" cy="56923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8" idx="5"/>
            <a:endCxn id="10" idx="0"/>
          </p:cNvCxnSpPr>
          <p:nvPr/>
        </p:nvCxnSpPr>
        <p:spPr>
          <a:xfrm>
            <a:off x="4079408" y="3367046"/>
            <a:ext cx="645602" cy="56923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9" idx="4"/>
            <a:endCxn id="11" idx="1"/>
          </p:cNvCxnSpPr>
          <p:nvPr/>
        </p:nvCxnSpPr>
        <p:spPr>
          <a:xfrm>
            <a:off x="2820011" y="4698276"/>
            <a:ext cx="743747" cy="5679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10" idx="4"/>
            <a:endCxn id="11" idx="7"/>
          </p:cNvCxnSpPr>
          <p:nvPr/>
        </p:nvCxnSpPr>
        <p:spPr>
          <a:xfrm flipH="1">
            <a:off x="4102574" y="4698276"/>
            <a:ext cx="622437" cy="5679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p:cNvSpPr txBox="1"/>
              <p:nvPr/>
            </p:nvSpPr>
            <p:spPr>
              <a:xfrm>
                <a:off x="5603409" y="2274213"/>
                <a:ext cx="4827961" cy="2246769"/>
              </a:xfrm>
              <a:prstGeom prst="rect">
                <a:avLst/>
              </a:prstGeom>
              <a:noFill/>
            </p:spPr>
            <p:txBody>
              <a:bodyPr wrap="square" rtlCol="0">
                <a:spAutoFit/>
              </a:bodyPr>
              <a:lstStyle/>
              <a:p>
                <a:r>
                  <a:rPr lang="en-US" sz="2800" dirty="0"/>
                  <a:t>Given variables </a:t>
                </a:r>
                <a14:m>
                  <m:oMath xmlns:m="http://schemas.openxmlformats.org/officeDocument/2006/math">
                    <m:r>
                      <a:rPr lang="en-US" sz="2800" i="1">
                        <a:latin typeface="Cambria Math" panose="02040503050406030204" pitchFamily="18" charset="0"/>
                      </a:rPr>
                      <m:t>𝑋</m:t>
                    </m:r>
                    <m:r>
                      <a:rPr lang="en-US" sz="2800" i="1">
                        <a:latin typeface="Cambria Math" panose="02040503050406030204" pitchFamily="18" charset="0"/>
                      </a:rPr>
                      <m:t>,</m:t>
                    </m:r>
                    <m:r>
                      <a:rPr lang="en-US" sz="2800" i="1">
                        <a:latin typeface="Cambria Math" panose="02040503050406030204" pitchFamily="18" charset="0"/>
                      </a:rPr>
                      <m:t>𝑌</m:t>
                    </m:r>
                  </m:oMath>
                </a14:m>
                <a:r>
                  <a:rPr lang="en-US" sz="2800" dirty="0"/>
                  <a:t> and known variables </a:t>
                </a:r>
                <a:endParaRPr lang="en-US" sz="28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ℰ</m:t>
                      </m:r>
                      <m:r>
                        <a:rPr lang="en-US" sz="2800" i="1">
                          <a:latin typeface="Cambria Math" panose="02040503050406030204" pitchFamily="18" charset="0"/>
                        </a:rPr>
                        <m:t>=</m:t>
                      </m:r>
                      <m:d>
                        <m:dPr>
                          <m:begChr m:val="{"/>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𝐸</m:t>
                              </m:r>
                            </m:e>
                            <m:sub>
                              <m:r>
                                <a:rPr lang="en-US" sz="2800" i="1">
                                  <a:latin typeface="Cambria Math" panose="02040503050406030204" pitchFamily="18" charset="0"/>
                                </a:rPr>
                                <m:t>1</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𝐸</m:t>
                              </m:r>
                            </m:e>
                            <m:sub>
                              <m:r>
                                <a:rPr lang="en-US" sz="2800" i="1">
                                  <a:latin typeface="Cambria Math" panose="02040503050406030204" pitchFamily="18" charset="0"/>
                                </a:rPr>
                                <m:t>𝑘</m:t>
                              </m:r>
                            </m:sub>
                          </m:sSub>
                        </m:e>
                      </m:d>
                    </m:oMath>
                  </m:oMathPara>
                </a14:m>
                <a:endParaRPr lang="en-US" sz="2800" dirty="0"/>
              </a:p>
              <a:p>
                <a:r>
                  <a:rPr lang="en-US" sz="2800" dirty="0"/>
                  <a:t>are </a:t>
                </a:r>
                <a14:m>
                  <m:oMath xmlns:m="http://schemas.openxmlformats.org/officeDocument/2006/math">
                    <m:r>
                      <a:rPr lang="en-US" sz="2800" i="1">
                        <a:latin typeface="Cambria Math" panose="02040503050406030204" pitchFamily="18" charset="0"/>
                      </a:rPr>
                      <m:t>𝑋</m:t>
                    </m:r>
                  </m:oMath>
                </a14:m>
                <a:r>
                  <a:rPr lang="en-US" sz="2800" dirty="0"/>
                  <a:t> and </a:t>
                </a:r>
                <a14:m>
                  <m:oMath xmlns:m="http://schemas.openxmlformats.org/officeDocument/2006/math">
                    <m:r>
                      <a:rPr lang="en-US" sz="2800" i="1">
                        <a:latin typeface="Cambria Math" panose="02040503050406030204" pitchFamily="18" charset="0"/>
                      </a:rPr>
                      <m:t>𝑌</m:t>
                    </m:r>
                  </m:oMath>
                </a14:m>
                <a:r>
                  <a:rPr lang="en-US" sz="2800" dirty="0"/>
                  <a:t> independent given knowledge of </a:t>
                </a:r>
                <a14:m>
                  <m:oMath xmlns:m="http://schemas.openxmlformats.org/officeDocument/2006/math">
                    <m:r>
                      <a:rPr lang="en-US" sz="2800" i="1">
                        <a:latin typeface="Cambria Math" panose="02040503050406030204" pitchFamily="18" charset="0"/>
                      </a:rPr>
                      <m:t>ℰ</m:t>
                    </m:r>
                  </m:oMath>
                </a14:m>
                <a:r>
                  <a:rPr lang="en-US" sz="2800" dirty="0"/>
                  <a:t>?</a:t>
                </a:r>
              </a:p>
            </p:txBody>
          </p:sp>
        </mc:Choice>
        <mc:Fallback xmlns="">
          <p:sp>
            <p:nvSpPr>
              <p:cNvPr id="2" name="TextBox 1"/>
              <p:cNvSpPr txBox="1">
                <a:spLocks noRot="1" noChangeAspect="1" noMove="1" noResize="1" noEditPoints="1" noAdjustHandles="1" noChangeArrowheads="1" noChangeShapeType="1" noTextEdit="1"/>
              </p:cNvSpPr>
              <p:nvPr/>
            </p:nvSpPr>
            <p:spPr>
              <a:xfrm>
                <a:off x="5603409" y="2274213"/>
                <a:ext cx="4827961" cy="2246769"/>
              </a:xfrm>
              <a:prstGeom prst="rect">
                <a:avLst/>
              </a:prstGeom>
              <a:blipFill>
                <a:blip r:embed="rId9"/>
                <a:stretch>
                  <a:fillRect l="-2625" t="-3371" b="-6180"/>
                </a:stretch>
              </a:blipFill>
            </p:spPr>
            <p:txBody>
              <a:bodyPr/>
              <a:lstStyle/>
              <a:p>
                <a:r>
                  <a:rPr lang="en-GB">
                    <a:noFill/>
                  </a:rPr>
                  <a:t> </a:t>
                </a:r>
              </a:p>
            </p:txBody>
          </p:sp>
        </mc:Fallback>
      </mc:AlternateContent>
    </p:spTree>
    <p:extLst>
      <p:ext uri="{BB962C8B-B14F-4D97-AF65-F5344CB8AC3E}">
        <p14:creationId xmlns:p14="http://schemas.microsoft.com/office/powerpoint/2010/main" val="24879710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2"/>
          <p:cNvSpPr>
            <a:spLocks noGrp="1" noChangeArrowheads="1"/>
          </p:cNvSpPr>
          <p:nvPr>
            <p:ph type="title"/>
          </p:nvPr>
        </p:nvSpPr>
        <p:spPr>
          <a:xfrm>
            <a:off x="2506134" y="457202"/>
            <a:ext cx="7704667" cy="990599"/>
          </a:xfrm>
        </p:spPr>
        <p:txBody>
          <a:bodyPr>
            <a:normAutofit/>
          </a:bodyPr>
          <a:lstStyle/>
          <a:p>
            <a:r>
              <a:rPr lang="en-US" dirty="0"/>
              <a:t>Conditional Independence in BN</a:t>
            </a:r>
          </a:p>
        </p:txBody>
      </p:sp>
      <p:sp>
        <p:nvSpPr>
          <p:cNvPr id="4" name="Slide Number Placeholder 3"/>
          <p:cNvSpPr>
            <a:spLocks noGrp="1"/>
          </p:cNvSpPr>
          <p:nvPr>
            <p:ph type="sldNum" sz="quarter" idx="12"/>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43</a:t>
            </a:fld>
            <a:endParaRPr lang="en-US"/>
          </a:p>
        </p:txBody>
      </p:sp>
      <mc:AlternateContent xmlns:mc="http://schemas.openxmlformats.org/markup-compatibility/2006" xmlns:a14="http://schemas.microsoft.com/office/drawing/2010/main">
        <mc:Choice Requires="a14">
          <p:sp>
            <p:nvSpPr>
              <p:cNvPr id="2" name="TextBox 1"/>
              <p:cNvSpPr txBox="1"/>
              <p:nvPr/>
            </p:nvSpPr>
            <p:spPr>
              <a:xfrm>
                <a:off x="1980982" y="1600201"/>
                <a:ext cx="8754969" cy="1200329"/>
              </a:xfrm>
              <a:prstGeom prst="rect">
                <a:avLst/>
              </a:prstGeom>
              <a:noFill/>
            </p:spPr>
            <p:txBody>
              <a:bodyPr wrap="square" rtlCol="0">
                <a:spAutoFit/>
              </a:bodyPr>
              <a:lstStyle/>
              <a:p>
                <a:pPr algn="ctr"/>
                <a:r>
                  <a:rPr lang="en-US" sz="2400" dirty="0"/>
                  <a:t>Given variables </a:t>
                </a:r>
                <a14:m>
                  <m:oMath xmlns:m="http://schemas.openxmlformats.org/officeDocument/2006/math">
                    <m:r>
                      <a:rPr lang="en-US" sz="2400" i="1">
                        <a:latin typeface="Cambria Math" panose="02040503050406030204" pitchFamily="18" charset="0"/>
                      </a:rPr>
                      <m:t>𝑋</m:t>
                    </m:r>
                    <m:r>
                      <a:rPr lang="en-US" sz="2400" i="1">
                        <a:latin typeface="Cambria Math" panose="02040503050406030204" pitchFamily="18" charset="0"/>
                      </a:rPr>
                      <m:t>,</m:t>
                    </m:r>
                    <m:r>
                      <a:rPr lang="en-US" sz="2400" i="1">
                        <a:latin typeface="Cambria Math" panose="02040503050406030204" pitchFamily="18" charset="0"/>
                      </a:rPr>
                      <m:t>𝑌</m:t>
                    </m:r>
                  </m:oMath>
                </a14:m>
                <a:r>
                  <a:rPr lang="en-US" sz="2400" dirty="0"/>
                  <a:t> and known variables </a:t>
                </a:r>
                <a:endParaRPr lang="en-US" sz="2400"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ℰ</m:t>
                      </m:r>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𝐸</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𝐸</m:t>
                              </m:r>
                            </m:e>
                            <m:sub>
                              <m:r>
                                <a:rPr lang="en-US" sz="2400" i="1">
                                  <a:latin typeface="Cambria Math" panose="02040503050406030204" pitchFamily="18" charset="0"/>
                                </a:rPr>
                                <m:t>𝑘</m:t>
                              </m:r>
                            </m:sub>
                          </m:sSub>
                        </m:e>
                      </m:d>
                    </m:oMath>
                  </m:oMathPara>
                </a14:m>
                <a:endParaRPr lang="en-US" sz="2400" dirty="0"/>
              </a:p>
              <a:p>
                <a:pPr algn="ctr"/>
                <a:r>
                  <a:rPr lang="en-US" sz="2400" dirty="0"/>
                  <a:t>are </a:t>
                </a:r>
                <a14:m>
                  <m:oMath xmlns:m="http://schemas.openxmlformats.org/officeDocument/2006/math">
                    <m:r>
                      <a:rPr lang="en-US" sz="2400" i="1">
                        <a:latin typeface="Cambria Math" panose="02040503050406030204" pitchFamily="18" charset="0"/>
                      </a:rPr>
                      <m:t>𝑋</m:t>
                    </m:r>
                  </m:oMath>
                </a14:m>
                <a:r>
                  <a:rPr lang="en-US" sz="2400" dirty="0"/>
                  <a:t> and </a:t>
                </a:r>
                <a14:m>
                  <m:oMath xmlns:m="http://schemas.openxmlformats.org/officeDocument/2006/math">
                    <m:r>
                      <a:rPr lang="en-US" sz="2400" i="1">
                        <a:latin typeface="Cambria Math" panose="02040503050406030204" pitchFamily="18" charset="0"/>
                      </a:rPr>
                      <m:t>𝑌</m:t>
                    </m:r>
                  </m:oMath>
                </a14:m>
                <a:r>
                  <a:rPr lang="en-US" sz="2400" dirty="0"/>
                  <a:t> independent given knowledge of </a:t>
                </a:r>
                <a14:m>
                  <m:oMath xmlns:m="http://schemas.openxmlformats.org/officeDocument/2006/math">
                    <m:r>
                      <a:rPr lang="en-US" sz="2400" i="1">
                        <a:latin typeface="Cambria Math" panose="02040503050406030204" pitchFamily="18" charset="0"/>
                      </a:rPr>
                      <m:t>ℰ</m:t>
                    </m:r>
                  </m:oMath>
                </a14:m>
                <a:r>
                  <a:rPr lang="en-US" sz="2400" dirty="0"/>
                  <a:t>?</a:t>
                </a:r>
              </a:p>
            </p:txBody>
          </p:sp>
        </mc:Choice>
        <mc:Fallback xmlns="">
          <p:sp>
            <p:nvSpPr>
              <p:cNvPr id="2" name="TextBox 1"/>
              <p:cNvSpPr txBox="1">
                <a:spLocks noRot="1" noChangeAspect="1" noMove="1" noResize="1" noEditPoints="1" noAdjustHandles="1" noChangeArrowheads="1" noChangeShapeType="1" noTextEdit="1"/>
              </p:cNvSpPr>
              <p:nvPr/>
            </p:nvSpPr>
            <p:spPr>
              <a:xfrm>
                <a:off x="1980982" y="1600201"/>
                <a:ext cx="8754969" cy="1200329"/>
              </a:xfrm>
              <a:prstGeom prst="rect">
                <a:avLst/>
              </a:prstGeom>
              <a:blipFill>
                <a:blip r:embed="rId3"/>
                <a:stretch>
                  <a:fillRect t="-5263" b="-1052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p:cNvSpPr txBox="1"/>
              <p:nvPr/>
            </p:nvSpPr>
            <p:spPr>
              <a:xfrm>
                <a:off x="2209801" y="3124200"/>
                <a:ext cx="7703079" cy="2677656"/>
              </a:xfrm>
              <a:prstGeom prst="rect">
                <a:avLst/>
              </a:prstGeom>
              <a:noFill/>
            </p:spPr>
            <p:txBody>
              <a:bodyPr wrap="square" rtlCol="0">
                <a:spAutoFit/>
              </a:bodyPr>
              <a:lstStyle/>
              <a:p>
                <a:r>
                  <a:rPr lang="en-US" sz="2400" dirty="0"/>
                  <a:t>Can be shown </a:t>
                </a:r>
              </a:p>
              <a:p>
                <a:pPr marL="342900" indent="-342900">
                  <a:buFont typeface="Arial" panose="020B0604020202020204" pitchFamily="34" charset="0"/>
                  <a:buChar char="•"/>
                </a:pPr>
                <a:r>
                  <a:rPr lang="en-US" sz="2400" dirty="0"/>
                  <a:t>using algebra (annoying and tedious):</a:t>
                </a:r>
              </a:p>
              <a:p>
                <a:pPr/>
                <a14:m>
                  <m:oMathPara xmlns:m="http://schemas.openxmlformats.org/officeDocument/2006/math">
                    <m:oMathParaPr>
                      <m:jc m:val="centerGroup"/>
                    </m:oMathParaPr>
                    <m:oMath xmlns:m="http://schemas.openxmlformats.org/officeDocument/2006/math">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Pr</m:t>
                          </m:r>
                        </m:fName>
                        <m:e>
                          <m:d>
                            <m:dPr>
                              <m:begChr m:val="["/>
                              <m:endChr m:val="]"/>
                              <m:sepChr m:val="∣"/>
                              <m:ctrlPr>
                                <a:rPr lang="en-US" sz="2400" i="1">
                                  <a:latin typeface="Cambria Math" panose="02040503050406030204" pitchFamily="18" charset="0"/>
                                </a:rPr>
                              </m:ctrlPr>
                            </m:dPr>
                            <m:e>
                              <m:r>
                                <a:rPr lang="en-US" sz="2400" i="1">
                                  <a:latin typeface="Cambria Math" panose="02040503050406030204" pitchFamily="18" charset="0"/>
                                </a:rPr>
                                <m:t>𝑋</m:t>
                              </m:r>
                            </m:e>
                            <m:e>
                              <m:r>
                                <a:rPr lang="en-US" sz="2400" i="1">
                                  <a:latin typeface="Cambria Math" panose="02040503050406030204" pitchFamily="18" charset="0"/>
                                </a:rPr>
                                <m:t>ℰ</m:t>
                              </m:r>
                            </m:e>
                          </m:d>
                        </m:e>
                      </m:func>
                      <m:r>
                        <m:rPr>
                          <m:lit/>
                        </m:rPr>
                        <a:rPr lang="en-US" sz="2400" i="1">
                          <a:latin typeface="Cambria Math" panose="02040503050406030204" pitchFamily="18" charset="0"/>
                        </a:rPr>
                        <m:t>=</m:t>
                      </m:r>
                      <m:r>
                        <a:rPr lang="en-US" sz="2400" i="1">
                          <a:latin typeface="Cambria Math" panose="02040503050406030204" pitchFamily="18" charset="0"/>
                        </a:rPr>
                        <m:t>…=</m:t>
                      </m:r>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Pr</m:t>
                          </m:r>
                        </m:fName>
                        <m:e>
                          <m:d>
                            <m:dPr>
                              <m:begChr m:val="["/>
                              <m:endChr m:val="]"/>
                              <m:sepChr m:val="∣"/>
                              <m:ctrlPr>
                                <a:rPr lang="en-US" sz="2400" i="1">
                                  <a:latin typeface="Cambria Math" panose="02040503050406030204" pitchFamily="18" charset="0"/>
                                </a:rPr>
                              </m:ctrlPr>
                            </m:dPr>
                            <m:e>
                              <m:r>
                                <a:rPr lang="en-US" sz="2400" i="1">
                                  <a:latin typeface="Cambria Math" panose="02040503050406030204" pitchFamily="18" charset="0"/>
                                </a:rPr>
                                <m:t>𝑋</m:t>
                              </m:r>
                            </m:e>
                            <m:e>
                              <m:r>
                                <a:rPr lang="en-US" sz="2400" i="1">
                                  <a:latin typeface="Cambria Math" panose="02040503050406030204" pitchFamily="18" charset="0"/>
                                </a:rPr>
                                <m:t>ℰ</m:t>
                              </m:r>
                              <m:r>
                                <a:rPr lang="en-US" sz="2400" i="1">
                                  <a:latin typeface="Cambria Math" panose="02040503050406030204" pitchFamily="18" charset="0"/>
                                </a:rPr>
                                <m:t>,</m:t>
                              </m:r>
                              <m:r>
                                <a:rPr lang="en-US" sz="2400" i="1">
                                  <a:latin typeface="Cambria Math" panose="02040503050406030204" pitchFamily="18" charset="0"/>
                                </a:rPr>
                                <m:t>𝑌</m:t>
                              </m:r>
                            </m:e>
                          </m:d>
                        </m:e>
                      </m:func>
                    </m:oMath>
                  </m:oMathPara>
                </a14:m>
                <a:endParaRPr lang="en-US" sz="2400" dirty="0"/>
              </a:p>
              <a:p>
                <a:pPr marL="342900" indent="-342900">
                  <a:buFont typeface="Arial" panose="020B0604020202020204" pitchFamily="34" charset="0"/>
                  <a:buChar char="•"/>
                </a:pPr>
                <a:r>
                  <a:rPr lang="en-US" sz="2400" dirty="0"/>
                  <a:t>via counterexample (computing via the CPTs)</a:t>
                </a:r>
              </a:p>
              <a:p>
                <a:endParaRPr lang="en-US" sz="2400" dirty="0"/>
              </a:p>
              <a:p>
                <a:pPr algn="ctr"/>
                <a:r>
                  <a:rPr lang="en-US" sz="2400" dirty="0">
                    <a:solidFill>
                      <a:srgbClr val="0070C0"/>
                    </a:solidFill>
                  </a:rPr>
                  <a:t>Can we show that two nodes are necessarily independent?  </a:t>
                </a:r>
              </a:p>
            </p:txBody>
          </p:sp>
        </mc:Choice>
        <mc:Fallback xmlns="">
          <p:sp>
            <p:nvSpPr>
              <p:cNvPr id="3" name="TextBox 2"/>
              <p:cNvSpPr txBox="1">
                <a:spLocks noRot="1" noChangeAspect="1" noMove="1" noResize="1" noEditPoints="1" noAdjustHandles="1" noChangeArrowheads="1" noChangeShapeType="1" noTextEdit="1"/>
              </p:cNvSpPr>
              <p:nvPr/>
            </p:nvSpPr>
            <p:spPr>
              <a:xfrm>
                <a:off x="2209801" y="3124200"/>
                <a:ext cx="7703079" cy="2677656"/>
              </a:xfrm>
              <a:prstGeom prst="rect">
                <a:avLst/>
              </a:prstGeom>
              <a:blipFill>
                <a:blip r:embed="rId4"/>
                <a:stretch>
                  <a:fillRect l="-1318" t="-2370" b="-4265"/>
                </a:stretch>
              </a:blipFill>
            </p:spPr>
            <p:txBody>
              <a:bodyPr/>
              <a:lstStyle/>
              <a:p>
                <a:r>
                  <a:rPr lang="en-GB">
                    <a:noFill/>
                  </a:rPr>
                  <a:t> </a:t>
                </a:r>
              </a:p>
            </p:txBody>
          </p:sp>
        </mc:Fallback>
      </mc:AlternateContent>
    </p:spTree>
    <p:extLst>
      <p:ext uri="{BB962C8B-B14F-4D97-AF65-F5344CB8AC3E}">
        <p14:creationId xmlns:p14="http://schemas.microsoft.com/office/powerpoint/2010/main" val="28263604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Motivation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Given a Bayesian Network that shows how random variables are conditionally related we want to ask:</a:t>
                </a:r>
              </a:p>
              <a:p>
                <a:pPr lvl="1"/>
                <a:r>
                  <a:rPr lang="en-US" dirty="0"/>
                  <a:t>Given two random variables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rPr>
                      <m:t>𝑋</m:t>
                    </m:r>
                  </m:oMath>
                </a14:m>
                <a:r>
                  <a:rPr lang="en-US" dirty="0"/>
                  <a:t> and </a:t>
                </a:r>
                <a14:m>
                  <m:oMath xmlns:m="http://schemas.openxmlformats.org/officeDocument/2006/math">
                    <m:r>
                      <a:rPr lang="en-US" i="1">
                        <a:latin typeface="Cambria Math" panose="02040503050406030204" pitchFamily="18" charset="0"/>
                      </a:rPr>
                      <m:t>𝑍</m:t>
                    </m:r>
                    <m:r>
                      <a:rPr lang="en-US" i="1">
                        <a:latin typeface="Cambria Math" panose="02040503050406030204" pitchFamily="18" charset="0"/>
                      </a:rPr>
                      <m:t>⊆</m:t>
                    </m:r>
                    <m:r>
                      <a:rPr lang="en-US" i="1">
                        <a:latin typeface="Cambria Math" panose="02040503050406030204" pitchFamily="18" charset="0"/>
                      </a:rPr>
                      <m:t>𝑋</m:t>
                    </m:r>
                  </m:oMath>
                </a14:m>
                <a:r>
                  <a:rPr lang="en-US" dirty="0"/>
                  <a:t>, are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m:t>
                        </m:r>
                      </m:sub>
                    </m:sSub>
                  </m:oMath>
                </a14:m>
                <a:r>
                  <a:rPr lang="en-US" dirty="0"/>
                  <a:t> independent?</a:t>
                </a:r>
              </a:p>
              <a:p>
                <a:r>
                  <a:rPr lang="en-US" dirty="0"/>
                  <a:t>Independence: Knowing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oMath>
                </a14:m>
                <a:r>
                  <a:rPr lang="en-US" dirty="0"/>
                  <a:t> does not give me additional information about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m:t>
                        </m:r>
                      </m:sub>
                    </m:sSub>
                  </m:oMath>
                </a14:m>
                <a:r>
                  <a:rPr lang="en-US" dirty="0"/>
                  <a:t> (and vice versa)</a:t>
                </a:r>
              </a:p>
              <a:p>
                <a:pPr lvl="1"/>
                <a:r>
                  <a:rPr lang="en-US" dirty="0"/>
                  <a:t>Necessarily independent:</a:t>
                </a:r>
                <a14:m>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m:t>
                            </m:r>
                          </m:sub>
                        </m:sSub>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e>
                    </m:d>
                    <m:r>
                      <a:rPr lang="en-US" i="1">
                        <a:latin typeface="Cambria Math" panose="02040503050406030204" pitchFamily="18" charset="0"/>
                      </a:rPr>
                      <m:t>=</m:t>
                    </m:r>
                    <m:r>
                      <a:rPr lang="en-US" i="1">
                        <a:latin typeface="Cambria Math" panose="02040503050406030204" pitchFamily="18" charset="0"/>
                      </a:rPr>
                      <m:t>𝑃</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m:t>
                        </m:r>
                      </m:sub>
                    </m:sSub>
                    <m:r>
                      <a:rPr lang="en-US" i="1">
                        <a:latin typeface="Cambria Math" panose="02040503050406030204" pitchFamily="18" charset="0"/>
                      </a:rPr>
                      <m:t>)</m:t>
                    </m:r>
                  </m:oMath>
                </a14:m>
                <a:endParaRPr lang="en-US" dirty="0"/>
              </a:p>
              <a:p>
                <a:pPr lvl="1"/>
                <a:r>
                  <a:rPr lang="en-US" dirty="0"/>
                  <a:t>Conditionally independent: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m:t>
                        </m:r>
                      </m:sub>
                    </m:sSub>
                  </m:oMath>
                </a14:m>
                <a:r>
                  <a:rPr lang="en-US" dirty="0"/>
                  <a:t>independent </a:t>
                </a:r>
                <a:r>
                  <a:rPr lang="en-US" i="1" dirty="0"/>
                  <a:t>given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3</m:t>
                        </m:r>
                      </m:sub>
                    </m:sSub>
                  </m:oMath>
                </a14:m>
                <a:endParaRPr lang="en-US" i="1" dirty="0"/>
              </a:p>
              <a:p>
                <a:pPr lvl="2"/>
                <a:r>
                  <a:rPr lang="en-US" dirty="0"/>
                  <a:t>E.g. results of two tests for a particular disease are influenced by whether the person has the disease, and are thus not independent.</a:t>
                </a:r>
              </a:p>
              <a:p>
                <a:pPr lvl="2"/>
                <a:r>
                  <a:rPr lang="en-US" dirty="0"/>
                  <a:t>However, if we know that the person has the disease, then the two tests are independent; knowing the result of one doesn’t give additional information about the result of the other.</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444" t="-1444" r="-278" b="-5222"/>
                </a:stretch>
              </a:blipFill>
            </p:spPr>
            <p:txBody>
              <a:bodyPr/>
              <a:lstStyle/>
              <a:p>
                <a:r>
                  <a:rPr lang="en-US">
                    <a:noFill/>
                  </a:rPr>
                  <a:t> </a:t>
                </a:r>
              </a:p>
            </p:txBody>
          </p:sp>
        </mc:Fallback>
      </mc:AlternateContent>
    </p:spTree>
    <p:extLst>
      <p:ext uri="{BB962C8B-B14F-4D97-AF65-F5344CB8AC3E}">
        <p14:creationId xmlns:p14="http://schemas.microsoft.com/office/powerpoint/2010/main" val="7279173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Motivation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In this supplement we look at a simple principle to determine this:</a:t>
                </a:r>
              </a:p>
              <a:p>
                <a:pPr lvl="1"/>
                <a:r>
                  <a:rPr lang="en-US" dirty="0"/>
                  <a:t>First disregard the direction of the edges.</a:t>
                </a:r>
              </a:p>
              <a:p>
                <a:pPr lvl="1"/>
                <a:r>
                  <a:rPr lang="en-US" dirty="0"/>
                  <a:t>If there exists some path from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1</m:t>
                        </m:r>
                      </m:sub>
                    </m:sSub>
                  </m:oMath>
                </a14:m>
                <a:r>
                  <a:rPr lang="en-US" dirty="0"/>
                  <a:t> to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m:t>
                        </m:r>
                      </m:sub>
                    </m:sSub>
                  </m:oMath>
                </a14:m>
                <a:r>
                  <a:rPr lang="en-US" dirty="0"/>
                  <a:t> via </a:t>
                </a:r>
                <a14:m>
                  <m:oMath xmlns:m="http://schemas.openxmlformats.org/officeDocument/2006/math">
                    <m:r>
                      <a:rPr lang="en-US" i="1">
                        <a:latin typeface="Cambria Math" panose="02040503050406030204" pitchFamily="18" charset="0"/>
                      </a:rPr>
                      <m:t>𝑍</m:t>
                    </m:r>
                  </m:oMath>
                </a14:m>
                <a:r>
                  <a:rPr lang="en-US" dirty="0"/>
                  <a:t>, we say that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m:t>
                        </m:r>
                      </m:sub>
                    </m:sSub>
                  </m:oMath>
                </a14:m>
                <a:r>
                  <a:rPr lang="en-US" dirty="0"/>
                  <a:t> and </a:t>
                </a:r>
                <a:r>
                  <a:rPr lang="en-US" i="1" dirty="0"/>
                  <a:t>d-connected </a:t>
                </a:r>
                <a:r>
                  <a:rPr lang="en-US" dirty="0"/>
                  <a:t>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m:t>
                        </m:r>
                      </m:sub>
                    </m:sSub>
                  </m:oMath>
                </a14:m>
                <a:r>
                  <a:rPr lang="en-US" dirty="0"/>
                  <a:t> may not be independent.</a:t>
                </a:r>
              </a:p>
              <a:p>
                <a:pPr lvl="1"/>
                <a:r>
                  <a:rPr lang="en-US" dirty="0"/>
                  <a:t>Otherwise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m:t>
                        </m:r>
                      </m:sub>
                    </m:sSub>
                  </m:oMath>
                </a14:m>
                <a:r>
                  <a:rPr lang="en-US" dirty="0"/>
                  <a:t> are either unconditionally or conditionally independent.</a:t>
                </a:r>
              </a:p>
              <a:p>
                <a:pPr lvl="1"/>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444" t="-1444"/>
                </a:stretch>
              </a:blipFill>
            </p:spPr>
            <p:txBody>
              <a:bodyPr/>
              <a:lstStyle/>
              <a:p>
                <a:r>
                  <a:rPr lang="en-US">
                    <a:noFill/>
                  </a:rPr>
                  <a:t> </a:t>
                </a:r>
              </a:p>
            </p:txBody>
          </p:sp>
        </mc:Fallback>
      </mc:AlternateContent>
    </p:spTree>
    <p:extLst>
      <p:ext uri="{BB962C8B-B14F-4D97-AF65-F5344CB8AC3E}">
        <p14:creationId xmlns:p14="http://schemas.microsoft.com/office/powerpoint/2010/main" val="21513600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2"/>
          <p:cNvSpPr>
            <a:spLocks noGrp="1" noChangeArrowheads="1"/>
          </p:cNvSpPr>
          <p:nvPr>
            <p:ph type="title"/>
          </p:nvPr>
        </p:nvSpPr>
        <p:spPr>
          <a:xfrm>
            <a:off x="2506134" y="457202"/>
            <a:ext cx="7704667" cy="990599"/>
          </a:xfrm>
        </p:spPr>
        <p:txBody>
          <a:bodyPr>
            <a:normAutofit fontScale="90000"/>
          </a:bodyPr>
          <a:lstStyle/>
          <a:p>
            <a:r>
              <a:rPr lang="en-US" dirty="0"/>
              <a:t>Exploring Independence: Causal Chains</a:t>
            </a:r>
          </a:p>
        </p:txBody>
      </p:sp>
      <p:sp>
        <p:nvSpPr>
          <p:cNvPr id="4" name="Slide Number Placeholder 3"/>
          <p:cNvSpPr>
            <a:spLocks noGrp="1"/>
          </p:cNvSpPr>
          <p:nvPr>
            <p:ph type="sldNum" sz="quarter" idx="4294967295"/>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46</a:t>
            </a:fld>
            <a:endParaRPr lang="en-US"/>
          </a:p>
        </p:txBody>
      </p:sp>
      <mc:AlternateContent xmlns:mc="http://schemas.openxmlformats.org/markup-compatibility/2006" xmlns:a14="http://schemas.microsoft.com/office/drawing/2010/main">
        <mc:Choice Requires="a14">
          <p:sp>
            <p:nvSpPr>
              <p:cNvPr id="6" name="Oval 5"/>
              <p:cNvSpPr/>
              <p:nvPr/>
            </p:nvSpPr>
            <p:spPr>
              <a:xfrm>
                <a:off x="4190999" y="1761465"/>
                <a:ext cx="762000" cy="762000"/>
              </a:xfrm>
              <a:prstGeom prst="ellipse">
                <a:avLst/>
              </a:prstGeom>
              <a:solidFill>
                <a:schemeClr val="accent2">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i="1">
                          <a:solidFill>
                            <a:schemeClr val="tx1"/>
                          </a:solidFill>
                          <a:latin typeface="Cambria Math" panose="02040503050406030204" pitchFamily="18" charset="0"/>
                        </a:rPr>
                        <m:t>𝐴</m:t>
                      </m:r>
                    </m:oMath>
                  </m:oMathPara>
                </a14:m>
                <a:endParaRPr lang="en-US" sz="3600" dirty="0">
                  <a:solidFill>
                    <a:schemeClr val="tx1"/>
                  </a:solidFill>
                </a:endParaRPr>
              </a:p>
            </p:txBody>
          </p:sp>
        </mc:Choice>
        <mc:Fallback xmlns="">
          <p:sp>
            <p:nvSpPr>
              <p:cNvPr id="6" name="Oval 5"/>
              <p:cNvSpPr>
                <a:spLocks noRot="1" noChangeAspect="1" noMove="1" noResize="1" noEditPoints="1" noAdjustHandles="1" noChangeArrowheads="1" noChangeShapeType="1" noTextEdit="1"/>
              </p:cNvSpPr>
              <p:nvPr/>
            </p:nvSpPr>
            <p:spPr>
              <a:xfrm>
                <a:off x="4190999" y="1761465"/>
                <a:ext cx="762000" cy="762000"/>
              </a:xfrm>
              <a:prstGeom prst="ellipse">
                <a:avLst/>
              </a:prstGeom>
              <a:blipFill>
                <a:blip r:embed="rId3"/>
                <a:stretch>
                  <a:fillRect/>
                </a:stretch>
              </a:blipFill>
              <a:ln>
                <a:solidFill>
                  <a:schemeClr val="accent2">
                    <a:lumMod val="75000"/>
                  </a:schemeClr>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Oval 6"/>
              <p:cNvSpPr/>
              <p:nvPr/>
            </p:nvSpPr>
            <p:spPr>
              <a:xfrm>
                <a:off x="5714999" y="1761465"/>
                <a:ext cx="762000" cy="762000"/>
              </a:xfrm>
              <a:prstGeom prst="ellipse">
                <a:avLst/>
              </a:prstGeom>
              <a:solidFill>
                <a:schemeClr val="accent2">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i="1">
                          <a:solidFill>
                            <a:schemeClr val="tx1"/>
                          </a:solidFill>
                          <a:latin typeface="Cambria Math" panose="02040503050406030204" pitchFamily="18" charset="0"/>
                        </a:rPr>
                        <m:t>𝐵</m:t>
                      </m:r>
                    </m:oMath>
                  </m:oMathPara>
                </a14:m>
                <a:endParaRPr lang="en-US" sz="3600" dirty="0">
                  <a:solidFill>
                    <a:schemeClr val="tx1"/>
                  </a:solidFill>
                </a:endParaRPr>
              </a:p>
            </p:txBody>
          </p:sp>
        </mc:Choice>
        <mc:Fallback xmlns="">
          <p:sp>
            <p:nvSpPr>
              <p:cNvPr id="7" name="Oval 6"/>
              <p:cNvSpPr>
                <a:spLocks noRot="1" noChangeAspect="1" noMove="1" noResize="1" noEditPoints="1" noAdjustHandles="1" noChangeArrowheads="1" noChangeShapeType="1" noTextEdit="1"/>
              </p:cNvSpPr>
              <p:nvPr/>
            </p:nvSpPr>
            <p:spPr>
              <a:xfrm>
                <a:off x="5714999" y="1761465"/>
                <a:ext cx="762000" cy="762000"/>
              </a:xfrm>
              <a:prstGeom prst="ellipse">
                <a:avLst/>
              </a:prstGeom>
              <a:blipFill>
                <a:blip r:embed="rId4"/>
                <a:stretch>
                  <a:fillRect/>
                </a:stretch>
              </a:blipFill>
              <a:ln>
                <a:solidFill>
                  <a:schemeClr val="accent2">
                    <a:lumMod val="75000"/>
                  </a:schemeClr>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Oval 7"/>
              <p:cNvSpPr/>
              <p:nvPr/>
            </p:nvSpPr>
            <p:spPr>
              <a:xfrm>
                <a:off x="7238999" y="1757198"/>
                <a:ext cx="762000" cy="762000"/>
              </a:xfrm>
              <a:prstGeom prst="ellipse">
                <a:avLst/>
              </a:prstGeom>
              <a:solidFill>
                <a:schemeClr val="accent2">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i="1">
                          <a:solidFill>
                            <a:schemeClr val="tx1"/>
                          </a:solidFill>
                          <a:latin typeface="Cambria Math" panose="02040503050406030204" pitchFamily="18" charset="0"/>
                        </a:rPr>
                        <m:t>𝐶</m:t>
                      </m:r>
                    </m:oMath>
                  </m:oMathPara>
                </a14:m>
                <a:endParaRPr lang="en-US" sz="3600" dirty="0">
                  <a:solidFill>
                    <a:schemeClr val="tx1"/>
                  </a:solidFill>
                </a:endParaRPr>
              </a:p>
            </p:txBody>
          </p:sp>
        </mc:Choice>
        <mc:Fallback xmlns="">
          <p:sp>
            <p:nvSpPr>
              <p:cNvPr id="8" name="Oval 7"/>
              <p:cNvSpPr>
                <a:spLocks noRot="1" noChangeAspect="1" noMove="1" noResize="1" noEditPoints="1" noAdjustHandles="1" noChangeArrowheads="1" noChangeShapeType="1" noTextEdit="1"/>
              </p:cNvSpPr>
              <p:nvPr/>
            </p:nvSpPr>
            <p:spPr>
              <a:xfrm>
                <a:off x="7238999" y="1757198"/>
                <a:ext cx="762000" cy="762000"/>
              </a:xfrm>
              <a:prstGeom prst="ellipse">
                <a:avLst/>
              </a:prstGeom>
              <a:blipFill>
                <a:blip r:embed="rId5"/>
                <a:stretch>
                  <a:fillRect/>
                </a:stretch>
              </a:blipFill>
              <a:ln>
                <a:solidFill>
                  <a:schemeClr val="accent2">
                    <a:lumMod val="75000"/>
                  </a:schemeClr>
                </a:solidFill>
              </a:ln>
            </p:spPr>
            <p:txBody>
              <a:bodyPr/>
              <a:lstStyle/>
              <a:p>
                <a:r>
                  <a:rPr lang="en-GB">
                    <a:noFill/>
                  </a:rPr>
                  <a:t> </a:t>
                </a:r>
              </a:p>
            </p:txBody>
          </p:sp>
        </mc:Fallback>
      </mc:AlternateContent>
      <p:cxnSp>
        <p:nvCxnSpPr>
          <p:cNvPr id="9" name="Straight Arrow Connector 8"/>
          <p:cNvCxnSpPr>
            <a:stCxn id="6" idx="6"/>
            <a:endCxn id="7" idx="2"/>
          </p:cNvCxnSpPr>
          <p:nvPr/>
        </p:nvCxnSpPr>
        <p:spPr>
          <a:xfrm>
            <a:off x="4952999" y="2142465"/>
            <a:ext cx="762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7" idx="6"/>
            <a:endCxn id="8" idx="2"/>
          </p:cNvCxnSpPr>
          <p:nvPr/>
        </p:nvCxnSpPr>
        <p:spPr>
          <a:xfrm flipV="1">
            <a:off x="6476999" y="2138199"/>
            <a:ext cx="762000" cy="426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p:cNvSpPr txBox="1"/>
              <p:nvPr/>
            </p:nvSpPr>
            <p:spPr>
              <a:xfrm>
                <a:off x="2209801" y="4167292"/>
                <a:ext cx="7420767" cy="369332"/>
              </a:xfrm>
              <a:prstGeom prst="rect">
                <a:avLst/>
              </a:prstGeom>
              <a:noFill/>
            </p:spPr>
            <p:txBody>
              <a:bodyPr wrap="square" rtlCol="0">
                <a:spAutoFit/>
              </a:bodyPr>
              <a:lstStyle/>
              <a:p>
                <a:r>
                  <a:rPr lang="en-US" dirty="0"/>
                  <a:t>Question</a:t>
                </a:r>
                <a:r>
                  <a:rPr lang="en-US" b="0" dirty="0"/>
                  <a:t>: are </a:t>
                </a:r>
                <a14:m>
                  <m:oMath xmlns:m="http://schemas.openxmlformats.org/officeDocument/2006/math">
                    <m:r>
                      <a:rPr lang="en-US" b="0" i="1" smtClean="0">
                        <a:latin typeface="Cambria Math" panose="02040503050406030204" pitchFamily="18" charset="0"/>
                      </a:rPr>
                      <m:t>𝐴</m:t>
                    </m:r>
                  </m:oMath>
                </a14:m>
                <a:r>
                  <a:rPr lang="en-US" dirty="0"/>
                  <a:t> </a:t>
                </a:r>
                <a:r>
                  <a:rPr lang="en-US" b="0" dirty="0"/>
                  <a:t>and </a:t>
                </a:r>
                <a14:m>
                  <m:oMath xmlns:m="http://schemas.openxmlformats.org/officeDocument/2006/math">
                    <m:r>
                      <a:rPr lang="en-US" b="0" i="1" smtClean="0">
                        <a:latin typeface="Cambria Math" panose="02040503050406030204" pitchFamily="18" charset="0"/>
                      </a:rPr>
                      <m:t>𝐶</m:t>
                    </m:r>
                  </m:oMath>
                </a14:m>
                <a:r>
                  <a:rPr lang="en-US" b="0" dirty="0"/>
                  <a:t> </a:t>
                </a:r>
                <a:r>
                  <a:rPr lang="en-US" dirty="0"/>
                  <a:t>necessarily independent</a:t>
                </a:r>
                <a:r>
                  <a:rPr lang="en-US" b="0" dirty="0"/>
                  <a:t>?</a:t>
                </a:r>
              </a:p>
            </p:txBody>
          </p:sp>
        </mc:Choice>
        <mc:Fallback xmlns="">
          <p:sp>
            <p:nvSpPr>
              <p:cNvPr id="18" name="TextBox 17"/>
              <p:cNvSpPr txBox="1">
                <a:spLocks noRot="1" noChangeAspect="1" noMove="1" noResize="1" noEditPoints="1" noAdjustHandles="1" noChangeArrowheads="1" noChangeShapeType="1" noTextEdit="1"/>
              </p:cNvSpPr>
              <p:nvPr/>
            </p:nvSpPr>
            <p:spPr>
              <a:xfrm>
                <a:off x="2209801" y="4167292"/>
                <a:ext cx="7420767" cy="369332"/>
              </a:xfrm>
              <a:prstGeom prst="rect">
                <a:avLst/>
              </a:prstGeom>
              <a:blipFill>
                <a:blip r:embed="rId6"/>
                <a:stretch>
                  <a:fillRect l="-855" t="-10000" b="-2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2209799" y="5010090"/>
                <a:ext cx="8209830" cy="369332"/>
              </a:xfrm>
              <a:prstGeom prst="rect">
                <a:avLst/>
              </a:prstGeom>
              <a:noFill/>
            </p:spPr>
            <p:txBody>
              <a:bodyPr wrap="square" rtlCol="0">
                <a:spAutoFit/>
              </a:bodyPr>
              <a:lstStyle/>
              <a:p>
                <a:r>
                  <a:rPr lang="en-US" dirty="0"/>
                  <a:t>Question</a:t>
                </a:r>
                <a:r>
                  <a:rPr lang="en-US" b="0" dirty="0"/>
                  <a:t>: are </a:t>
                </a:r>
                <a14:m>
                  <m:oMath xmlns:m="http://schemas.openxmlformats.org/officeDocument/2006/math">
                    <m:r>
                      <a:rPr lang="en-US" b="0" i="1" smtClean="0">
                        <a:latin typeface="Cambria Math" panose="02040503050406030204" pitchFamily="18" charset="0"/>
                      </a:rPr>
                      <m:t>𝐴</m:t>
                    </m:r>
                  </m:oMath>
                </a14:m>
                <a:r>
                  <a:rPr lang="en-US" dirty="0"/>
                  <a:t> </a:t>
                </a:r>
                <a:r>
                  <a:rPr lang="en-US" b="0" dirty="0"/>
                  <a:t>and </a:t>
                </a:r>
                <a14:m>
                  <m:oMath xmlns:m="http://schemas.openxmlformats.org/officeDocument/2006/math">
                    <m:r>
                      <a:rPr lang="en-US" b="0" i="1" smtClean="0">
                        <a:latin typeface="Cambria Math" panose="02040503050406030204" pitchFamily="18" charset="0"/>
                      </a:rPr>
                      <m:t>𝐶</m:t>
                    </m:r>
                  </m:oMath>
                </a14:m>
                <a:r>
                  <a:rPr lang="en-US" b="0" dirty="0"/>
                  <a:t> </a:t>
                </a:r>
                <a:r>
                  <a:rPr lang="en-US" dirty="0"/>
                  <a:t>conditionally independent</a:t>
                </a:r>
                <a:r>
                  <a:rPr lang="en-US" b="0" dirty="0"/>
                  <a:t>, given </a:t>
                </a:r>
                <a14:m>
                  <m:oMath xmlns:m="http://schemas.openxmlformats.org/officeDocument/2006/math">
                    <m:r>
                      <a:rPr lang="en-US" b="0" i="1" smtClean="0">
                        <a:latin typeface="Cambria Math" panose="02040503050406030204" pitchFamily="18" charset="0"/>
                      </a:rPr>
                      <m:t>𝐵</m:t>
                    </m:r>
                  </m:oMath>
                </a14:m>
                <a:r>
                  <a:rPr lang="en-US" b="0" dirty="0"/>
                  <a:t>?</a:t>
                </a:r>
              </a:p>
            </p:txBody>
          </p:sp>
        </mc:Choice>
        <mc:Fallback xmlns="">
          <p:sp>
            <p:nvSpPr>
              <p:cNvPr id="20" name="TextBox 19"/>
              <p:cNvSpPr txBox="1">
                <a:spLocks noRot="1" noChangeAspect="1" noMove="1" noResize="1" noEditPoints="1" noAdjustHandles="1" noChangeArrowheads="1" noChangeShapeType="1" noTextEdit="1"/>
              </p:cNvSpPr>
              <p:nvPr/>
            </p:nvSpPr>
            <p:spPr>
              <a:xfrm>
                <a:off x="2209799" y="5010090"/>
                <a:ext cx="8209830" cy="369332"/>
              </a:xfrm>
              <a:prstGeom prst="rect">
                <a:avLst/>
              </a:prstGeom>
              <a:blipFill>
                <a:blip r:embed="rId7"/>
                <a:stretch>
                  <a:fillRect l="-617" t="-6667" b="-2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2095499" y="2808931"/>
                <a:ext cx="8001000" cy="369332"/>
              </a:xfrm>
              <a:prstGeom prst="rect">
                <a:avLst/>
              </a:prstGeom>
              <a:noFill/>
            </p:spPr>
            <p:txBody>
              <a:bodyPr wrap="square" rtlCol="0">
                <a:spAutoFit/>
              </a:bodyPr>
              <a:lstStyle/>
              <a:p>
                <a:pPr algn="ctr"/>
                <a:r>
                  <a:rPr lang="en-US" b="0" dirty="0"/>
                  <a:t>“Rain (</a:t>
                </a:r>
                <a14:m>
                  <m:oMath xmlns:m="http://schemas.openxmlformats.org/officeDocument/2006/math">
                    <m:r>
                      <a:rPr lang="en-US" b="0" i="1" smtClean="0">
                        <a:latin typeface="Cambria Math" panose="02040503050406030204" pitchFamily="18" charset="0"/>
                      </a:rPr>
                      <m:t>𝐴</m:t>
                    </m:r>
                  </m:oMath>
                </a14:m>
                <a:r>
                  <a:rPr lang="en-US" b="0" dirty="0"/>
                  <a:t>) causes traffic (</a:t>
                </a:r>
                <a14:m>
                  <m:oMath xmlns:m="http://schemas.openxmlformats.org/officeDocument/2006/math">
                    <m:r>
                      <a:rPr lang="en-US" b="0" i="1" smtClean="0">
                        <a:latin typeface="Cambria Math" panose="02040503050406030204" pitchFamily="18" charset="0"/>
                      </a:rPr>
                      <m:t>𝐵</m:t>
                    </m:r>
                  </m:oMath>
                </a14:m>
                <a:r>
                  <a:rPr lang="en-US" b="0" dirty="0"/>
                  <a:t>) which causes me to be late (</a:t>
                </a:r>
                <a14:m>
                  <m:oMath xmlns:m="http://schemas.openxmlformats.org/officeDocument/2006/math">
                    <m:r>
                      <a:rPr lang="en-US" b="0" i="1" smtClean="0">
                        <a:latin typeface="Cambria Math" panose="02040503050406030204" pitchFamily="18" charset="0"/>
                      </a:rPr>
                      <m:t>𝐶</m:t>
                    </m:r>
                  </m:oMath>
                </a14:m>
                <a:r>
                  <a:rPr lang="en-US" b="0" dirty="0"/>
                  <a:t>)”</a:t>
                </a:r>
              </a:p>
            </p:txBody>
          </p:sp>
        </mc:Choice>
        <mc:Fallback xmlns="">
          <p:sp>
            <p:nvSpPr>
              <p:cNvPr id="19" name="TextBox 18"/>
              <p:cNvSpPr txBox="1">
                <a:spLocks noRot="1" noChangeAspect="1" noMove="1" noResize="1" noEditPoints="1" noAdjustHandles="1" noChangeArrowheads="1" noChangeShapeType="1" noTextEdit="1"/>
              </p:cNvSpPr>
              <p:nvPr/>
            </p:nvSpPr>
            <p:spPr>
              <a:xfrm>
                <a:off x="2095499" y="2808931"/>
                <a:ext cx="8001000" cy="369332"/>
              </a:xfrm>
              <a:prstGeom prst="rect">
                <a:avLst/>
              </a:prstGeom>
              <a:blipFill>
                <a:blip r:embed="rId8"/>
                <a:stretch>
                  <a:fillRect t="-10000" b="-26667"/>
                </a:stretch>
              </a:blipFill>
            </p:spPr>
            <p:txBody>
              <a:bodyPr/>
              <a:lstStyle/>
              <a:p>
                <a:r>
                  <a:rPr lang="en-GB">
                    <a:noFill/>
                  </a:rPr>
                  <a:t> </a:t>
                </a:r>
              </a:p>
            </p:txBody>
          </p:sp>
        </mc:Fallback>
      </mc:AlternateContent>
    </p:spTree>
    <p:extLst>
      <p:ext uri="{BB962C8B-B14F-4D97-AF65-F5344CB8AC3E}">
        <p14:creationId xmlns:p14="http://schemas.microsoft.com/office/powerpoint/2010/main" val="3652731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2"/>
          <p:cNvSpPr>
            <a:spLocks noGrp="1" noChangeArrowheads="1"/>
          </p:cNvSpPr>
          <p:nvPr>
            <p:ph type="title"/>
          </p:nvPr>
        </p:nvSpPr>
        <p:spPr>
          <a:xfrm>
            <a:off x="2506134" y="457202"/>
            <a:ext cx="7704667" cy="990599"/>
          </a:xfrm>
        </p:spPr>
        <p:txBody>
          <a:bodyPr>
            <a:normAutofit fontScale="90000"/>
          </a:bodyPr>
          <a:lstStyle/>
          <a:p>
            <a:r>
              <a:rPr lang="en-US" dirty="0"/>
              <a:t>Exploring Independence: Causal Chains</a:t>
            </a:r>
          </a:p>
        </p:txBody>
      </p:sp>
      <p:sp>
        <p:nvSpPr>
          <p:cNvPr id="4" name="Slide Number Placeholder 3"/>
          <p:cNvSpPr>
            <a:spLocks noGrp="1"/>
          </p:cNvSpPr>
          <p:nvPr>
            <p:ph type="sldNum" sz="quarter" idx="4294967295"/>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47</a:t>
            </a:fld>
            <a:endParaRPr lang="en-US"/>
          </a:p>
        </p:txBody>
      </p:sp>
      <mc:AlternateContent xmlns:mc="http://schemas.openxmlformats.org/markup-compatibility/2006" xmlns:a14="http://schemas.microsoft.com/office/drawing/2010/main">
        <mc:Choice Requires="a14">
          <p:sp>
            <p:nvSpPr>
              <p:cNvPr id="18" name="TextBox 17"/>
              <p:cNvSpPr txBox="1"/>
              <p:nvPr/>
            </p:nvSpPr>
            <p:spPr>
              <a:xfrm>
                <a:off x="2042715" y="3313297"/>
                <a:ext cx="8106568" cy="67018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begChr m:val="["/>
                              <m:endChr m:val="]"/>
                              <m:sepChr m:val="∣"/>
                              <m:ctrlPr>
                                <a:rPr lang="en-US" b="0" i="1" smtClean="0">
                                  <a:latin typeface="Cambria Math" panose="02040503050406030204" pitchFamily="18" charset="0"/>
                                </a:rPr>
                              </m:ctrlPr>
                            </m:dPr>
                            <m:e>
                              <m:r>
                                <a:rPr lang="en-US" b="0" i="1" smtClean="0">
                                  <a:latin typeface="Cambria Math" panose="02040503050406030204" pitchFamily="18" charset="0"/>
                                </a:rPr>
                                <m:t>𝐶</m:t>
                              </m:r>
                            </m:e>
                            <m:e>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m:t>
                              </m:r>
                            </m:e>
                          </m:d>
                        </m:e>
                      </m:func>
                      <m:r>
                        <a:rPr lang="en-US" b="0" i="1" smtClean="0">
                          <a:latin typeface="Cambria Math" panose="02040503050406030204" pitchFamily="18" charset="0"/>
                        </a:rPr>
                        <m:t>=</m:t>
                      </m:r>
                      <m:f>
                        <m:fPr>
                          <m:ctrlPr>
                            <a:rPr lang="en-US" b="0" i="1" smtClean="0">
                              <a:latin typeface="Cambria Math" panose="02040503050406030204" pitchFamily="18" charset="0"/>
                            </a:rPr>
                          </m:ctrlPr>
                        </m:fPr>
                        <m:num>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rPr>
                                    <m:t>∧</m:t>
                                  </m:r>
                                  <m:r>
                                    <a:rPr lang="en-US" b="0" i="1" smtClean="0">
                                      <a:latin typeface="Cambria Math" panose="02040503050406030204" pitchFamily="18" charset="0"/>
                                    </a:rPr>
                                    <m:t>𝐶</m:t>
                                  </m:r>
                                </m:e>
                              </m:d>
                            </m:e>
                          </m:func>
                        </m:num>
                        <m:den>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m:t>
                                  </m:r>
                                </m:e>
                              </m:d>
                            </m:e>
                          </m:func>
                        </m:den>
                      </m:f>
                      <m:r>
                        <a:rPr lang="en-US" b="0" i="1" smtClean="0">
                          <a:latin typeface="Cambria Math" panose="02040503050406030204" pitchFamily="18" charset="0"/>
                        </a:rPr>
                        <m:t>=</m:t>
                      </m:r>
                      <m:f>
                        <m:fPr>
                          <m:ctrlPr>
                            <a:rPr lang="en-US" b="0" i="1">
                              <a:latin typeface="Cambria Math" panose="02040503050406030204" pitchFamily="18" charset="0"/>
                            </a:rPr>
                          </m:ctrlPr>
                        </m:fPr>
                        <m:num>
                          <m:func>
                            <m:funcPr>
                              <m:ctrlPr>
                                <a:rPr lang="en-US" b="0" i="1">
                                  <a:latin typeface="Cambria Math" panose="02040503050406030204" pitchFamily="18" charset="0"/>
                                </a:rPr>
                              </m:ctrlPr>
                            </m:funcPr>
                            <m:fName>
                              <m:r>
                                <m:rPr>
                                  <m:sty m:val="p"/>
                                </m:rPr>
                                <a:rPr lang="en-US" b="0">
                                  <a:latin typeface="Cambria Math" panose="02040503050406030204" pitchFamily="18" charset="0"/>
                                </a:rPr>
                                <m:t>Pr</m:t>
                              </m:r>
                            </m:fName>
                            <m:e>
                              <m:d>
                                <m:dPr>
                                  <m:begChr m:val="["/>
                                  <m:endChr m:val="]"/>
                                  <m:ctrlPr>
                                    <a:rPr lang="en-US" b="0" i="1">
                                      <a:latin typeface="Cambria Math" panose="02040503050406030204" pitchFamily="18" charset="0"/>
                                    </a:rPr>
                                  </m:ctrlPr>
                                </m:dPr>
                                <m:e>
                                  <m:r>
                                    <a:rPr lang="en-US" b="0" i="1">
                                      <a:latin typeface="Cambria Math" panose="02040503050406030204" pitchFamily="18" charset="0"/>
                                    </a:rPr>
                                    <m:t>𝐴</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begChr m:val="["/>
                                  <m:endChr m:val="]"/>
                                  <m:sepChr m:val="∣"/>
                                  <m:ctrlPr>
                                    <a:rPr lang="en-US" b="0" i="1" smtClean="0">
                                      <a:latin typeface="Cambria Math" panose="02040503050406030204" pitchFamily="18" charset="0"/>
                                    </a:rPr>
                                  </m:ctrlPr>
                                </m:dPr>
                                <m:e>
                                  <m:r>
                                    <a:rPr lang="en-US" b="0" i="1" smtClean="0">
                                      <a:latin typeface="Cambria Math" panose="02040503050406030204" pitchFamily="18" charset="0"/>
                                    </a:rPr>
                                    <m:t>𝐵</m:t>
                                  </m:r>
                                </m:e>
                                <m:e>
                                  <m:r>
                                    <a:rPr lang="en-US" b="0" i="1" smtClean="0">
                                      <a:latin typeface="Cambria Math" panose="02040503050406030204" pitchFamily="18" charset="0"/>
                                    </a:rPr>
                                    <m:t>𝐴</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begChr m:val="["/>
                                  <m:endChr m:val="]"/>
                                  <m:sepChr m:val="∣"/>
                                  <m:ctrlPr>
                                    <a:rPr lang="en-US" b="0" i="1" smtClean="0">
                                      <a:latin typeface="Cambria Math" panose="02040503050406030204" pitchFamily="18" charset="0"/>
                                    </a:rPr>
                                  </m:ctrlPr>
                                </m:dPr>
                                <m:e>
                                  <m:r>
                                    <a:rPr lang="en-US" b="0" i="1" smtClean="0">
                                      <a:latin typeface="Cambria Math" panose="02040503050406030204" pitchFamily="18" charset="0"/>
                                    </a:rPr>
                                    <m:t>𝐶</m:t>
                                  </m:r>
                                </m:e>
                                <m:e>
                                  <m:r>
                                    <a:rPr lang="en-US" b="0" i="1" smtClean="0">
                                      <a:latin typeface="Cambria Math" panose="02040503050406030204" pitchFamily="18" charset="0"/>
                                    </a:rPr>
                                    <m:t>𝐵</m:t>
                                  </m:r>
                                </m:e>
                              </m:d>
                            </m:e>
                          </m:func>
                        </m:num>
                        <m:den>
                          <m:func>
                            <m:funcPr>
                              <m:ctrlPr>
                                <a:rPr lang="en-US" b="0" i="1">
                                  <a:latin typeface="Cambria Math" panose="02040503050406030204" pitchFamily="18" charset="0"/>
                                </a:rPr>
                              </m:ctrlPr>
                            </m:funcPr>
                            <m:fName>
                              <m:r>
                                <m:rPr>
                                  <m:sty m:val="p"/>
                                </m:rPr>
                                <a:rPr lang="en-US" b="0">
                                  <a:latin typeface="Cambria Math" panose="02040503050406030204" pitchFamily="18" charset="0"/>
                                </a:rPr>
                                <m:t>Pr</m:t>
                              </m:r>
                            </m:fName>
                            <m:e>
                              <m:d>
                                <m:dPr>
                                  <m:begChr m:val="["/>
                                  <m:endChr m:val="]"/>
                                  <m:ctrlPr>
                                    <a:rPr lang="en-US" b="0" i="1">
                                      <a:latin typeface="Cambria Math" panose="02040503050406030204" pitchFamily="18" charset="0"/>
                                    </a:rPr>
                                  </m:ctrlPr>
                                </m:dPr>
                                <m:e>
                                  <m:r>
                                    <a:rPr lang="en-US" b="0" i="1">
                                      <a:latin typeface="Cambria Math" panose="02040503050406030204" pitchFamily="18" charset="0"/>
                                    </a:rPr>
                                    <m:t>𝐴</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begChr m:val="["/>
                                  <m:endChr m:val="]"/>
                                  <m:sepChr m:val="∣"/>
                                  <m:ctrlPr>
                                    <a:rPr lang="en-US" b="0" i="1" smtClean="0">
                                      <a:latin typeface="Cambria Math" panose="02040503050406030204" pitchFamily="18" charset="0"/>
                                    </a:rPr>
                                  </m:ctrlPr>
                                </m:dPr>
                                <m:e>
                                  <m:r>
                                    <a:rPr lang="en-US" b="0" i="1" smtClean="0">
                                      <a:latin typeface="Cambria Math" panose="02040503050406030204" pitchFamily="18" charset="0"/>
                                    </a:rPr>
                                    <m:t>𝐵</m:t>
                                  </m:r>
                                </m:e>
                                <m:e>
                                  <m:r>
                                    <a:rPr lang="en-US" b="0" i="1" smtClean="0">
                                      <a:latin typeface="Cambria Math" panose="02040503050406030204" pitchFamily="18" charset="0"/>
                                    </a:rPr>
                                    <m:t>𝐴</m:t>
                                  </m:r>
                                </m:e>
                              </m:d>
                            </m:e>
                          </m:func>
                        </m:den>
                      </m:f>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begChr m:val="["/>
                              <m:endChr m:val="]"/>
                              <m:sepChr m:val="∣"/>
                              <m:ctrlPr>
                                <a:rPr lang="en-US" b="0" i="1" smtClean="0">
                                  <a:latin typeface="Cambria Math" panose="02040503050406030204" pitchFamily="18" charset="0"/>
                                </a:rPr>
                              </m:ctrlPr>
                            </m:dPr>
                            <m:e>
                              <m:r>
                                <a:rPr lang="en-US" b="0" i="1" smtClean="0">
                                  <a:latin typeface="Cambria Math" panose="02040503050406030204" pitchFamily="18" charset="0"/>
                                </a:rPr>
                                <m:t>𝐶</m:t>
                              </m:r>
                            </m:e>
                            <m:e>
                              <m:r>
                                <a:rPr lang="en-US" b="0" i="1" smtClean="0">
                                  <a:latin typeface="Cambria Math" panose="02040503050406030204" pitchFamily="18" charset="0"/>
                                </a:rPr>
                                <m:t>𝐵</m:t>
                              </m:r>
                            </m:e>
                          </m:d>
                        </m:e>
                      </m:func>
                    </m:oMath>
                  </m:oMathPara>
                </a14:m>
                <a:endParaRPr lang="en-US" b="0" dirty="0"/>
              </a:p>
            </p:txBody>
          </p:sp>
        </mc:Choice>
        <mc:Fallback xmlns="">
          <p:sp>
            <p:nvSpPr>
              <p:cNvPr id="18" name="TextBox 17"/>
              <p:cNvSpPr txBox="1">
                <a:spLocks noRot="1" noChangeAspect="1" noMove="1" noResize="1" noEditPoints="1" noAdjustHandles="1" noChangeArrowheads="1" noChangeShapeType="1" noTextEdit="1"/>
              </p:cNvSpPr>
              <p:nvPr/>
            </p:nvSpPr>
            <p:spPr>
              <a:xfrm>
                <a:off x="2042715" y="3313297"/>
                <a:ext cx="8106568" cy="670183"/>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2423715" y="4346768"/>
                <a:ext cx="8106568" cy="369332"/>
              </a:xfrm>
              <a:prstGeom prst="rect">
                <a:avLst/>
              </a:prstGeom>
              <a:noFill/>
            </p:spPr>
            <p:txBody>
              <a:bodyPr wrap="square" rtlCol="0">
                <a:spAutoFit/>
              </a:bodyPr>
              <a:lstStyle/>
              <a:p>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begChr m:val="["/>
                            <m:endChr m:val="]"/>
                            <m:sepChr m:val="∣"/>
                            <m:ctrlPr>
                              <a:rPr lang="en-US" b="0" i="1" smtClean="0">
                                <a:latin typeface="Cambria Math" panose="02040503050406030204" pitchFamily="18" charset="0"/>
                              </a:rPr>
                            </m:ctrlPr>
                          </m:dPr>
                          <m:e>
                            <m:r>
                              <a:rPr lang="en-US" b="0" i="1" smtClean="0">
                                <a:latin typeface="Cambria Math" panose="02040503050406030204" pitchFamily="18" charset="0"/>
                              </a:rPr>
                              <m:t>𝐶</m:t>
                            </m:r>
                          </m:e>
                          <m:e>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m:t>
                            </m:r>
                          </m:e>
                        </m:d>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begChr m:val="["/>
                            <m:endChr m:val="]"/>
                            <m:sepChr m:val="∣"/>
                            <m:ctrlPr>
                              <a:rPr lang="en-US" b="0" i="1" smtClean="0">
                                <a:latin typeface="Cambria Math" panose="02040503050406030204" pitchFamily="18" charset="0"/>
                              </a:rPr>
                            </m:ctrlPr>
                          </m:dPr>
                          <m:e>
                            <m:r>
                              <a:rPr lang="en-US" b="0" i="1" smtClean="0">
                                <a:latin typeface="Cambria Math" panose="02040503050406030204" pitchFamily="18" charset="0"/>
                              </a:rPr>
                              <m:t>𝐶</m:t>
                            </m:r>
                          </m:e>
                          <m:e>
                            <m:r>
                              <a:rPr lang="en-US" b="0" i="1" smtClean="0">
                                <a:latin typeface="Cambria Math" panose="02040503050406030204" pitchFamily="18" charset="0"/>
                              </a:rPr>
                              <m:t>𝐵</m:t>
                            </m:r>
                          </m:e>
                        </m:d>
                      </m:e>
                    </m:func>
                  </m:oMath>
                </a14:m>
                <a:r>
                  <a:rPr lang="en-US" b="0" dirty="0"/>
                  <a:t>: given </a:t>
                </a:r>
                <a14:m>
                  <m:oMath xmlns:m="http://schemas.openxmlformats.org/officeDocument/2006/math">
                    <m:r>
                      <a:rPr lang="en-US" b="0" i="1" smtClean="0">
                        <a:latin typeface="Cambria Math" panose="02040503050406030204" pitchFamily="18" charset="0"/>
                      </a:rPr>
                      <m:t>𝐵</m:t>
                    </m:r>
                  </m:oMath>
                </a14:m>
                <a:r>
                  <a:rPr lang="en-US" b="0" dirty="0"/>
                  <a:t>, knowing </a:t>
                </a:r>
                <a14:m>
                  <m:oMath xmlns:m="http://schemas.openxmlformats.org/officeDocument/2006/math">
                    <m:r>
                      <a:rPr lang="en-US" b="0" i="1" smtClean="0">
                        <a:latin typeface="Cambria Math" panose="02040503050406030204" pitchFamily="18" charset="0"/>
                      </a:rPr>
                      <m:t>𝐴</m:t>
                    </m:r>
                  </m:oMath>
                </a14:m>
                <a:r>
                  <a:rPr lang="en-US" b="0" dirty="0"/>
                  <a:t> does not update my beliefs on </a:t>
                </a:r>
                <a14:m>
                  <m:oMath xmlns:m="http://schemas.openxmlformats.org/officeDocument/2006/math">
                    <m:r>
                      <a:rPr lang="en-US" b="0" i="1" smtClean="0">
                        <a:latin typeface="Cambria Math" panose="02040503050406030204" pitchFamily="18" charset="0"/>
                      </a:rPr>
                      <m:t>𝐶</m:t>
                    </m:r>
                  </m:oMath>
                </a14:m>
                <a:r>
                  <a:rPr lang="en-US" b="0" dirty="0"/>
                  <a:t>!</a:t>
                </a:r>
              </a:p>
            </p:txBody>
          </p:sp>
        </mc:Choice>
        <mc:Fallback xmlns="">
          <p:sp>
            <p:nvSpPr>
              <p:cNvPr id="12" name="TextBox 11"/>
              <p:cNvSpPr txBox="1">
                <a:spLocks noRot="1" noChangeAspect="1" noMove="1" noResize="1" noEditPoints="1" noAdjustHandles="1" noChangeArrowheads="1" noChangeShapeType="1" noTextEdit="1"/>
              </p:cNvSpPr>
              <p:nvPr/>
            </p:nvSpPr>
            <p:spPr>
              <a:xfrm>
                <a:off x="2423715" y="4346768"/>
                <a:ext cx="8106568" cy="369332"/>
              </a:xfrm>
              <a:prstGeom prst="rect">
                <a:avLst/>
              </a:prstGeom>
              <a:blipFill>
                <a:blip r:embed="rId4"/>
                <a:stretch>
                  <a:fillRect t="-6667" r="-470" b="-2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Oval 12"/>
              <p:cNvSpPr/>
              <p:nvPr/>
            </p:nvSpPr>
            <p:spPr>
              <a:xfrm>
                <a:off x="4190999" y="1761465"/>
                <a:ext cx="762000" cy="762000"/>
              </a:xfrm>
              <a:prstGeom prst="ellipse">
                <a:avLst/>
              </a:prstGeom>
              <a:solidFill>
                <a:schemeClr val="accent2">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i="1">
                          <a:solidFill>
                            <a:schemeClr val="tx1"/>
                          </a:solidFill>
                          <a:latin typeface="Cambria Math" panose="02040503050406030204" pitchFamily="18" charset="0"/>
                        </a:rPr>
                        <m:t>𝐴</m:t>
                      </m:r>
                    </m:oMath>
                  </m:oMathPara>
                </a14:m>
                <a:endParaRPr lang="en-US" sz="3600" dirty="0">
                  <a:solidFill>
                    <a:schemeClr val="tx1"/>
                  </a:solidFill>
                </a:endParaRPr>
              </a:p>
            </p:txBody>
          </p:sp>
        </mc:Choice>
        <mc:Fallback xmlns="">
          <p:sp>
            <p:nvSpPr>
              <p:cNvPr id="13" name="Oval 12"/>
              <p:cNvSpPr>
                <a:spLocks noRot="1" noChangeAspect="1" noMove="1" noResize="1" noEditPoints="1" noAdjustHandles="1" noChangeArrowheads="1" noChangeShapeType="1" noTextEdit="1"/>
              </p:cNvSpPr>
              <p:nvPr/>
            </p:nvSpPr>
            <p:spPr>
              <a:xfrm>
                <a:off x="4190999" y="1761465"/>
                <a:ext cx="762000" cy="762000"/>
              </a:xfrm>
              <a:prstGeom prst="ellipse">
                <a:avLst/>
              </a:prstGeom>
              <a:blipFill>
                <a:blip r:embed="rId5"/>
                <a:stretch>
                  <a:fillRect/>
                </a:stretch>
              </a:blipFill>
              <a:ln>
                <a:solidFill>
                  <a:schemeClr val="accent2">
                    <a:lumMod val="75000"/>
                  </a:schemeClr>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Oval 13"/>
              <p:cNvSpPr/>
              <p:nvPr/>
            </p:nvSpPr>
            <p:spPr>
              <a:xfrm>
                <a:off x="5714999" y="1761465"/>
                <a:ext cx="762000" cy="762000"/>
              </a:xfrm>
              <a:prstGeom prst="ellipse">
                <a:avLst/>
              </a:prstGeom>
              <a:solidFill>
                <a:schemeClr val="accent2">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i="1">
                          <a:solidFill>
                            <a:schemeClr val="tx1"/>
                          </a:solidFill>
                          <a:latin typeface="Cambria Math" panose="02040503050406030204" pitchFamily="18" charset="0"/>
                        </a:rPr>
                        <m:t>𝐵</m:t>
                      </m:r>
                    </m:oMath>
                  </m:oMathPara>
                </a14:m>
                <a:endParaRPr lang="en-US" sz="3600" dirty="0">
                  <a:solidFill>
                    <a:schemeClr val="tx1"/>
                  </a:solidFill>
                </a:endParaRPr>
              </a:p>
            </p:txBody>
          </p:sp>
        </mc:Choice>
        <mc:Fallback xmlns="">
          <p:sp>
            <p:nvSpPr>
              <p:cNvPr id="14" name="Oval 13"/>
              <p:cNvSpPr>
                <a:spLocks noRot="1" noChangeAspect="1" noMove="1" noResize="1" noEditPoints="1" noAdjustHandles="1" noChangeArrowheads="1" noChangeShapeType="1" noTextEdit="1"/>
              </p:cNvSpPr>
              <p:nvPr/>
            </p:nvSpPr>
            <p:spPr>
              <a:xfrm>
                <a:off x="5714999" y="1761465"/>
                <a:ext cx="762000" cy="762000"/>
              </a:xfrm>
              <a:prstGeom prst="ellipse">
                <a:avLst/>
              </a:prstGeom>
              <a:blipFill>
                <a:blip r:embed="rId6"/>
                <a:stretch>
                  <a:fillRect/>
                </a:stretch>
              </a:blipFill>
              <a:ln>
                <a:solidFill>
                  <a:schemeClr val="accent2">
                    <a:lumMod val="75000"/>
                  </a:schemeClr>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Oval 14"/>
              <p:cNvSpPr/>
              <p:nvPr/>
            </p:nvSpPr>
            <p:spPr>
              <a:xfrm>
                <a:off x="7238999" y="1757198"/>
                <a:ext cx="762000" cy="762000"/>
              </a:xfrm>
              <a:prstGeom prst="ellipse">
                <a:avLst/>
              </a:prstGeom>
              <a:solidFill>
                <a:schemeClr val="accent2">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i="1">
                          <a:solidFill>
                            <a:schemeClr val="tx1"/>
                          </a:solidFill>
                          <a:latin typeface="Cambria Math" panose="02040503050406030204" pitchFamily="18" charset="0"/>
                        </a:rPr>
                        <m:t>𝐶</m:t>
                      </m:r>
                    </m:oMath>
                  </m:oMathPara>
                </a14:m>
                <a:endParaRPr lang="en-US" sz="3600" dirty="0">
                  <a:solidFill>
                    <a:schemeClr val="tx1"/>
                  </a:solidFill>
                </a:endParaRPr>
              </a:p>
            </p:txBody>
          </p:sp>
        </mc:Choice>
        <mc:Fallback xmlns="">
          <p:sp>
            <p:nvSpPr>
              <p:cNvPr id="15" name="Oval 14"/>
              <p:cNvSpPr>
                <a:spLocks noRot="1" noChangeAspect="1" noMove="1" noResize="1" noEditPoints="1" noAdjustHandles="1" noChangeArrowheads="1" noChangeShapeType="1" noTextEdit="1"/>
              </p:cNvSpPr>
              <p:nvPr/>
            </p:nvSpPr>
            <p:spPr>
              <a:xfrm>
                <a:off x="7238999" y="1757198"/>
                <a:ext cx="762000" cy="762000"/>
              </a:xfrm>
              <a:prstGeom prst="ellipse">
                <a:avLst/>
              </a:prstGeom>
              <a:blipFill>
                <a:blip r:embed="rId7"/>
                <a:stretch>
                  <a:fillRect/>
                </a:stretch>
              </a:blipFill>
              <a:ln>
                <a:solidFill>
                  <a:schemeClr val="accent2">
                    <a:lumMod val="75000"/>
                  </a:schemeClr>
                </a:solidFill>
              </a:ln>
            </p:spPr>
            <p:txBody>
              <a:bodyPr/>
              <a:lstStyle/>
              <a:p>
                <a:r>
                  <a:rPr lang="en-GB">
                    <a:noFill/>
                  </a:rPr>
                  <a:t> </a:t>
                </a:r>
              </a:p>
            </p:txBody>
          </p:sp>
        </mc:Fallback>
      </mc:AlternateContent>
      <p:cxnSp>
        <p:nvCxnSpPr>
          <p:cNvPr id="16" name="Straight Arrow Connector 15"/>
          <p:cNvCxnSpPr>
            <a:stCxn id="13" idx="6"/>
            <a:endCxn id="14" idx="2"/>
          </p:cNvCxnSpPr>
          <p:nvPr/>
        </p:nvCxnSpPr>
        <p:spPr>
          <a:xfrm>
            <a:off x="4952999" y="2142465"/>
            <a:ext cx="762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14" idx="6"/>
            <a:endCxn id="15" idx="2"/>
          </p:cNvCxnSpPr>
          <p:nvPr/>
        </p:nvCxnSpPr>
        <p:spPr>
          <a:xfrm flipV="1">
            <a:off x="6476999" y="2138199"/>
            <a:ext cx="762000" cy="426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16771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2"/>
          <p:cNvSpPr>
            <a:spLocks noGrp="1" noChangeArrowheads="1"/>
          </p:cNvSpPr>
          <p:nvPr>
            <p:ph type="title"/>
          </p:nvPr>
        </p:nvSpPr>
        <p:spPr>
          <a:xfrm>
            <a:off x="2506134" y="457202"/>
            <a:ext cx="7704667" cy="990599"/>
          </a:xfrm>
        </p:spPr>
        <p:txBody>
          <a:bodyPr>
            <a:normAutofit fontScale="90000"/>
          </a:bodyPr>
          <a:lstStyle/>
          <a:p>
            <a:r>
              <a:rPr lang="en-US" dirty="0"/>
              <a:t>Exploring Independence: </a:t>
            </a:r>
            <a:br>
              <a:rPr lang="en-US" dirty="0"/>
            </a:br>
            <a:r>
              <a:rPr lang="en-US" dirty="0"/>
              <a:t>Common Cause</a:t>
            </a:r>
          </a:p>
        </p:txBody>
      </p:sp>
      <p:sp>
        <p:nvSpPr>
          <p:cNvPr id="4" name="Slide Number Placeholder 3"/>
          <p:cNvSpPr>
            <a:spLocks noGrp="1"/>
          </p:cNvSpPr>
          <p:nvPr>
            <p:ph type="sldNum" sz="quarter" idx="4294967295"/>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48</a:t>
            </a:fld>
            <a:endParaRPr lang="en-US"/>
          </a:p>
        </p:txBody>
      </p:sp>
      <mc:AlternateContent xmlns:mc="http://schemas.openxmlformats.org/markup-compatibility/2006" xmlns:a14="http://schemas.microsoft.com/office/drawing/2010/main">
        <mc:Choice Requires="a14">
          <p:sp>
            <p:nvSpPr>
              <p:cNvPr id="6" name="Oval 5"/>
              <p:cNvSpPr/>
              <p:nvPr/>
            </p:nvSpPr>
            <p:spPr>
              <a:xfrm>
                <a:off x="5715000" y="1617555"/>
                <a:ext cx="762000" cy="762000"/>
              </a:xfrm>
              <a:prstGeom prst="ellipse">
                <a:avLst/>
              </a:prstGeom>
              <a:solidFill>
                <a:schemeClr val="accent2">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i="1">
                          <a:solidFill>
                            <a:schemeClr val="tx1"/>
                          </a:solidFill>
                          <a:latin typeface="Cambria Math" panose="02040503050406030204" pitchFamily="18" charset="0"/>
                        </a:rPr>
                        <m:t>𝐴</m:t>
                      </m:r>
                    </m:oMath>
                  </m:oMathPara>
                </a14:m>
                <a:endParaRPr lang="en-US" sz="3600" dirty="0">
                  <a:solidFill>
                    <a:schemeClr val="tx1"/>
                  </a:solidFill>
                </a:endParaRPr>
              </a:p>
            </p:txBody>
          </p:sp>
        </mc:Choice>
        <mc:Fallback xmlns="">
          <p:sp>
            <p:nvSpPr>
              <p:cNvPr id="6" name="Oval 5"/>
              <p:cNvSpPr>
                <a:spLocks noRot="1" noChangeAspect="1" noMove="1" noResize="1" noEditPoints="1" noAdjustHandles="1" noChangeArrowheads="1" noChangeShapeType="1" noTextEdit="1"/>
              </p:cNvSpPr>
              <p:nvPr/>
            </p:nvSpPr>
            <p:spPr>
              <a:xfrm>
                <a:off x="5715000" y="1617555"/>
                <a:ext cx="762000" cy="762000"/>
              </a:xfrm>
              <a:prstGeom prst="ellipse">
                <a:avLst/>
              </a:prstGeom>
              <a:blipFill>
                <a:blip r:embed="rId3"/>
                <a:stretch>
                  <a:fillRect/>
                </a:stretch>
              </a:blipFill>
              <a:ln>
                <a:solidFill>
                  <a:schemeClr val="accent2">
                    <a:lumMod val="75000"/>
                  </a:schemeClr>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Oval 6"/>
              <p:cNvSpPr/>
              <p:nvPr/>
            </p:nvSpPr>
            <p:spPr>
              <a:xfrm>
                <a:off x="5105400" y="2895600"/>
                <a:ext cx="762000" cy="762000"/>
              </a:xfrm>
              <a:prstGeom prst="ellipse">
                <a:avLst/>
              </a:prstGeom>
              <a:solidFill>
                <a:schemeClr val="accent2">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i="1">
                          <a:solidFill>
                            <a:schemeClr val="tx1"/>
                          </a:solidFill>
                          <a:latin typeface="Cambria Math" panose="02040503050406030204" pitchFamily="18" charset="0"/>
                        </a:rPr>
                        <m:t>𝐵</m:t>
                      </m:r>
                    </m:oMath>
                  </m:oMathPara>
                </a14:m>
                <a:endParaRPr lang="en-US" sz="3600" dirty="0">
                  <a:solidFill>
                    <a:schemeClr val="tx1"/>
                  </a:solidFill>
                </a:endParaRPr>
              </a:p>
            </p:txBody>
          </p:sp>
        </mc:Choice>
        <mc:Fallback xmlns="">
          <p:sp>
            <p:nvSpPr>
              <p:cNvPr id="7" name="Oval 6"/>
              <p:cNvSpPr>
                <a:spLocks noRot="1" noChangeAspect="1" noMove="1" noResize="1" noEditPoints="1" noAdjustHandles="1" noChangeArrowheads="1" noChangeShapeType="1" noTextEdit="1"/>
              </p:cNvSpPr>
              <p:nvPr/>
            </p:nvSpPr>
            <p:spPr>
              <a:xfrm>
                <a:off x="5105400" y="2895600"/>
                <a:ext cx="762000" cy="762000"/>
              </a:xfrm>
              <a:prstGeom prst="ellipse">
                <a:avLst/>
              </a:prstGeom>
              <a:blipFill>
                <a:blip r:embed="rId4"/>
                <a:stretch>
                  <a:fillRect/>
                </a:stretch>
              </a:blipFill>
              <a:ln>
                <a:solidFill>
                  <a:schemeClr val="accent2">
                    <a:lumMod val="75000"/>
                  </a:schemeClr>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Oval 7"/>
              <p:cNvSpPr/>
              <p:nvPr/>
            </p:nvSpPr>
            <p:spPr>
              <a:xfrm>
                <a:off x="6341392" y="2895600"/>
                <a:ext cx="762000" cy="762000"/>
              </a:xfrm>
              <a:prstGeom prst="ellipse">
                <a:avLst/>
              </a:prstGeom>
              <a:solidFill>
                <a:schemeClr val="accent2">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i="1">
                          <a:solidFill>
                            <a:schemeClr val="tx1"/>
                          </a:solidFill>
                          <a:latin typeface="Cambria Math" panose="02040503050406030204" pitchFamily="18" charset="0"/>
                        </a:rPr>
                        <m:t>𝐶</m:t>
                      </m:r>
                    </m:oMath>
                  </m:oMathPara>
                </a14:m>
                <a:endParaRPr lang="en-US" sz="3600" dirty="0">
                  <a:solidFill>
                    <a:schemeClr val="tx1"/>
                  </a:solidFill>
                </a:endParaRPr>
              </a:p>
            </p:txBody>
          </p:sp>
        </mc:Choice>
        <mc:Fallback xmlns="">
          <p:sp>
            <p:nvSpPr>
              <p:cNvPr id="8" name="Oval 7"/>
              <p:cNvSpPr>
                <a:spLocks noRot="1" noChangeAspect="1" noMove="1" noResize="1" noEditPoints="1" noAdjustHandles="1" noChangeArrowheads="1" noChangeShapeType="1" noTextEdit="1"/>
              </p:cNvSpPr>
              <p:nvPr/>
            </p:nvSpPr>
            <p:spPr>
              <a:xfrm>
                <a:off x="6341392" y="2895600"/>
                <a:ext cx="762000" cy="762000"/>
              </a:xfrm>
              <a:prstGeom prst="ellipse">
                <a:avLst/>
              </a:prstGeom>
              <a:blipFill>
                <a:blip r:embed="rId5"/>
                <a:stretch>
                  <a:fillRect/>
                </a:stretch>
              </a:blipFill>
              <a:ln>
                <a:solidFill>
                  <a:schemeClr val="accent2">
                    <a:lumMod val="75000"/>
                  </a:schemeClr>
                </a:solidFill>
              </a:ln>
            </p:spPr>
            <p:txBody>
              <a:bodyPr/>
              <a:lstStyle/>
              <a:p>
                <a:r>
                  <a:rPr lang="en-GB">
                    <a:noFill/>
                  </a:rPr>
                  <a:t> </a:t>
                </a:r>
              </a:p>
            </p:txBody>
          </p:sp>
        </mc:Fallback>
      </mc:AlternateContent>
      <p:cxnSp>
        <p:nvCxnSpPr>
          <p:cNvPr id="9" name="Straight Arrow Connector 8"/>
          <p:cNvCxnSpPr>
            <a:stCxn id="6" idx="3"/>
            <a:endCxn id="7" idx="0"/>
          </p:cNvCxnSpPr>
          <p:nvPr/>
        </p:nvCxnSpPr>
        <p:spPr>
          <a:xfrm flipH="1">
            <a:off x="5486400" y="2267964"/>
            <a:ext cx="340192" cy="62763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6" idx="5"/>
            <a:endCxn id="8" idx="0"/>
          </p:cNvCxnSpPr>
          <p:nvPr/>
        </p:nvCxnSpPr>
        <p:spPr>
          <a:xfrm>
            <a:off x="6365408" y="2267964"/>
            <a:ext cx="356984" cy="62763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p:cNvSpPr txBox="1"/>
              <p:nvPr/>
            </p:nvSpPr>
            <p:spPr>
              <a:xfrm>
                <a:off x="2209801" y="4395892"/>
                <a:ext cx="7420767" cy="369332"/>
              </a:xfrm>
              <a:prstGeom prst="rect">
                <a:avLst/>
              </a:prstGeom>
              <a:noFill/>
            </p:spPr>
            <p:txBody>
              <a:bodyPr wrap="square" rtlCol="0">
                <a:spAutoFit/>
              </a:bodyPr>
              <a:lstStyle/>
              <a:p>
                <a:r>
                  <a:rPr lang="en-US" dirty="0"/>
                  <a:t>Question</a:t>
                </a:r>
                <a:r>
                  <a:rPr lang="en-US" b="0" dirty="0"/>
                  <a:t>: are </a:t>
                </a:r>
                <a14:m>
                  <m:oMath xmlns:m="http://schemas.openxmlformats.org/officeDocument/2006/math">
                    <m:r>
                      <a:rPr lang="en-US" b="0" i="1" smtClean="0">
                        <a:latin typeface="Cambria Math" panose="02040503050406030204" pitchFamily="18" charset="0"/>
                      </a:rPr>
                      <m:t>𝐵</m:t>
                    </m:r>
                  </m:oMath>
                </a14:m>
                <a:r>
                  <a:rPr lang="en-US" dirty="0"/>
                  <a:t> </a:t>
                </a:r>
                <a:r>
                  <a:rPr lang="en-US" b="0" dirty="0"/>
                  <a:t>and </a:t>
                </a:r>
                <a14:m>
                  <m:oMath xmlns:m="http://schemas.openxmlformats.org/officeDocument/2006/math">
                    <m:r>
                      <a:rPr lang="en-US" b="0" i="1" smtClean="0">
                        <a:latin typeface="Cambria Math" panose="02040503050406030204" pitchFamily="18" charset="0"/>
                      </a:rPr>
                      <m:t>𝐶</m:t>
                    </m:r>
                  </m:oMath>
                </a14:m>
                <a:r>
                  <a:rPr lang="en-US" b="0" dirty="0"/>
                  <a:t> </a:t>
                </a:r>
                <a:r>
                  <a:rPr lang="en-US" dirty="0"/>
                  <a:t>necessarily independent</a:t>
                </a:r>
                <a:r>
                  <a:rPr lang="en-US" b="0" dirty="0"/>
                  <a:t>?</a:t>
                </a:r>
              </a:p>
            </p:txBody>
          </p:sp>
        </mc:Choice>
        <mc:Fallback xmlns="">
          <p:sp>
            <p:nvSpPr>
              <p:cNvPr id="17" name="TextBox 16"/>
              <p:cNvSpPr txBox="1">
                <a:spLocks noRot="1" noChangeAspect="1" noMove="1" noResize="1" noEditPoints="1" noAdjustHandles="1" noChangeArrowheads="1" noChangeShapeType="1" noTextEdit="1"/>
              </p:cNvSpPr>
              <p:nvPr/>
            </p:nvSpPr>
            <p:spPr>
              <a:xfrm>
                <a:off x="2209801" y="4395892"/>
                <a:ext cx="7420767" cy="369332"/>
              </a:xfrm>
              <a:prstGeom prst="rect">
                <a:avLst/>
              </a:prstGeom>
              <a:blipFill>
                <a:blip r:embed="rId6"/>
                <a:stretch>
                  <a:fillRect l="-855" t="-6667" b="-2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2209799" y="5238690"/>
                <a:ext cx="8209830" cy="369332"/>
              </a:xfrm>
              <a:prstGeom prst="rect">
                <a:avLst/>
              </a:prstGeom>
              <a:noFill/>
            </p:spPr>
            <p:txBody>
              <a:bodyPr wrap="square" rtlCol="0">
                <a:spAutoFit/>
              </a:bodyPr>
              <a:lstStyle/>
              <a:p>
                <a:r>
                  <a:rPr lang="en-US" dirty="0"/>
                  <a:t>Question</a:t>
                </a:r>
                <a:r>
                  <a:rPr lang="en-US" b="0" dirty="0"/>
                  <a:t>: are </a:t>
                </a:r>
                <a14:m>
                  <m:oMath xmlns:m="http://schemas.openxmlformats.org/officeDocument/2006/math">
                    <m:r>
                      <a:rPr lang="en-US" b="0" i="1" smtClean="0">
                        <a:latin typeface="Cambria Math" panose="02040503050406030204" pitchFamily="18" charset="0"/>
                      </a:rPr>
                      <m:t>𝐵</m:t>
                    </m:r>
                  </m:oMath>
                </a14:m>
                <a:r>
                  <a:rPr lang="en-US" dirty="0"/>
                  <a:t> </a:t>
                </a:r>
                <a:r>
                  <a:rPr lang="en-US" b="0" dirty="0"/>
                  <a:t>and </a:t>
                </a:r>
                <a14:m>
                  <m:oMath xmlns:m="http://schemas.openxmlformats.org/officeDocument/2006/math">
                    <m:r>
                      <a:rPr lang="en-US" b="0" i="1" smtClean="0">
                        <a:latin typeface="Cambria Math" panose="02040503050406030204" pitchFamily="18" charset="0"/>
                      </a:rPr>
                      <m:t>𝐶</m:t>
                    </m:r>
                  </m:oMath>
                </a14:m>
                <a:r>
                  <a:rPr lang="en-US" b="0" dirty="0"/>
                  <a:t> </a:t>
                </a:r>
                <a:r>
                  <a:rPr lang="en-US" dirty="0"/>
                  <a:t>conditionally independent</a:t>
                </a:r>
                <a:r>
                  <a:rPr lang="en-US" b="0" dirty="0"/>
                  <a:t>, given </a:t>
                </a:r>
                <a14:m>
                  <m:oMath xmlns:m="http://schemas.openxmlformats.org/officeDocument/2006/math">
                    <m:r>
                      <a:rPr lang="en-US" b="0" i="1" smtClean="0">
                        <a:latin typeface="Cambria Math" panose="02040503050406030204" pitchFamily="18" charset="0"/>
                      </a:rPr>
                      <m:t>𝐴</m:t>
                    </m:r>
                  </m:oMath>
                </a14:m>
                <a:r>
                  <a:rPr lang="en-US" b="0" dirty="0"/>
                  <a:t>?</a:t>
                </a:r>
              </a:p>
            </p:txBody>
          </p:sp>
        </mc:Choice>
        <mc:Fallback xmlns="">
          <p:sp>
            <p:nvSpPr>
              <p:cNvPr id="19" name="TextBox 18"/>
              <p:cNvSpPr txBox="1">
                <a:spLocks noRot="1" noChangeAspect="1" noMove="1" noResize="1" noEditPoints="1" noAdjustHandles="1" noChangeArrowheads="1" noChangeShapeType="1" noTextEdit="1"/>
              </p:cNvSpPr>
              <p:nvPr/>
            </p:nvSpPr>
            <p:spPr>
              <a:xfrm>
                <a:off x="2209799" y="5238690"/>
                <a:ext cx="8209830" cy="369332"/>
              </a:xfrm>
              <a:prstGeom prst="rect">
                <a:avLst/>
              </a:prstGeom>
              <a:blipFill>
                <a:blip r:embed="rId7"/>
                <a:stretch>
                  <a:fillRect l="-617" t="-6667" b="-2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2076089" y="3761096"/>
                <a:ext cx="8477250" cy="369332"/>
              </a:xfrm>
              <a:prstGeom prst="rect">
                <a:avLst/>
              </a:prstGeom>
              <a:noFill/>
            </p:spPr>
            <p:txBody>
              <a:bodyPr wrap="square" rtlCol="0">
                <a:spAutoFit/>
              </a:bodyPr>
              <a:lstStyle/>
              <a:p>
                <a:pPr algn="ctr"/>
                <a:r>
                  <a:rPr lang="en-US" b="0" dirty="0"/>
                  <a:t>“If Batman is awake (</a:t>
                </a:r>
                <a14:m>
                  <m:oMath xmlns:m="http://schemas.openxmlformats.org/officeDocument/2006/math">
                    <m:r>
                      <a:rPr lang="en-US" b="0" i="1" smtClean="0">
                        <a:latin typeface="Cambria Math" panose="02040503050406030204" pitchFamily="18" charset="0"/>
                      </a:rPr>
                      <m:t>𝐴</m:t>
                    </m:r>
                  </m:oMath>
                </a14:m>
                <a:r>
                  <a:rPr lang="en-US" b="0" dirty="0"/>
                  <a:t>), he catches the Joker (</a:t>
                </a:r>
                <a14:m>
                  <m:oMath xmlns:m="http://schemas.openxmlformats.org/officeDocument/2006/math">
                    <m:r>
                      <a:rPr lang="en-US" b="0" i="1" smtClean="0">
                        <a:latin typeface="Cambria Math" panose="02040503050406030204" pitchFamily="18" charset="0"/>
                      </a:rPr>
                      <m:t>𝐵</m:t>
                    </m:r>
                  </m:oMath>
                </a14:m>
                <a:r>
                  <a:rPr lang="en-US" b="0" dirty="0"/>
                  <a:t>) and Bane (</a:t>
                </a:r>
                <a14:m>
                  <m:oMath xmlns:m="http://schemas.openxmlformats.org/officeDocument/2006/math">
                    <m:r>
                      <a:rPr lang="en-US" b="0" i="1" smtClean="0">
                        <a:latin typeface="Cambria Math" panose="02040503050406030204" pitchFamily="18" charset="0"/>
                      </a:rPr>
                      <m:t>𝐶</m:t>
                    </m:r>
                  </m:oMath>
                </a14:m>
                <a:r>
                  <a:rPr lang="en-US" b="0" dirty="0"/>
                  <a:t>)”</a:t>
                </a:r>
              </a:p>
            </p:txBody>
          </p:sp>
        </mc:Choice>
        <mc:Fallback xmlns="">
          <p:sp>
            <p:nvSpPr>
              <p:cNvPr id="20" name="TextBox 19"/>
              <p:cNvSpPr txBox="1">
                <a:spLocks noRot="1" noChangeAspect="1" noMove="1" noResize="1" noEditPoints="1" noAdjustHandles="1" noChangeArrowheads="1" noChangeShapeType="1" noTextEdit="1"/>
              </p:cNvSpPr>
              <p:nvPr/>
            </p:nvSpPr>
            <p:spPr>
              <a:xfrm>
                <a:off x="2076089" y="3761096"/>
                <a:ext cx="8477250" cy="369332"/>
              </a:xfrm>
              <a:prstGeom prst="rect">
                <a:avLst/>
              </a:prstGeom>
              <a:blipFill>
                <a:blip r:embed="rId8"/>
                <a:stretch>
                  <a:fillRect t="-6667" b="-26667"/>
                </a:stretch>
              </a:blipFill>
            </p:spPr>
            <p:txBody>
              <a:bodyPr/>
              <a:lstStyle/>
              <a:p>
                <a:r>
                  <a:rPr lang="en-GB">
                    <a:noFill/>
                  </a:rPr>
                  <a:t> </a:t>
                </a:r>
              </a:p>
            </p:txBody>
          </p:sp>
        </mc:Fallback>
      </mc:AlternateContent>
    </p:spTree>
    <p:extLst>
      <p:ext uri="{BB962C8B-B14F-4D97-AF65-F5344CB8AC3E}">
        <p14:creationId xmlns:p14="http://schemas.microsoft.com/office/powerpoint/2010/main" val="1372548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2"/>
          <p:cNvSpPr>
            <a:spLocks noGrp="1" noChangeArrowheads="1"/>
          </p:cNvSpPr>
          <p:nvPr>
            <p:ph type="title"/>
          </p:nvPr>
        </p:nvSpPr>
        <p:spPr>
          <a:xfrm>
            <a:off x="973124" y="457202"/>
            <a:ext cx="9237678" cy="990599"/>
          </a:xfrm>
        </p:spPr>
        <p:txBody>
          <a:bodyPr>
            <a:normAutofit/>
          </a:bodyPr>
          <a:lstStyle/>
          <a:p>
            <a:r>
              <a:rPr lang="en-US" dirty="0"/>
              <a:t>Exploring Independence: Common Cause</a:t>
            </a:r>
          </a:p>
        </p:txBody>
      </p:sp>
      <p:sp>
        <p:nvSpPr>
          <p:cNvPr id="4" name="Slide Number Placeholder 3"/>
          <p:cNvSpPr>
            <a:spLocks noGrp="1"/>
          </p:cNvSpPr>
          <p:nvPr>
            <p:ph type="sldNum" sz="quarter" idx="4294967295"/>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49</a:t>
            </a:fld>
            <a:endParaRPr lang="en-US"/>
          </a:p>
        </p:txBody>
      </p:sp>
      <mc:AlternateContent xmlns:mc="http://schemas.openxmlformats.org/markup-compatibility/2006" xmlns:a14="http://schemas.microsoft.com/office/drawing/2010/main">
        <mc:Choice Requires="a14">
          <p:sp>
            <p:nvSpPr>
              <p:cNvPr id="6" name="Oval 5"/>
              <p:cNvSpPr/>
              <p:nvPr/>
            </p:nvSpPr>
            <p:spPr>
              <a:xfrm>
                <a:off x="5715000" y="1617555"/>
                <a:ext cx="762000" cy="762000"/>
              </a:xfrm>
              <a:prstGeom prst="ellipse">
                <a:avLst/>
              </a:prstGeom>
              <a:solidFill>
                <a:schemeClr val="accent2">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i="1">
                          <a:solidFill>
                            <a:schemeClr val="tx1"/>
                          </a:solidFill>
                          <a:latin typeface="Cambria Math" panose="02040503050406030204" pitchFamily="18" charset="0"/>
                        </a:rPr>
                        <m:t>𝐴</m:t>
                      </m:r>
                    </m:oMath>
                  </m:oMathPara>
                </a14:m>
                <a:endParaRPr lang="en-US" sz="3600" dirty="0">
                  <a:solidFill>
                    <a:schemeClr val="tx1"/>
                  </a:solidFill>
                </a:endParaRPr>
              </a:p>
            </p:txBody>
          </p:sp>
        </mc:Choice>
        <mc:Fallback xmlns="">
          <p:sp>
            <p:nvSpPr>
              <p:cNvPr id="6" name="Oval 5"/>
              <p:cNvSpPr>
                <a:spLocks noRot="1" noChangeAspect="1" noMove="1" noResize="1" noEditPoints="1" noAdjustHandles="1" noChangeArrowheads="1" noChangeShapeType="1" noTextEdit="1"/>
              </p:cNvSpPr>
              <p:nvPr/>
            </p:nvSpPr>
            <p:spPr>
              <a:xfrm>
                <a:off x="5715000" y="1617555"/>
                <a:ext cx="762000" cy="762000"/>
              </a:xfrm>
              <a:prstGeom prst="ellipse">
                <a:avLst/>
              </a:prstGeom>
              <a:blipFill>
                <a:blip r:embed="rId3"/>
                <a:stretch>
                  <a:fillRect/>
                </a:stretch>
              </a:blipFill>
              <a:ln>
                <a:solidFill>
                  <a:schemeClr val="accent2">
                    <a:lumMod val="75000"/>
                  </a:schemeClr>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Oval 6"/>
              <p:cNvSpPr/>
              <p:nvPr/>
            </p:nvSpPr>
            <p:spPr>
              <a:xfrm>
                <a:off x="5105400" y="2895600"/>
                <a:ext cx="762000" cy="762000"/>
              </a:xfrm>
              <a:prstGeom prst="ellipse">
                <a:avLst/>
              </a:prstGeom>
              <a:solidFill>
                <a:schemeClr val="accent2">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i="1">
                          <a:solidFill>
                            <a:schemeClr val="tx1"/>
                          </a:solidFill>
                          <a:latin typeface="Cambria Math" panose="02040503050406030204" pitchFamily="18" charset="0"/>
                        </a:rPr>
                        <m:t>𝐵</m:t>
                      </m:r>
                    </m:oMath>
                  </m:oMathPara>
                </a14:m>
                <a:endParaRPr lang="en-US" sz="3600" dirty="0">
                  <a:solidFill>
                    <a:schemeClr val="tx1"/>
                  </a:solidFill>
                </a:endParaRPr>
              </a:p>
            </p:txBody>
          </p:sp>
        </mc:Choice>
        <mc:Fallback xmlns="">
          <p:sp>
            <p:nvSpPr>
              <p:cNvPr id="7" name="Oval 6"/>
              <p:cNvSpPr>
                <a:spLocks noRot="1" noChangeAspect="1" noMove="1" noResize="1" noEditPoints="1" noAdjustHandles="1" noChangeArrowheads="1" noChangeShapeType="1" noTextEdit="1"/>
              </p:cNvSpPr>
              <p:nvPr/>
            </p:nvSpPr>
            <p:spPr>
              <a:xfrm>
                <a:off x="5105400" y="2895600"/>
                <a:ext cx="762000" cy="762000"/>
              </a:xfrm>
              <a:prstGeom prst="ellipse">
                <a:avLst/>
              </a:prstGeom>
              <a:blipFill>
                <a:blip r:embed="rId4"/>
                <a:stretch>
                  <a:fillRect/>
                </a:stretch>
              </a:blipFill>
              <a:ln>
                <a:solidFill>
                  <a:schemeClr val="accent2">
                    <a:lumMod val="75000"/>
                  </a:schemeClr>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Oval 7"/>
              <p:cNvSpPr/>
              <p:nvPr/>
            </p:nvSpPr>
            <p:spPr>
              <a:xfrm>
                <a:off x="6341392" y="2895600"/>
                <a:ext cx="762000" cy="762000"/>
              </a:xfrm>
              <a:prstGeom prst="ellipse">
                <a:avLst/>
              </a:prstGeom>
              <a:solidFill>
                <a:schemeClr val="accent2">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i="1">
                          <a:solidFill>
                            <a:schemeClr val="tx1"/>
                          </a:solidFill>
                          <a:latin typeface="Cambria Math" panose="02040503050406030204" pitchFamily="18" charset="0"/>
                        </a:rPr>
                        <m:t>𝐶</m:t>
                      </m:r>
                    </m:oMath>
                  </m:oMathPara>
                </a14:m>
                <a:endParaRPr lang="en-US" sz="3600" dirty="0">
                  <a:solidFill>
                    <a:schemeClr val="tx1"/>
                  </a:solidFill>
                </a:endParaRPr>
              </a:p>
            </p:txBody>
          </p:sp>
        </mc:Choice>
        <mc:Fallback xmlns="">
          <p:sp>
            <p:nvSpPr>
              <p:cNvPr id="8" name="Oval 7"/>
              <p:cNvSpPr>
                <a:spLocks noRot="1" noChangeAspect="1" noMove="1" noResize="1" noEditPoints="1" noAdjustHandles="1" noChangeArrowheads="1" noChangeShapeType="1" noTextEdit="1"/>
              </p:cNvSpPr>
              <p:nvPr/>
            </p:nvSpPr>
            <p:spPr>
              <a:xfrm>
                <a:off x="6341392" y="2895600"/>
                <a:ext cx="762000" cy="762000"/>
              </a:xfrm>
              <a:prstGeom prst="ellipse">
                <a:avLst/>
              </a:prstGeom>
              <a:blipFill>
                <a:blip r:embed="rId5"/>
                <a:stretch>
                  <a:fillRect/>
                </a:stretch>
              </a:blipFill>
              <a:ln>
                <a:solidFill>
                  <a:schemeClr val="accent2">
                    <a:lumMod val="75000"/>
                  </a:schemeClr>
                </a:solidFill>
              </a:ln>
            </p:spPr>
            <p:txBody>
              <a:bodyPr/>
              <a:lstStyle/>
              <a:p>
                <a:r>
                  <a:rPr lang="en-GB">
                    <a:noFill/>
                  </a:rPr>
                  <a:t> </a:t>
                </a:r>
              </a:p>
            </p:txBody>
          </p:sp>
        </mc:Fallback>
      </mc:AlternateContent>
      <p:cxnSp>
        <p:nvCxnSpPr>
          <p:cNvPr id="9" name="Straight Arrow Connector 8"/>
          <p:cNvCxnSpPr>
            <a:stCxn id="6" idx="3"/>
            <a:endCxn id="7" idx="0"/>
          </p:cNvCxnSpPr>
          <p:nvPr/>
        </p:nvCxnSpPr>
        <p:spPr>
          <a:xfrm flipH="1">
            <a:off x="5486400" y="2267964"/>
            <a:ext cx="340192" cy="62763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6" idx="5"/>
            <a:endCxn id="8" idx="0"/>
          </p:cNvCxnSpPr>
          <p:nvPr/>
        </p:nvCxnSpPr>
        <p:spPr>
          <a:xfrm>
            <a:off x="6365408" y="2267964"/>
            <a:ext cx="356984" cy="62763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p:cNvSpPr txBox="1"/>
              <p:nvPr/>
            </p:nvSpPr>
            <p:spPr>
              <a:xfrm>
                <a:off x="2104232" y="4011971"/>
                <a:ext cx="8106568" cy="7344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US" sz="2000" i="1">
                              <a:latin typeface="Cambria Math" panose="02040503050406030204" pitchFamily="18" charset="0"/>
                            </a:rPr>
                          </m:ctrlPr>
                        </m:funcPr>
                        <m:fName>
                          <m:r>
                            <m:rPr>
                              <m:sty m:val="p"/>
                            </m:rPr>
                            <a:rPr lang="en-US" sz="2000">
                              <a:latin typeface="Cambria Math" panose="02040503050406030204" pitchFamily="18" charset="0"/>
                            </a:rPr>
                            <m:t>Pr</m:t>
                          </m:r>
                        </m:fName>
                        <m:e>
                          <m:d>
                            <m:dPr>
                              <m:begChr m:val="["/>
                              <m:endChr m:val="]"/>
                              <m:sepChr m:val="∣"/>
                              <m:ctrlPr>
                                <a:rPr lang="en-US" sz="2000" i="1">
                                  <a:latin typeface="Cambria Math" panose="02040503050406030204" pitchFamily="18" charset="0"/>
                                </a:rPr>
                              </m:ctrlPr>
                            </m:dPr>
                            <m:e>
                              <m:r>
                                <a:rPr lang="en-US" sz="2000" i="1">
                                  <a:latin typeface="Cambria Math" panose="02040503050406030204" pitchFamily="18" charset="0"/>
                                </a:rPr>
                                <m:t>𝐵</m:t>
                              </m:r>
                            </m:e>
                            <m:e>
                              <m:r>
                                <a:rPr lang="en-US" sz="2000" i="1">
                                  <a:latin typeface="Cambria Math" panose="02040503050406030204" pitchFamily="18" charset="0"/>
                                </a:rPr>
                                <m:t>𝐴</m:t>
                              </m:r>
                              <m:r>
                                <a:rPr lang="en-US" sz="2000" i="1">
                                  <a:latin typeface="Cambria Math" panose="02040503050406030204" pitchFamily="18" charset="0"/>
                                </a:rPr>
                                <m:t>,</m:t>
                              </m:r>
                              <m:r>
                                <a:rPr lang="en-US" sz="2000" i="1">
                                  <a:latin typeface="Cambria Math" panose="02040503050406030204" pitchFamily="18" charset="0"/>
                                </a:rPr>
                                <m:t>𝐶</m:t>
                              </m:r>
                            </m:e>
                          </m:d>
                        </m:e>
                      </m:func>
                      <m:r>
                        <a:rPr lang="en-US" sz="2000" i="1">
                          <a:latin typeface="Cambria Math" panose="02040503050406030204" pitchFamily="18" charset="0"/>
                        </a:rPr>
                        <m:t>=</m:t>
                      </m:r>
                      <m:f>
                        <m:fPr>
                          <m:ctrlPr>
                            <a:rPr lang="en-US" sz="2000" i="1">
                              <a:latin typeface="Cambria Math" panose="02040503050406030204" pitchFamily="18" charset="0"/>
                            </a:rPr>
                          </m:ctrlPr>
                        </m:fPr>
                        <m:num>
                          <m:func>
                            <m:funcPr>
                              <m:ctrlPr>
                                <a:rPr lang="en-US" sz="2000" i="1">
                                  <a:latin typeface="Cambria Math" panose="02040503050406030204" pitchFamily="18" charset="0"/>
                                </a:rPr>
                              </m:ctrlPr>
                            </m:funcPr>
                            <m:fName>
                              <m:r>
                                <m:rPr>
                                  <m:sty m:val="p"/>
                                </m:rPr>
                                <a:rPr lang="en-US" sz="2000">
                                  <a:latin typeface="Cambria Math" panose="02040503050406030204" pitchFamily="18" charset="0"/>
                                </a:rPr>
                                <m:t>Pr</m:t>
                              </m:r>
                            </m:fName>
                            <m:e>
                              <m:d>
                                <m:dPr>
                                  <m:begChr m:val="["/>
                                  <m:endChr m:val="]"/>
                                  <m:ctrlPr>
                                    <a:rPr lang="en-US" sz="2000" i="1">
                                      <a:latin typeface="Cambria Math" panose="02040503050406030204" pitchFamily="18" charset="0"/>
                                    </a:rPr>
                                  </m:ctrlPr>
                                </m:dPr>
                                <m:e>
                                  <m:r>
                                    <a:rPr lang="en-US" sz="2000" i="1">
                                      <a:latin typeface="Cambria Math" panose="02040503050406030204" pitchFamily="18" charset="0"/>
                                    </a:rPr>
                                    <m:t>𝐴</m:t>
                                  </m:r>
                                  <m:r>
                                    <a:rPr lang="en-US" sz="2000" i="1">
                                      <a:latin typeface="Cambria Math" panose="02040503050406030204" pitchFamily="18" charset="0"/>
                                    </a:rPr>
                                    <m:t>∧</m:t>
                                  </m:r>
                                  <m:r>
                                    <a:rPr lang="en-US" sz="2000" i="1">
                                      <a:latin typeface="Cambria Math" panose="02040503050406030204" pitchFamily="18" charset="0"/>
                                    </a:rPr>
                                    <m:t>𝐵</m:t>
                                  </m:r>
                                  <m:r>
                                    <a:rPr lang="en-US" sz="2000" i="1">
                                      <a:latin typeface="Cambria Math" panose="02040503050406030204" pitchFamily="18" charset="0"/>
                                    </a:rPr>
                                    <m:t>∧</m:t>
                                  </m:r>
                                  <m:r>
                                    <a:rPr lang="en-US" sz="2000" i="1">
                                      <a:latin typeface="Cambria Math" panose="02040503050406030204" pitchFamily="18" charset="0"/>
                                    </a:rPr>
                                    <m:t>𝐶</m:t>
                                  </m:r>
                                </m:e>
                              </m:d>
                            </m:e>
                          </m:func>
                        </m:num>
                        <m:den>
                          <m:func>
                            <m:funcPr>
                              <m:ctrlPr>
                                <a:rPr lang="en-US" sz="2000" i="1">
                                  <a:latin typeface="Cambria Math" panose="02040503050406030204" pitchFamily="18" charset="0"/>
                                </a:rPr>
                              </m:ctrlPr>
                            </m:funcPr>
                            <m:fName>
                              <m:r>
                                <m:rPr>
                                  <m:sty m:val="p"/>
                                </m:rPr>
                                <a:rPr lang="en-US" sz="2000">
                                  <a:latin typeface="Cambria Math" panose="02040503050406030204" pitchFamily="18" charset="0"/>
                                </a:rPr>
                                <m:t>Pr</m:t>
                              </m:r>
                            </m:fName>
                            <m:e>
                              <m:d>
                                <m:dPr>
                                  <m:begChr m:val="["/>
                                  <m:endChr m:val="]"/>
                                  <m:ctrlPr>
                                    <a:rPr lang="en-US" sz="2000" i="1">
                                      <a:latin typeface="Cambria Math" panose="02040503050406030204" pitchFamily="18" charset="0"/>
                                    </a:rPr>
                                  </m:ctrlPr>
                                </m:dPr>
                                <m:e>
                                  <m:r>
                                    <a:rPr lang="en-US" sz="2000" i="1">
                                      <a:latin typeface="Cambria Math" panose="02040503050406030204" pitchFamily="18" charset="0"/>
                                    </a:rPr>
                                    <m:t>𝐴</m:t>
                                  </m:r>
                                  <m:r>
                                    <a:rPr lang="en-US" sz="2000" i="1">
                                      <a:latin typeface="Cambria Math" panose="02040503050406030204" pitchFamily="18" charset="0"/>
                                    </a:rPr>
                                    <m:t>∧</m:t>
                                  </m:r>
                                  <m:r>
                                    <a:rPr lang="en-US" sz="2000" i="1">
                                      <a:latin typeface="Cambria Math" panose="02040503050406030204" pitchFamily="18" charset="0"/>
                                    </a:rPr>
                                    <m:t>𝐶</m:t>
                                  </m:r>
                                </m:e>
                              </m:d>
                            </m:e>
                          </m:func>
                        </m:den>
                      </m:f>
                      <m:r>
                        <a:rPr lang="en-US" sz="2000" i="1">
                          <a:latin typeface="Cambria Math" panose="02040503050406030204" pitchFamily="18" charset="0"/>
                        </a:rPr>
                        <m:t>=</m:t>
                      </m:r>
                      <m:f>
                        <m:fPr>
                          <m:ctrlPr>
                            <a:rPr lang="en-US" sz="2000" i="1">
                              <a:latin typeface="Cambria Math" panose="02040503050406030204" pitchFamily="18" charset="0"/>
                            </a:rPr>
                          </m:ctrlPr>
                        </m:fPr>
                        <m:num>
                          <m:func>
                            <m:funcPr>
                              <m:ctrlPr>
                                <a:rPr lang="en-US" sz="2000" i="1">
                                  <a:latin typeface="Cambria Math" panose="02040503050406030204" pitchFamily="18" charset="0"/>
                                </a:rPr>
                              </m:ctrlPr>
                            </m:funcPr>
                            <m:fName>
                              <m:r>
                                <m:rPr>
                                  <m:sty m:val="p"/>
                                </m:rPr>
                                <a:rPr lang="en-US" sz="2000">
                                  <a:latin typeface="Cambria Math" panose="02040503050406030204" pitchFamily="18" charset="0"/>
                                </a:rPr>
                                <m:t>Pr</m:t>
                              </m:r>
                            </m:fName>
                            <m:e>
                              <m:d>
                                <m:dPr>
                                  <m:begChr m:val="["/>
                                  <m:endChr m:val="]"/>
                                  <m:ctrlPr>
                                    <a:rPr lang="en-US" sz="2000" i="1">
                                      <a:latin typeface="Cambria Math" panose="02040503050406030204" pitchFamily="18" charset="0"/>
                                    </a:rPr>
                                  </m:ctrlPr>
                                </m:dPr>
                                <m:e>
                                  <m:r>
                                    <a:rPr lang="en-US" sz="2000" i="1">
                                      <a:latin typeface="Cambria Math" panose="02040503050406030204" pitchFamily="18" charset="0"/>
                                    </a:rPr>
                                    <m:t>𝐴</m:t>
                                  </m:r>
                                </m:e>
                              </m:d>
                            </m:e>
                          </m:func>
                          <m:func>
                            <m:funcPr>
                              <m:ctrlPr>
                                <a:rPr lang="en-US" sz="2000" i="1">
                                  <a:latin typeface="Cambria Math" panose="02040503050406030204" pitchFamily="18" charset="0"/>
                                </a:rPr>
                              </m:ctrlPr>
                            </m:funcPr>
                            <m:fName>
                              <m:r>
                                <m:rPr>
                                  <m:sty m:val="p"/>
                                </m:rPr>
                                <a:rPr lang="en-US" sz="2000">
                                  <a:latin typeface="Cambria Math" panose="02040503050406030204" pitchFamily="18" charset="0"/>
                                </a:rPr>
                                <m:t>Pr</m:t>
                              </m:r>
                            </m:fName>
                            <m:e>
                              <m:d>
                                <m:dPr>
                                  <m:begChr m:val="["/>
                                  <m:endChr m:val="]"/>
                                  <m:sepChr m:val="∣"/>
                                  <m:ctrlPr>
                                    <a:rPr lang="en-US" sz="2000" i="1">
                                      <a:latin typeface="Cambria Math" panose="02040503050406030204" pitchFamily="18" charset="0"/>
                                    </a:rPr>
                                  </m:ctrlPr>
                                </m:dPr>
                                <m:e>
                                  <m:r>
                                    <a:rPr lang="en-US" sz="2000" i="1">
                                      <a:latin typeface="Cambria Math" panose="02040503050406030204" pitchFamily="18" charset="0"/>
                                    </a:rPr>
                                    <m:t>𝐵</m:t>
                                  </m:r>
                                </m:e>
                                <m:e>
                                  <m:r>
                                    <a:rPr lang="en-US" sz="2000" i="1">
                                      <a:latin typeface="Cambria Math" panose="02040503050406030204" pitchFamily="18" charset="0"/>
                                    </a:rPr>
                                    <m:t>𝐴</m:t>
                                  </m:r>
                                </m:e>
                              </m:d>
                            </m:e>
                          </m:func>
                          <m:func>
                            <m:funcPr>
                              <m:ctrlPr>
                                <a:rPr lang="en-US" sz="2000" i="1">
                                  <a:latin typeface="Cambria Math" panose="02040503050406030204" pitchFamily="18" charset="0"/>
                                </a:rPr>
                              </m:ctrlPr>
                            </m:funcPr>
                            <m:fName>
                              <m:r>
                                <m:rPr>
                                  <m:sty m:val="p"/>
                                </m:rPr>
                                <a:rPr lang="en-US" sz="2000">
                                  <a:latin typeface="Cambria Math" panose="02040503050406030204" pitchFamily="18" charset="0"/>
                                </a:rPr>
                                <m:t>Pr</m:t>
                              </m:r>
                            </m:fName>
                            <m:e>
                              <m:d>
                                <m:dPr>
                                  <m:begChr m:val="["/>
                                  <m:endChr m:val="]"/>
                                  <m:sepChr m:val="∣"/>
                                  <m:ctrlPr>
                                    <a:rPr lang="en-US" sz="2000" i="1">
                                      <a:latin typeface="Cambria Math" panose="02040503050406030204" pitchFamily="18" charset="0"/>
                                    </a:rPr>
                                  </m:ctrlPr>
                                </m:dPr>
                                <m:e>
                                  <m:r>
                                    <a:rPr lang="en-US" sz="2000" i="1">
                                      <a:latin typeface="Cambria Math" panose="02040503050406030204" pitchFamily="18" charset="0"/>
                                    </a:rPr>
                                    <m:t>𝐶</m:t>
                                  </m:r>
                                </m:e>
                                <m:e>
                                  <m:r>
                                    <a:rPr lang="en-US" sz="2000" i="1">
                                      <a:latin typeface="Cambria Math" panose="02040503050406030204" pitchFamily="18" charset="0"/>
                                    </a:rPr>
                                    <m:t>𝐴</m:t>
                                  </m:r>
                                </m:e>
                              </m:d>
                            </m:e>
                          </m:func>
                        </m:num>
                        <m:den>
                          <m:func>
                            <m:funcPr>
                              <m:ctrlPr>
                                <a:rPr lang="en-US" sz="2000" i="1">
                                  <a:latin typeface="Cambria Math" panose="02040503050406030204" pitchFamily="18" charset="0"/>
                                </a:rPr>
                              </m:ctrlPr>
                            </m:funcPr>
                            <m:fName>
                              <m:r>
                                <m:rPr>
                                  <m:sty m:val="p"/>
                                </m:rPr>
                                <a:rPr lang="en-US" sz="2000">
                                  <a:latin typeface="Cambria Math" panose="02040503050406030204" pitchFamily="18" charset="0"/>
                                </a:rPr>
                                <m:t>Pr</m:t>
                              </m:r>
                            </m:fName>
                            <m:e>
                              <m:d>
                                <m:dPr>
                                  <m:begChr m:val="["/>
                                  <m:endChr m:val="]"/>
                                  <m:ctrlPr>
                                    <a:rPr lang="en-US" sz="2000" i="1">
                                      <a:latin typeface="Cambria Math" panose="02040503050406030204" pitchFamily="18" charset="0"/>
                                    </a:rPr>
                                  </m:ctrlPr>
                                </m:dPr>
                                <m:e>
                                  <m:r>
                                    <a:rPr lang="en-US" sz="2000" i="1">
                                      <a:latin typeface="Cambria Math" panose="02040503050406030204" pitchFamily="18" charset="0"/>
                                    </a:rPr>
                                    <m:t>𝐴</m:t>
                                  </m:r>
                                </m:e>
                              </m:d>
                            </m:e>
                          </m:func>
                          <m:func>
                            <m:funcPr>
                              <m:ctrlPr>
                                <a:rPr lang="en-US" sz="2000" i="1">
                                  <a:latin typeface="Cambria Math" panose="02040503050406030204" pitchFamily="18" charset="0"/>
                                </a:rPr>
                              </m:ctrlPr>
                            </m:funcPr>
                            <m:fName>
                              <m:r>
                                <m:rPr>
                                  <m:sty m:val="p"/>
                                </m:rPr>
                                <a:rPr lang="en-US" sz="2000">
                                  <a:latin typeface="Cambria Math" panose="02040503050406030204" pitchFamily="18" charset="0"/>
                                </a:rPr>
                                <m:t>Pr</m:t>
                              </m:r>
                            </m:fName>
                            <m:e>
                              <m:d>
                                <m:dPr>
                                  <m:begChr m:val="["/>
                                  <m:endChr m:val="]"/>
                                  <m:sepChr m:val="∣"/>
                                  <m:ctrlPr>
                                    <a:rPr lang="en-US" sz="2000" i="1">
                                      <a:latin typeface="Cambria Math" panose="02040503050406030204" pitchFamily="18" charset="0"/>
                                    </a:rPr>
                                  </m:ctrlPr>
                                </m:dPr>
                                <m:e>
                                  <m:r>
                                    <a:rPr lang="en-US" sz="2000" i="1">
                                      <a:latin typeface="Cambria Math" panose="02040503050406030204" pitchFamily="18" charset="0"/>
                                    </a:rPr>
                                    <m:t>𝐶</m:t>
                                  </m:r>
                                </m:e>
                                <m:e>
                                  <m:r>
                                    <a:rPr lang="en-US" sz="2000" i="1">
                                      <a:latin typeface="Cambria Math" panose="02040503050406030204" pitchFamily="18" charset="0"/>
                                    </a:rPr>
                                    <m:t>𝐴</m:t>
                                  </m:r>
                                </m:e>
                              </m:d>
                            </m:e>
                          </m:func>
                        </m:den>
                      </m:f>
                      <m:r>
                        <a:rPr lang="en-US" sz="2000" i="1">
                          <a:latin typeface="Cambria Math" panose="02040503050406030204" pitchFamily="18" charset="0"/>
                        </a:rPr>
                        <m:t>=</m:t>
                      </m:r>
                      <m:func>
                        <m:funcPr>
                          <m:ctrlPr>
                            <a:rPr lang="en-US" sz="2000" i="1">
                              <a:latin typeface="Cambria Math" panose="02040503050406030204" pitchFamily="18" charset="0"/>
                            </a:rPr>
                          </m:ctrlPr>
                        </m:funcPr>
                        <m:fName>
                          <m:r>
                            <m:rPr>
                              <m:sty m:val="p"/>
                            </m:rPr>
                            <a:rPr lang="en-US" sz="2000">
                              <a:latin typeface="Cambria Math" panose="02040503050406030204" pitchFamily="18" charset="0"/>
                            </a:rPr>
                            <m:t>Pr</m:t>
                          </m:r>
                        </m:fName>
                        <m:e>
                          <m:d>
                            <m:dPr>
                              <m:begChr m:val="["/>
                              <m:endChr m:val="]"/>
                              <m:sepChr m:val="∣"/>
                              <m:ctrlPr>
                                <a:rPr lang="en-US" sz="2000" i="1">
                                  <a:latin typeface="Cambria Math" panose="02040503050406030204" pitchFamily="18" charset="0"/>
                                </a:rPr>
                              </m:ctrlPr>
                            </m:dPr>
                            <m:e>
                              <m:r>
                                <a:rPr lang="en-US" sz="2000" i="1">
                                  <a:latin typeface="Cambria Math" panose="02040503050406030204" pitchFamily="18" charset="0"/>
                                </a:rPr>
                                <m:t>𝐵</m:t>
                              </m:r>
                            </m:e>
                            <m:e>
                              <m:r>
                                <a:rPr lang="en-US" sz="2000" i="1">
                                  <a:latin typeface="Cambria Math" panose="02040503050406030204" pitchFamily="18" charset="0"/>
                                </a:rPr>
                                <m:t>𝐴</m:t>
                              </m:r>
                            </m:e>
                          </m:d>
                        </m:e>
                      </m:func>
                    </m:oMath>
                  </m:oMathPara>
                </a14:m>
                <a:endParaRPr lang="en-US" sz="2000" dirty="0"/>
              </a:p>
            </p:txBody>
          </p:sp>
        </mc:Choice>
        <mc:Fallback xmlns="">
          <p:sp>
            <p:nvSpPr>
              <p:cNvPr id="18" name="TextBox 17"/>
              <p:cNvSpPr txBox="1">
                <a:spLocks noRot="1" noChangeAspect="1" noMove="1" noResize="1" noEditPoints="1" noAdjustHandles="1" noChangeArrowheads="1" noChangeShapeType="1" noTextEdit="1"/>
              </p:cNvSpPr>
              <p:nvPr/>
            </p:nvSpPr>
            <p:spPr>
              <a:xfrm>
                <a:off x="2104232" y="4011971"/>
                <a:ext cx="8106568" cy="734432"/>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2288108" y="4983410"/>
                <a:ext cx="8106568" cy="707886"/>
              </a:xfrm>
              <a:prstGeom prst="rect">
                <a:avLst/>
              </a:prstGeom>
              <a:noFill/>
            </p:spPr>
            <p:txBody>
              <a:bodyPr wrap="square" rtlCol="0">
                <a:spAutoFit/>
              </a:bodyPr>
              <a:lstStyle/>
              <a:p>
                <a14:m>
                  <m:oMath xmlns:m="http://schemas.openxmlformats.org/officeDocument/2006/math">
                    <m:func>
                      <m:funcPr>
                        <m:ctrlPr>
                          <a:rPr lang="en-US" sz="2000" i="1">
                            <a:latin typeface="Cambria Math" panose="02040503050406030204" pitchFamily="18" charset="0"/>
                          </a:rPr>
                        </m:ctrlPr>
                      </m:funcPr>
                      <m:fName>
                        <m:r>
                          <m:rPr>
                            <m:sty m:val="p"/>
                          </m:rPr>
                          <a:rPr lang="en-US" sz="2000">
                            <a:latin typeface="Cambria Math" panose="02040503050406030204" pitchFamily="18" charset="0"/>
                          </a:rPr>
                          <m:t>Pr</m:t>
                        </m:r>
                      </m:fName>
                      <m:e>
                        <m:d>
                          <m:dPr>
                            <m:begChr m:val="["/>
                            <m:endChr m:val="]"/>
                            <m:sepChr m:val="∣"/>
                            <m:ctrlPr>
                              <a:rPr lang="en-US" sz="2000" i="1">
                                <a:latin typeface="Cambria Math" panose="02040503050406030204" pitchFamily="18" charset="0"/>
                              </a:rPr>
                            </m:ctrlPr>
                          </m:dPr>
                          <m:e>
                            <m:r>
                              <a:rPr lang="en-US" sz="2000" i="1">
                                <a:latin typeface="Cambria Math" panose="02040503050406030204" pitchFamily="18" charset="0"/>
                              </a:rPr>
                              <m:t>𝐵</m:t>
                            </m:r>
                          </m:e>
                          <m:e>
                            <m:r>
                              <a:rPr lang="en-US" sz="2000" i="1">
                                <a:latin typeface="Cambria Math" panose="02040503050406030204" pitchFamily="18" charset="0"/>
                              </a:rPr>
                              <m:t>𝐴</m:t>
                            </m:r>
                            <m:r>
                              <a:rPr lang="en-US" sz="2000" i="1">
                                <a:latin typeface="Cambria Math" panose="02040503050406030204" pitchFamily="18" charset="0"/>
                              </a:rPr>
                              <m:t>,</m:t>
                            </m:r>
                            <m:r>
                              <a:rPr lang="en-US" sz="2000" i="1">
                                <a:latin typeface="Cambria Math" panose="02040503050406030204" pitchFamily="18" charset="0"/>
                              </a:rPr>
                              <m:t>𝐶</m:t>
                            </m:r>
                          </m:e>
                        </m:d>
                      </m:e>
                    </m:func>
                    <m:r>
                      <a:rPr lang="en-US" sz="2000" i="1">
                        <a:latin typeface="Cambria Math" panose="02040503050406030204" pitchFamily="18" charset="0"/>
                      </a:rPr>
                      <m:t>=</m:t>
                    </m:r>
                    <m:func>
                      <m:funcPr>
                        <m:ctrlPr>
                          <a:rPr lang="en-US" sz="2000" i="1">
                            <a:latin typeface="Cambria Math" panose="02040503050406030204" pitchFamily="18" charset="0"/>
                          </a:rPr>
                        </m:ctrlPr>
                      </m:funcPr>
                      <m:fName>
                        <m:r>
                          <m:rPr>
                            <m:sty m:val="p"/>
                          </m:rPr>
                          <a:rPr lang="en-US" sz="2000">
                            <a:latin typeface="Cambria Math" panose="02040503050406030204" pitchFamily="18" charset="0"/>
                          </a:rPr>
                          <m:t>Pr</m:t>
                        </m:r>
                      </m:fName>
                      <m:e>
                        <m:d>
                          <m:dPr>
                            <m:begChr m:val="["/>
                            <m:endChr m:val="]"/>
                            <m:sepChr m:val="∣"/>
                            <m:ctrlPr>
                              <a:rPr lang="en-US" sz="2000" i="1">
                                <a:latin typeface="Cambria Math" panose="02040503050406030204" pitchFamily="18" charset="0"/>
                              </a:rPr>
                            </m:ctrlPr>
                          </m:dPr>
                          <m:e>
                            <m:r>
                              <a:rPr lang="en-US" sz="2000" i="1">
                                <a:latin typeface="Cambria Math" panose="02040503050406030204" pitchFamily="18" charset="0"/>
                              </a:rPr>
                              <m:t>𝐵</m:t>
                            </m:r>
                          </m:e>
                          <m:e>
                            <m:r>
                              <a:rPr lang="en-US" sz="2000" i="1">
                                <a:latin typeface="Cambria Math" panose="02040503050406030204" pitchFamily="18" charset="0"/>
                              </a:rPr>
                              <m:t>𝐴</m:t>
                            </m:r>
                          </m:e>
                        </m:d>
                      </m:e>
                    </m:func>
                  </m:oMath>
                </a14:m>
                <a:r>
                  <a:rPr lang="en-US" sz="2000" dirty="0"/>
                  <a:t>: given </a:t>
                </a:r>
                <a14:m>
                  <m:oMath xmlns:m="http://schemas.openxmlformats.org/officeDocument/2006/math">
                    <m:r>
                      <a:rPr lang="en-US" sz="2000" i="1">
                        <a:latin typeface="Cambria Math" panose="02040503050406030204" pitchFamily="18" charset="0"/>
                      </a:rPr>
                      <m:t>𝐴</m:t>
                    </m:r>
                  </m:oMath>
                </a14:m>
                <a:r>
                  <a:rPr lang="en-US" sz="2000" dirty="0"/>
                  <a:t>, knowing </a:t>
                </a:r>
                <a14:m>
                  <m:oMath xmlns:m="http://schemas.openxmlformats.org/officeDocument/2006/math">
                    <m:r>
                      <a:rPr lang="en-US" sz="2000" i="1">
                        <a:latin typeface="Cambria Math" panose="02040503050406030204" pitchFamily="18" charset="0"/>
                      </a:rPr>
                      <m:t>𝐶</m:t>
                    </m:r>
                  </m:oMath>
                </a14:m>
                <a:r>
                  <a:rPr lang="en-US" sz="2000" dirty="0"/>
                  <a:t> does not update my beliefs on </a:t>
                </a:r>
                <a14:m>
                  <m:oMath xmlns:m="http://schemas.openxmlformats.org/officeDocument/2006/math">
                    <m:r>
                      <a:rPr lang="en-US" sz="2000" i="1">
                        <a:latin typeface="Cambria Math" panose="02040503050406030204" pitchFamily="18" charset="0"/>
                      </a:rPr>
                      <m:t>𝐵</m:t>
                    </m:r>
                  </m:oMath>
                </a14:m>
                <a:r>
                  <a:rPr lang="en-US" sz="2000" dirty="0"/>
                  <a:t>!</a:t>
                </a:r>
              </a:p>
            </p:txBody>
          </p:sp>
        </mc:Choice>
        <mc:Fallback xmlns="">
          <p:sp>
            <p:nvSpPr>
              <p:cNvPr id="12" name="TextBox 11"/>
              <p:cNvSpPr txBox="1">
                <a:spLocks noRot="1" noChangeAspect="1" noMove="1" noResize="1" noEditPoints="1" noAdjustHandles="1" noChangeArrowheads="1" noChangeShapeType="1" noTextEdit="1"/>
              </p:cNvSpPr>
              <p:nvPr/>
            </p:nvSpPr>
            <p:spPr>
              <a:xfrm>
                <a:off x="2288108" y="4983410"/>
                <a:ext cx="8106568" cy="707886"/>
              </a:xfrm>
              <a:prstGeom prst="rect">
                <a:avLst/>
              </a:prstGeom>
              <a:blipFill>
                <a:blip r:embed="rId7"/>
                <a:stretch>
                  <a:fillRect l="-782" t="-5263" b="-14035"/>
                </a:stretch>
              </a:blipFill>
            </p:spPr>
            <p:txBody>
              <a:bodyPr/>
              <a:lstStyle/>
              <a:p>
                <a:r>
                  <a:rPr lang="en-GB">
                    <a:noFill/>
                  </a:rPr>
                  <a:t> </a:t>
                </a:r>
              </a:p>
            </p:txBody>
          </p:sp>
        </mc:Fallback>
      </mc:AlternateContent>
    </p:spTree>
    <p:extLst>
      <p:ext uri="{BB962C8B-B14F-4D97-AF65-F5344CB8AC3E}">
        <p14:creationId xmlns:p14="http://schemas.microsoft.com/office/powerpoint/2010/main" val="11552590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2"/>
          <p:cNvSpPr>
            <a:spLocks noGrp="1" noChangeArrowheads="1"/>
          </p:cNvSpPr>
          <p:nvPr>
            <p:ph type="title"/>
          </p:nvPr>
        </p:nvSpPr>
        <p:spPr>
          <a:xfrm>
            <a:off x="536896" y="457202"/>
            <a:ext cx="9673906" cy="990599"/>
          </a:xfrm>
        </p:spPr>
        <p:txBody>
          <a:bodyPr>
            <a:normAutofit/>
          </a:bodyPr>
          <a:lstStyle/>
          <a:p>
            <a:r>
              <a:rPr lang="en-US" dirty="0"/>
              <a:t>Exploring Independence: Common Effect</a:t>
            </a:r>
          </a:p>
        </p:txBody>
      </p:sp>
      <p:sp>
        <p:nvSpPr>
          <p:cNvPr id="4" name="Slide Number Placeholder 3"/>
          <p:cNvSpPr>
            <a:spLocks noGrp="1"/>
          </p:cNvSpPr>
          <p:nvPr>
            <p:ph type="sldNum" sz="quarter" idx="4294967295"/>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50</a:t>
            </a:fld>
            <a:endParaRPr lang="en-US"/>
          </a:p>
        </p:txBody>
      </p:sp>
      <mc:AlternateContent xmlns:mc="http://schemas.openxmlformats.org/markup-compatibility/2006" xmlns:a14="http://schemas.microsoft.com/office/drawing/2010/main">
        <mc:Choice Requires="a14">
          <p:sp>
            <p:nvSpPr>
              <p:cNvPr id="6" name="Oval 5"/>
              <p:cNvSpPr/>
              <p:nvPr/>
            </p:nvSpPr>
            <p:spPr>
              <a:xfrm>
                <a:off x="4688589" y="1508111"/>
                <a:ext cx="762000" cy="762000"/>
              </a:xfrm>
              <a:prstGeom prst="ellipse">
                <a:avLst/>
              </a:prstGeom>
              <a:solidFill>
                <a:schemeClr val="accent2">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i="1">
                          <a:solidFill>
                            <a:schemeClr val="tx1"/>
                          </a:solidFill>
                          <a:latin typeface="Cambria Math" panose="02040503050406030204" pitchFamily="18" charset="0"/>
                        </a:rPr>
                        <m:t>𝐴</m:t>
                      </m:r>
                    </m:oMath>
                  </m:oMathPara>
                </a14:m>
                <a:endParaRPr lang="en-US" sz="3600" dirty="0">
                  <a:solidFill>
                    <a:schemeClr val="tx1"/>
                  </a:solidFill>
                </a:endParaRPr>
              </a:p>
            </p:txBody>
          </p:sp>
        </mc:Choice>
        <mc:Fallback xmlns="">
          <p:sp>
            <p:nvSpPr>
              <p:cNvPr id="6" name="Oval 5"/>
              <p:cNvSpPr>
                <a:spLocks noRot="1" noChangeAspect="1" noMove="1" noResize="1" noEditPoints="1" noAdjustHandles="1" noChangeArrowheads="1" noChangeShapeType="1" noTextEdit="1"/>
              </p:cNvSpPr>
              <p:nvPr/>
            </p:nvSpPr>
            <p:spPr>
              <a:xfrm>
                <a:off x="4688589" y="1508111"/>
                <a:ext cx="762000" cy="762000"/>
              </a:xfrm>
              <a:prstGeom prst="ellipse">
                <a:avLst/>
              </a:prstGeom>
              <a:blipFill>
                <a:blip r:embed="rId3"/>
                <a:stretch>
                  <a:fillRect/>
                </a:stretch>
              </a:blipFill>
              <a:ln>
                <a:solidFill>
                  <a:schemeClr val="accent2">
                    <a:lumMod val="75000"/>
                  </a:schemeClr>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Oval 6"/>
              <p:cNvSpPr/>
              <p:nvPr/>
            </p:nvSpPr>
            <p:spPr>
              <a:xfrm>
                <a:off x="6096000" y="1497219"/>
                <a:ext cx="762000" cy="762000"/>
              </a:xfrm>
              <a:prstGeom prst="ellipse">
                <a:avLst/>
              </a:prstGeom>
              <a:solidFill>
                <a:schemeClr val="accent2">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i="1">
                          <a:solidFill>
                            <a:schemeClr val="tx1"/>
                          </a:solidFill>
                          <a:latin typeface="Cambria Math" panose="02040503050406030204" pitchFamily="18" charset="0"/>
                        </a:rPr>
                        <m:t>𝐵</m:t>
                      </m:r>
                    </m:oMath>
                  </m:oMathPara>
                </a14:m>
                <a:endParaRPr lang="en-US" sz="3600" dirty="0">
                  <a:solidFill>
                    <a:schemeClr val="tx1"/>
                  </a:solidFill>
                </a:endParaRPr>
              </a:p>
            </p:txBody>
          </p:sp>
        </mc:Choice>
        <mc:Fallback xmlns="">
          <p:sp>
            <p:nvSpPr>
              <p:cNvPr id="7" name="Oval 6"/>
              <p:cNvSpPr>
                <a:spLocks noRot="1" noChangeAspect="1" noMove="1" noResize="1" noEditPoints="1" noAdjustHandles="1" noChangeArrowheads="1" noChangeShapeType="1" noTextEdit="1"/>
              </p:cNvSpPr>
              <p:nvPr/>
            </p:nvSpPr>
            <p:spPr>
              <a:xfrm>
                <a:off x="6096000" y="1497219"/>
                <a:ext cx="762000" cy="762000"/>
              </a:xfrm>
              <a:prstGeom prst="ellipse">
                <a:avLst/>
              </a:prstGeom>
              <a:blipFill>
                <a:blip r:embed="rId4"/>
                <a:stretch>
                  <a:fillRect/>
                </a:stretch>
              </a:blipFill>
              <a:ln>
                <a:solidFill>
                  <a:schemeClr val="accent2">
                    <a:lumMod val="75000"/>
                  </a:schemeClr>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Oval 7"/>
              <p:cNvSpPr/>
              <p:nvPr/>
            </p:nvSpPr>
            <p:spPr>
              <a:xfrm>
                <a:off x="5450589" y="2812727"/>
                <a:ext cx="762000" cy="762000"/>
              </a:xfrm>
              <a:prstGeom prst="ellipse">
                <a:avLst/>
              </a:prstGeom>
              <a:solidFill>
                <a:schemeClr val="accent2">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i="1">
                          <a:solidFill>
                            <a:schemeClr val="tx1"/>
                          </a:solidFill>
                          <a:latin typeface="Cambria Math" panose="02040503050406030204" pitchFamily="18" charset="0"/>
                        </a:rPr>
                        <m:t>𝐶</m:t>
                      </m:r>
                    </m:oMath>
                  </m:oMathPara>
                </a14:m>
                <a:endParaRPr lang="en-US" sz="3600" dirty="0">
                  <a:solidFill>
                    <a:schemeClr val="tx1"/>
                  </a:solidFill>
                </a:endParaRPr>
              </a:p>
            </p:txBody>
          </p:sp>
        </mc:Choice>
        <mc:Fallback xmlns="">
          <p:sp>
            <p:nvSpPr>
              <p:cNvPr id="8" name="Oval 7"/>
              <p:cNvSpPr>
                <a:spLocks noRot="1" noChangeAspect="1" noMove="1" noResize="1" noEditPoints="1" noAdjustHandles="1" noChangeArrowheads="1" noChangeShapeType="1" noTextEdit="1"/>
              </p:cNvSpPr>
              <p:nvPr/>
            </p:nvSpPr>
            <p:spPr>
              <a:xfrm>
                <a:off x="5450589" y="2812727"/>
                <a:ext cx="762000" cy="762000"/>
              </a:xfrm>
              <a:prstGeom prst="ellipse">
                <a:avLst/>
              </a:prstGeom>
              <a:blipFill>
                <a:blip r:embed="rId5"/>
                <a:stretch>
                  <a:fillRect/>
                </a:stretch>
              </a:blipFill>
              <a:ln>
                <a:solidFill>
                  <a:schemeClr val="accent2">
                    <a:lumMod val="75000"/>
                  </a:schemeClr>
                </a:solidFill>
              </a:ln>
            </p:spPr>
            <p:txBody>
              <a:bodyPr/>
              <a:lstStyle/>
              <a:p>
                <a:r>
                  <a:rPr lang="en-GB">
                    <a:noFill/>
                  </a:rPr>
                  <a:t> </a:t>
                </a:r>
              </a:p>
            </p:txBody>
          </p:sp>
        </mc:Fallback>
      </mc:AlternateContent>
      <p:cxnSp>
        <p:nvCxnSpPr>
          <p:cNvPr id="9" name="Straight Arrow Connector 8"/>
          <p:cNvCxnSpPr>
            <a:stCxn id="6" idx="4"/>
            <a:endCxn id="8" idx="1"/>
          </p:cNvCxnSpPr>
          <p:nvPr/>
        </p:nvCxnSpPr>
        <p:spPr>
          <a:xfrm>
            <a:off x="5069589" y="2270111"/>
            <a:ext cx="492592" cy="65420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7" idx="4"/>
            <a:endCxn id="8" idx="7"/>
          </p:cNvCxnSpPr>
          <p:nvPr/>
        </p:nvCxnSpPr>
        <p:spPr>
          <a:xfrm flipH="1">
            <a:off x="6100998" y="2259219"/>
            <a:ext cx="376003" cy="6651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p:cNvSpPr txBox="1"/>
              <p:nvPr/>
            </p:nvSpPr>
            <p:spPr>
              <a:xfrm>
                <a:off x="2819402" y="4548520"/>
                <a:ext cx="7420767" cy="369332"/>
              </a:xfrm>
              <a:prstGeom prst="rect">
                <a:avLst/>
              </a:prstGeom>
              <a:noFill/>
            </p:spPr>
            <p:txBody>
              <a:bodyPr wrap="square" rtlCol="0">
                <a:spAutoFit/>
              </a:bodyPr>
              <a:lstStyle/>
              <a:p>
                <a:r>
                  <a:rPr lang="en-US" dirty="0"/>
                  <a:t>Question</a:t>
                </a:r>
                <a:r>
                  <a:rPr lang="en-US" b="0" dirty="0"/>
                  <a:t>: are </a:t>
                </a:r>
                <a14:m>
                  <m:oMath xmlns:m="http://schemas.openxmlformats.org/officeDocument/2006/math">
                    <m:r>
                      <a:rPr lang="en-US" b="0" i="1" smtClean="0">
                        <a:latin typeface="Cambria Math" panose="02040503050406030204" pitchFamily="18" charset="0"/>
                      </a:rPr>
                      <m:t>𝐴</m:t>
                    </m:r>
                  </m:oMath>
                </a14:m>
                <a:r>
                  <a:rPr lang="en-US" dirty="0"/>
                  <a:t> </a:t>
                </a:r>
                <a:r>
                  <a:rPr lang="en-US" b="0" dirty="0"/>
                  <a:t>and </a:t>
                </a:r>
                <a14:m>
                  <m:oMath xmlns:m="http://schemas.openxmlformats.org/officeDocument/2006/math">
                    <m:r>
                      <a:rPr lang="en-US" b="0" i="1" smtClean="0">
                        <a:latin typeface="Cambria Math" panose="02040503050406030204" pitchFamily="18" charset="0"/>
                      </a:rPr>
                      <m:t>𝐵</m:t>
                    </m:r>
                  </m:oMath>
                </a14:m>
                <a:r>
                  <a:rPr lang="en-US" b="0" dirty="0"/>
                  <a:t> </a:t>
                </a:r>
                <a:r>
                  <a:rPr lang="en-US" dirty="0"/>
                  <a:t>necessarily independent</a:t>
                </a:r>
                <a:r>
                  <a:rPr lang="en-US" b="0" dirty="0"/>
                  <a:t>?</a:t>
                </a:r>
              </a:p>
            </p:txBody>
          </p:sp>
        </mc:Choice>
        <mc:Fallback xmlns="">
          <p:sp>
            <p:nvSpPr>
              <p:cNvPr id="20" name="TextBox 19"/>
              <p:cNvSpPr txBox="1">
                <a:spLocks noRot="1" noChangeAspect="1" noMove="1" noResize="1" noEditPoints="1" noAdjustHandles="1" noChangeArrowheads="1" noChangeShapeType="1" noTextEdit="1"/>
              </p:cNvSpPr>
              <p:nvPr/>
            </p:nvSpPr>
            <p:spPr>
              <a:xfrm>
                <a:off x="2819402" y="4548520"/>
                <a:ext cx="7420767" cy="369332"/>
              </a:xfrm>
              <a:prstGeom prst="rect">
                <a:avLst/>
              </a:prstGeom>
              <a:blipFill>
                <a:blip r:embed="rId6"/>
                <a:stretch>
                  <a:fillRect l="-855" t="-6667" b="-2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2819400" y="5391318"/>
                <a:ext cx="8209830" cy="369332"/>
              </a:xfrm>
              <a:prstGeom prst="rect">
                <a:avLst/>
              </a:prstGeom>
              <a:noFill/>
            </p:spPr>
            <p:txBody>
              <a:bodyPr wrap="square" rtlCol="0">
                <a:spAutoFit/>
              </a:bodyPr>
              <a:lstStyle/>
              <a:p>
                <a:r>
                  <a:rPr lang="en-US" dirty="0"/>
                  <a:t>Question</a:t>
                </a:r>
                <a:r>
                  <a:rPr lang="en-US" b="0" dirty="0"/>
                  <a:t>: are </a:t>
                </a:r>
                <a14:m>
                  <m:oMath xmlns:m="http://schemas.openxmlformats.org/officeDocument/2006/math">
                    <m:r>
                      <a:rPr lang="en-US" b="0" i="1" smtClean="0">
                        <a:latin typeface="Cambria Math" panose="02040503050406030204" pitchFamily="18" charset="0"/>
                      </a:rPr>
                      <m:t>𝐴</m:t>
                    </m:r>
                  </m:oMath>
                </a14:m>
                <a:r>
                  <a:rPr lang="en-US" dirty="0"/>
                  <a:t> </a:t>
                </a:r>
                <a:r>
                  <a:rPr lang="en-US" b="0" dirty="0"/>
                  <a:t>and </a:t>
                </a:r>
                <a14:m>
                  <m:oMath xmlns:m="http://schemas.openxmlformats.org/officeDocument/2006/math">
                    <m:r>
                      <a:rPr lang="en-US" b="0" i="1" smtClean="0">
                        <a:latin typeface="Cambria Math" panose="02040503050406030204" pitchFamily="18" charset="0"/>
                      </a:rPr>
                      <m:t>𝐵</m:t>
                    </m:r>
                  </m:oMath>
                </a14:m>
                <a:r>
                  <a:rPr lang="en-US" b="0" dirty="0"/>
                  <a:t> </a:t>
                </a:r>
                <a:r>
                  <a:rPr lang="en-US" dirty="0"/>
                  <a:t>conditionally independent</a:t>
                </a:r>
                <a:r>
                  <a:rPr lang="en-US" b="0" dirty="0"/>
                  <a:t>, given </a:t>
                </a:r>
                <a14:m>
                  <m:oMath xmlns:m="http://schemas.openxmlformats.org/officeDocument/2006/math">
                    <m:r>
                      <a:rPr lang="en-US" b="0" i="1" smtClean="0">
                        <a:latin typeface="Cambria Math" panose="02040503050406030204" pitchFamily="18" charset="0"/>
                      </a:rPr>
                      <m:t>𝐶</m:t>
                    </m:r>
                  </m:oMath>
                </a14:m>
                <a:r>
                  <a:rPr lang="en-US" b="0" dirty="0"/>
                  <a:t>?</a:t>
                </a:r>
              </a:p>
            </p:txBody>
          </p:sp>
        </mc:Choice>
        <mc:Fallback xmlns="">
          <p:sp>
            <p:nvSpPr>
              <p:cNvPr id="21" name="TextBox 20"/>
              <p:cNvSpPr txBox="1">
                <a:spLocks noRot="1" noChangeAspect="1" noMove="1" noResize="1" noEditPoints="1" noAdjustHandles="1" noChangeArrowheads="1" noChangeShapeType="1" noTextEdit="1"/>
              </p:cNvSpPr>
              <p:nvPr/>
            </p:nvSpPr>
            <p:spPr>
              <a:xfrm>
                <a:off x="2819400" y="5391318"/>
                <a:ext cx="8209830" cy="369332"/>
              </a:xfrm>
              <a:prstGeom prst="rect">
                <a:avLst/>
              </a:prstGeom>
              <a:blipFill>
                <a:blip r:embed="rId7"/>
                <a:stretch>
                  <a:fillRect l="-773" t="-6667" b="-2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2152650" y="3698811"/>
                <a:ext cx="7886701" cy="369332"/>
              </a:xfrm>
              <a:prstGeom prst="rect">
                <a:avLst/>
              </a:prstGeom>
              <a:noFill/>
            </p:spPr>
            <p:txBody>
              <a:bodyPr wrap="square" rtlCol="0">
                <a:spAutoFit/>
              </a:bodyPr>
              <a:lstStyle/>
              <a:p>
                <a:pPr algn="ctr"/>
                <a:r>
                  <a:rPr lang="en-US" b="0" dirty="0"/>
                  <a:t>“The Joker (</a:t>
                </a:r>
                <a14:m>
                  <m:oMath xmlns:m="http://schemas.openxmlformats.org/officeDocument/2006/math">
                    <m:r>
                      <a:rPr lang="en-US" b="0" i="1" smtClean="0">
                        <a:latin typeface="Cambria Math" panose="02040503050406030204" pitchFamily="18" charset="0"/>
                      </a:rPr>
                      <m:t>𝐴</m:t>
                    </m:r>
                  </m:oMath>
                </a14:m>
                <a:r>
                  <a:rPr lang="en-US" b="0" dirty="0"/>
                  <a:t>) and Bane (</a:t>
                </a:r>
                <a14:m>
                  <m:oMath xmlns:m="http://schemas.openxmlformats.org/officeDocument/2006/math">
                    <m:r>
                      <a:rPr lang="en-US" b="0" i="1" smtClean="0">
                        <a:latin typeface="Cambria Math" panose="02040503050406030204" pitchFamily="18" charset="0"/>
                      </a:rPr>
                      <m:t>𝐵</m:t>
                    </m:r>
                  </m:oMath>
                </a14:m>
                <a:r>
                  <a:rPr lang="en-US" b="0" dirty="0"/>
                  <a:t>) could both rob the bank (</a:t>
                </a:r>
                <a14:m>
                  <m:oMath xmlns:m="http://schemas.openxmlformats.org/officeDocument/2006/math">
                    <m:r>
                      <a:rPr lang="en-US" b="0" i="1" smtClean="0">
                        <a:latin typeface="Cambria Math" panose="02040503050406030204" pitchFamily="18" charset="0"/>
                      </a:rPr>
                      <m:t>𝐶</m:t>
                    </m:r>
                  </m:oMath>
                </a14:m>
                <a:r>
                  <a:rPr lang="en-US" b="0" dirty="0"/>
                  <a:t>)”</a:t>
                </a:r>
              </a:p>
            </p:txBody>
          </p:sp>
        </mc:Choice>
        <mc:Fallback xmlns="">
          <p:sp>
            <p:nvSpPr>
              <p:cNvPr id="22" name="TextBox 21"/>
              <p:cNvSpPr txBox="1">
                <a:spLocks noRot="1" noChangeAspect="1" noMove="1" noResize="1" noEditPoints="1" noAdjustHandles="1" noChangeArrowheads="1" noChangeShapeType="1" noTextEdit="1"/>
              </p:cNvSpPr>
              <p:nvPr/>
            </p:nvSpPr>
            <p:spPr>
              <a:xfrm>
                <a:off x="2152650" y="3698811"/>
                <a:ext cx="7886701" cy="369332"/>
              </a:xfrm>
              <a:prstGeom prst="rect">
                <a:avLst/>
              </a:prstGeom>
              <a:blipFill>
                <a:blip r:embed="rId8"/>
                <a:stretch>
                  <a:fillRect t="-10000" b="-26667"/>
                </a:stretch>
              </a:blipFill>
            </p:spPr>
            <p:txBody>
              <a:bodyPr/>
              <a:lstStyle/>
              <a:p>
                <a:r>
                  <a:rPr lang="en-GB">
                    <a:noFill/>
                  </a:rPr>
                  <a:t> </a:t>
                </a:r>
              </a:p>
            </p:txBody>
          </p:sp>
        </mc:Fallback>
      </mc:AlternateContent>
    </p:spTree>
    <p:extLst>
      <p:ext uri="{BB962C8B-B14F-4D97-AF65-F5344CB8AC3E}">
        <p14:creationId xmlns:p14="http://schemas.microsoft.com/office/powerpoint/2010/main" val="4044859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2"/>
          <p:cNvSpPr>
            <a:spLocks noGrp="1" noChangeArrowheads="1"/>
          </p:cNvSpPr>
          <p:nvPr>
            <p:ph type="title"/>
          </p:nvPr>
        </p:nvSpPr>
        <p:spPr>
          <a:xfrm>
            <a:off x="662730" y="457202"/>
            <a:ext cx="9548071" cy="990599"/>
          </a:xfrm>
        </p:spPr>
        <p:txBody>
          <a:bodyPr>
            <a:normAutofit/>
          </a:bodyPr>
          <a:lstStyle/>
          <a:p>
            <a:r>
              <a:rPr lang="en-US" dirty="0"/>
              <a:t>Exploring Independence: Common Effect</a:t>
            </a:r>
          </a:p>
        </p:txBody>
      </p:sp>
      <p:sp>
        <p:nvSpPr>
          <p:cNvPr id="4" name="Slide Number Placeholder 3"/>
          <p:cNvSpPr>
            <a:spLocks noGrp="1"/>
          </p:cNvSpPr>
          <p:nvPr>
            <p:ph type="sldNum" sz="quarter" idx="4294967295"/>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51</a:t>
            </a:fld>
            <a:endParaRPr lang="en-US"/>
          </a:p>
        </p:txBody>
      </p:sp>
      <mc:AlternateContent xmlns:mc="http://schemas.openxmlformats.org/markup-compatibility/2006" xmlns:a14="http://schemas.microsoft.com/office/drawing/2010/main">
        <mc:Choice Requires="a14">
          <p:sp>
            <p:nvSpPr>
              <p:cNvPr id="6" name="Oval 5"/>
              <p:cNvSpPr/>
              <p:nvPr/>
            </p:nvSpPr>
            <p:spPr>
              <a:xfrm>
                <a:off x="4688589" y="1508111"/>
                <a:ext cx="762000" cy="762000"/>
              </a:xfrm>
              <a:prstGeom prst="ellipse">
                <a:avLst/>
              </a:prstGeom>
              <a:solidFill>
                <a:schemeClr val="accent2">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i="1">
                          <a:solidFill>
                            <a:schemeClr val="tx1"/>
                          </a:solidFill>
                          <a:latin typeface="Cambria Math" panose="02040503050406030204" pitchFamily="18" charset="0"/>
                        </a:rPr>
                        <m:t>𝐴</m:t>
                      </m:r>
                    </m:oMath>
                  </m:oMathPara>
                </a14:m>
                <a:endParaRPr lang="en-US" sz="3600" dirty="0">
                  <a:solidFill>
                    <a:schemeClr val="tx1"/>
                  </a:solidFill>
                </a:endParaRPr>
              </a:p>
            </p:txBody>
          </p:sp>
        </mc:Choice>
        <mc:Fallback xmlns="">
          <p:sp>
            <p:nvSpPr>
              <p:cNvPr id="6" name="Oval 5"/>
              <p:cNvSpPr>
                <a:spLocks noRot="1" noChangeAspect="1" noMove="1" noResize="1" noEditPoints="1" noAdjustHandles="1" noChangeArrowheads="1" noChangeShapeType="1" noTextEdit="1"/>
              </p:cNvSpPr>
              <p:nvPr/>
            </p:nvSpPr>
            <p:spPr>
              <a:xfrm>
                <a:off x="4688589" y="1508111"/>
                <a:ext cx="762000" cy="762000"/>
              </a:xfrm>
              <a:prstGeom prst="ellipse">
                <a:avLst/>
              </a:prstGeom>
              <a:blipFill>
                <a:blip r:embed="rId3"/>
                <a:stretch>
                  <a:fillRect/>
                </a:stretch>
              </a:blipFill>
              <a:ln>
                <a:solidFill>
                  <a:schemeClr val="accent2">
                    <a:lumMod val="75000"/>
                  </a:schemeClr>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Oval 6"/>
              <p:cNvSpPr/>
              <p:nvPr/>
            </p:nvSpPr>
            <p:spPr>
              <a:xfrm>
                <a:off x="6096000" y="1497219"/>
                <a:ext cx="762000" cy="762000"/>
              </a:xfrm>
              <a:prstGeom prst="ellipse">
                <a:avLst/>
              </a:prstGeom>
              <a:solidFill>
                <a:schemeClr val="accent2">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i="1">
                          <a:solidFill>
                            <a:schemeClr val="tx1"/>
                          </a:solidFill>
                          <a:latin typeface="Cambria Math" panose="02040503050406030204" pitchFamily="18" charset="0"/>
                        </a:rPr>
                        <m:t>𝐵</m:t>
                      </m:r>
                    </m:oMath>
                  </m:oMathPara>
                </a14:m>
                <a:endParaRPr lang="en-US" sz="3600" dirty="0">
                  <a:solidFill>
                    <a:schemeClr val="tx1"/>
                  </a:solidFill>
                </a:endParaRPr>
              </a:p>
            </p:txBody>
          </p:sp>
        </mc:Choice>
        <mc:Fallback xmlns="">
          <p:sp>
            <p:nvSpPr>
              <p:cNvPr id="7" name="Oval 6"/>
              <p:cNvSpPr>
                <a:spLocks noRot="1" noChangeAspect="1" noMove="1" noResize="1" noEditPoints="1" noAdjustHandles="1" noChangeArrowheads="1" noChangeShapeType="1" noTextEdit="1"/>
              </p:cNvSpPr>
              <p:nvPr/>
            </p:nvSpPr>
            <p:spPr>
              <a:xfrm>
                <a:off x="6096000" y="1497219"/>
                <a:ext cx="762000" cy="762000"/>
              </a:xfrm>
              <a:prstGeom prst="ellipse">
                <a:avLst/>
              </a:prstGeom>
              <a:blipFill>
                <a:blip r:embed="rId4"/>
                <a:stretch>
                  <a:fillRect/>
                </a:stretch>
              </a:blipFill>
              <a:ln>
                <a:solidFill>
                  <a:schemeClr val="accent2">
                    <a:lumMod val="75000"/>
                  </a:schemeClr>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Oval 7"/>
              <p:cNvSpPr/>
              <p:nvPr/>
            </p:nvSpPr>
            <p:spPr>
              <a:xfrm>
                <a:off x="5450589" y="2812727"/>
                <a:ext cx="762000" cy="762000"/>
              </a:xfrm>
              <a:prstGeom prst="ellipse">
                <a:avLst/>
              </a:prstGeom>
              <a:solidFill>
                <a:schemeClr val="accent2">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i="1">
                          <a:solidFill>
                            <a:schemeClr val="tx1"/>
                          </a:solidFill>
                          <a:latin typeface="Cambria Math" panose="02040503050406030204" pitchFamily="18" charset="0"/>
                        </a:rPr>
                        <m:t>𝐶</m:t>
                      </m:r>
                    </m:oMath>
                  </m:oMathPara>
                </a14:m>
                <a:endParaRPr lang="en-US" sz="3600" dirty="0">
                  <a:solidFill>
                    <a:schemeClr val="tx1"/>
                  </a:solidFill>
                </a:endParaRPr>
              </a:p>
            </p:txBody>
          </p:sp>
        </mc:Choice>
        <mc:Fallback xmlns="">
          <p:sp>
            <p:nvSpPr>
              <p:cNvPr id="8" name="Oval 7"/>
              <p:cNvSpPr>
                <a:spLocks noRot="1" noChangeAspect="1" noMove="1" noResize="1" noEditPoints="1" noAdjustHandles="1" noChangeArrowheads="1" noChangeShapeType="1" noTextEdit="1"/>
              </p:cNvSpPr>
              <p:nvPr/>
            </p:nvSpPr>
            <p:spPr>
              <a:xfrm>
                <a:off x="5450589" y="2812727"/>
                <a:ext cx="762000" cy="762000"/>
              </a:xfrm>
              <a:prstGeom prst="ellipse">
                <a:avLst/>
              </a:prstGeom>
              <a:blipFill>
                <a:blip r:embed="rId5"/>
                <a:stretch>
                  <a:fillRect/>
                </a:stretch>
              </a:blipFill>
              <a:ln>
                <a:solidFill>
                  <a:schemeClr val="accent2">
                    <a:lumMod val="75000"/>
                  </a:schemeClr>
                </a:solidFill>
              </a:ln>
            </p:spPr>
            <p:txBody>
              <a:bodyPr/>
              <a:lstStyle/>
              <a:p>
                <a:r>
                  <a:rPr lang="en-GB">
                    <a:noFill/>
                  </a:rPr>
                  <a:t> </a:t>
                </a:r>
              </a:p>
            </p:txBody>
          </p:sp>
        </mc:Fallback>
      </mc:AlternateContent>
      <p:cxnSp>
        <p:nvCxnSpPr>
          <p:cNvPr id="9" name="Straight Arrow Connector 8"/>
          <p:cNvCxnSpPr>
            <a:stCxn id="6" idx="4"/>
            <a:endCxn id="8" idx="1"/>
          </p:cNvCxnSpPr>
          <p:nvPr/>
        </p:nvCxnSpPr>
        <p:spPr>
          <a:xfrm>
            <a:off x="5069589" y="2270111"/>
            <a:ext cx="492592" cy="65420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7" idx="4"/>
            <a:endCxn id="8" idx="7"/>
          </p:cNvCxnSpPr>
          <p:nvPr/>
        </p:nvCxnSpPr>
        <p:spPr>
          <a:xfrm flipH="1">
            <a:off x="6100998" y="2259219"/>
            <a:ext cx="376003" cy="6651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p:cNvSpPr txBox="1"/>
              <p:nvPr/>
            </p:nvSpPr>
            <p:spPr>
              <a:xfrm>
                <a:off x="2578615" y="3746630"/>
                <a:ext cx="7420767" cy="1631216"/>
              </a:xfrm>
              <a:prstGeom prst="rect">
                <a:avLst/>
              </a:prstGeom>
              <a:noFill/>
            </p:spPr>
            <p:txBody>
              <a:bodyPr wrap="square" rtlCol="0">
                <a:spAutoFit/>
              </a:bodyPr>
              <a:lstStyle/>
              <a:p>
                <a:r>
                  <a:rPr lang="en-US" sz="2000" dirty="0"/>
                  <a:t>Observing an effect makes two causes dependent </a:t>
                </a:r>
              </a:p>
              <a:p>
                <a:pPr marL="342900" indent="-342900">
                  <a:buFont typeface="Arial" panose="020B0604020202020204" pitchFamily="34" charset="0"/>
                  <a:buChar char="•"/>
                </a:pPr>
                <a:r>
                  <a:rPr lang="en-US" sz="2000" dirty="0"/>
                  <a:t>I know that the bank was robbed (</a:t>
                </a:r>
                <a14:m>
                  <m:oMath xmlns:m="http://schemas.openxmlformats.org/officeDocument/2006/math">
                    <m:r>
                      <a:rPr lang="en-US" sz="2000" i="1">
                        <a:latin typeface="Cambria Math" panose="02040503050406030204" pitchFamily="18" charset="0"/>
                      </a:rPr>
                      <m:t>𝐶</m:t>
                    </m:r>
                    <m:r>
                      <a:rPr lang="en-US" sz="2000" i="1">
                        <a:latin typeface="Cambria Math" panose="02040503050406030204" pitchFamily="18" charset="0"/>
                      </a:rPr>
                      <m:t>=1</m:t>
                    </m:r>
                  </m:oMath>
                </a14:m>
                <a:r>
                  <a:rPr lang="en-US" sz="2000" dirty="0"/>
                  <a:t>)</a:t>
                </a:r>
              </a:p>
              <a:p>
                <a:pPr marL="342900" indent="-342900">
                  <a:buFont typeface="Arial" panose="020B0604020202020204" pitchFamily="34" charset="0"/>
                  <a:buChar char="•"/>
                </a:pPr>
                <a:r>
                  <a:rPr lang="en-US" sz="2000" dirty="0"/>
                  <a:t>It could be either the Joker or Bane.</a:t>
                </a:r>
              </a:p>
              <a:p>
                <a:pPr marL="342900" indent="-342900">
                  <a:buFont typeface="Arial" panose="020B0604020202020204" pitchFamily="34" charset="0"/>
                  <a:buChar char="•"/>
                </a:pPr>
                <a:r>
                  <a:rPr lang="en-US" sz="2000" dirty="0"/>
                  <a:t>If I know the Joker didn’t do it –my belief about Bane doing it is higher! </a:t>
                </a:r>
              </a:p>
            </p:txBody>
          </p:sp>
        </mc:Choice>
        <mc:Fallback xmlns="">
          <p:sp>
            <p:nvSpPr>
              <p:cNvPr id="20" name="TextBox 19"/>
              <p:cNvSpPr txBox="1">
                <a:spLocks noRot="1" noChangeAspect="1" noMove="1" noResize="1" noEditPoints="1" noAdjustHandles="1" noChangeArrowheads="1" noChangeShapeType="1" noTextEdit="1"/>
              </p:cNvSpPr>
              <p:nvPr/>
            </p:nvSpPr>
            <p:spPr>
              <a:xfrm>
                <a:off x="2578615" y="3746630"/>
                <a:ext cx="7420767" cy="1631216"/>
              </a:xfrm>
              <a:prstGeom prst="rect">
                <a:avLst/>
              </a:prstGeom>
              <a:blipFill>
                <a:blip r:embed="rId6"/>
                <a:stretch>
                  <a:fillRect l="-855" t="-2326" b="-620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 name="Rectangle 1"/>
              <p:cNvSpPr/>
              <p:nvPr/>
            </p:nvSpPr>
            <p:spPr>
              <a:xfrm>
                <a:off x="3926589" y="5549750"/>
                <a:ext cx="4572000" cy="923330"/>
              </a:xfrm>
              <a:prstGeom prst="rect">
                <a:avLst/>
              </a:prstGeom>
            </p:spPr>
            <p:txBody>
              <a:bodyPr>
                <a:spAutoFit/>
              </a:bodyPr>
              <a:lstStyle/>
              <a:p>
                <a:pPr algn="ctr"/>
                <a14:m>
                  <m:oMathPara xmlns:m="http://schemas.openxmlformats.org/officeDocument/2006/math">
                    <m:oMathParaPr>
                      <m:jc m:val="centerGroup"/>
                    </m:oMathParaPr>
                    <m:oMath xmlns:m="http://schemas.openxmlformats.org/officeDocument/2006/math">
                      <m:func>
                        <m:funcPr>
                          <m:ctrlPr>
                            <a:rPr lang="en-US" b="0" i="1">
                              <a:latin typeface="Cambria Math" panose="02040503050406030204" pitchFamily="18" charset="0"/>
                            </a:rPr>
                          </m:ctrlPr>
                        </m:funcPr>
                        <m:fName>
                          <m:r>
                            <m:rPr>
                              <m:sty m:val="p"/>
                            </m:rPr>
                            <a:rPr lang="en-US" b="0">
                              <a:latin typeface="Cambria Math" panose="02040503050406030204" pitchFamily="18" charset="0"/>
                            </a:rPr>
                            <m:t>Pr</m:t>
                          </m:r>
                        </m:fName>
                        <m:e>
                          <m:d>
                            <m:dPr>
                              <m:begChr m:val="["/>
                              <m:endChr m:val="]"/>
                              <m:sepChr m:val="∣"/>
                              <m:ctrlPr>
                                <a:rPr lang="en-US" b="0" i="1">
                                  <a:latin typeface="Cambria Math" panose="02040503050406030204" pitchFamily="18" charset="0"/>
                                </a:rPr>
                              </m:ctrlPr>
                            </m:dPr>
                            <m:e>
                              <m:r>
                                <a:rPr lang="en-US" b="0" i="1">
                                  <a:latin typeface="Cambria Math" panose="02040503050406030204" pitchFamily="18" charset="0"/>
                                </a:rPr>
                                <m:t>𝐴</m:t>
                              </m:r>
                            </m:e>
                            <m:e>
                              <m:r>
                                <a:rPr lang="en-US" b="0" i="1">
                                  <a:latin typeface="Cambria Math" panose="02040503050406030204" pitchFamily="18" charset="0"/>
                                </a:rPr>
                                <m:t>𝐶</m:t>
                              </m:r>
                              <m:r>
                                <a:rPr lang="en-US" b="0" i="1">
                                  <a:latin typeface="Cambria Math" panose="02040503050406030204" pitchFamily="18" charset="0"/>
                                </a:rPr>
                                <m:t>,</m:t>
                              </m:r>
                              <m:r>
                                <a:rPr lang="en-US" b="0" i="1">
                                  <a:latin typeface="Cambria Math" panose="02040503050406030204" pitchFamily="18" charset="0"/>
                                </a:rPr>
                                <m:t>𝐵</m:t>
                              </m:r>
                            </m:e>
                          </m:d>
                        </m:e>
                      </m:func>
                      <m:r>
                        <a:rPr lang="en-US" b="0" i="1">
                          <a:latin typeface="Cambria Math" panose="02040503050406030204" pitchFamily="18" charset="0"/>
                        </a:rPr>
                        <m:t>≠</m:t>
                      </m:r>
                      <m:func>
                        <m:funcPr>
                          <m:ctrlPr>
                            <a:rPr lang="en-US" b="0" i="1">
                              <a:latin typeface="Cambria Math" panose="02040503050406030204" pitchFamily="18" charset="0"/>
                            </a:rPr>
                          </m:ctrlPr>
                        </m:funcPr>
                        <m:fName>
                          <m:r>
                            <m:rPr>
                              <m:sty m:val="p"/>
                            </m:rPr>
                            <a:rPr lang="en-US" b="0">
                              <a:latin typeface="Cambria Math" panose="02040503050406030204" pitchFamily="18" charset="0"/>
                            </a:rPr>
                            <m:t>Pr</m:t>
                          </m:r>
                        </m:fName>
                        <m:e>
                          <m:d>
                            <m:dPr>
                              <m:begChr m:val="["/>
                              <m:endChr m:val="]"/>
                              <m:sepChr m:val="∣"/>
                              <m:ctrlPr>
                                <a:rPr lang="en-US" b="0" i="1">
                                  <a:latin typeface="Cambria Math" panose="02040503050406030204" pitchFamily="18" charset="0"/>
                                </a:rPr>
                              </m:ctrlPr>
                            </m:dPr>
                            <m:e>
                              <m:r>
                                <a:rPr lang="en-US" b="0" i="1">
                                  <a:latin typeface="Cambria Math" panose="02040503050406030204" pitchFamily="18" charset="0"/>
                                </a:rPr>
                                <m:t>𝐴</m:t>
                              </m:r>
                            </m:e>
                            <m:e>
                              <m:r>
                                <a:rPr lang="en-US" b="0" i="1">
                                  <a:latin typeface="Cambria Math" panose="02040503050406030204" pitchFamily="18" charset="0"/>
                                </a:rPr>
                                <m:t>𝐶</m:t>
                              </m:r>
                            </m:e>
                          </m:d>
                        </m:e>
                      </m:func>
                    </m:oMath>
                  </m:oMathPara>
                </a14:m>
                <a:endParaRPr lang="en-US" b="0" dirty="0"/>
              </a:p>
              <a:p>
                <a:pPr algn="ctr"/>
                <a:r>
                  <a:rPr lang="en-US" b="0" dirty="0"/>
                  <a:t>but </a:t>
                </a:r>
              </a:p>
              <a:p>
                <a:pPr algn="ctr"/>
                <a14:m>
                  <m:oMathPara xmlns:m="http://schemas.openxmlformats.org/officeDocument/2006/math">
                    <m:oMathParaPr>
                      <m:jc m:val="centerGroup"/>
                    </m:oMathParaPr>
                    <m:oMath xmlns:m="http://schemas.openxmlformats.org/officeDocument/2006/math">
                      <m:func>
                        <m:funcPr>
                          <m:ctrlPr>
                            <a:rPr lang="en-US" b="0" i="1">
                              <a:latin typeface="Cambria Math" panose="02040503050406030204" pitchFamily="18" charset="0"/>
                            </a:rPr>
                          </m:ctrlPr>
                        </m:funcPr>
                        <m:fName>
                          <m:r>
                            <m:rPr>
                              <m:sty m:val="p"/>
                            </m:rPr>
                            <a:rPr lang="en-US" b="0">
                              <a:latin typeface="Cambria Math" panose="02040503050406030204" pitchFamily="18" charset="0"/>
                            </a:rPr>
                            <m:t>Pr</m:t>
                          </m:r>
                        </m:fName>
                        <m:e>
                          <m:d>
                            <m:dPr>
                              <m:begChr m:val="["/>
                              <m:endChr m:val="]"/>
                              <m:sepChr m:val="∣"/>
                              <m:ctrlPr>
                                <a:rPr lang="en-US" b="0" i="1">
                                  <a:latin typeface="Cambria Math" panose="02040503050406030204" pitchFamily="18" charset="0"/>
                                </a:rPr>
                              </m:ctrlPr>
                            </m:dPr>
                            <m:e>
                              <m:r>
                                <a:rPr lang="en-US" b="0" i="1">
                                  <a:latin typeface="Cambria Math" panose="02040503050406030204" pitchFamily="18" charset="0"/>
                                </a:rPr>
                                <m:t>𝐴</m:t>
                              </m:r>
                            </m:e>
                            <m:e>
                              <m:r>
                                <a:rPr lang="en-US" b="0" i="1">
                                  <a:latin typeface="Cambria Math" panose="02040503050406030204" pitchFamily="18" charset="0"/>
                                </a:rPr>
                                <m:t>𝐵</m:t>
                              </m:r>
                            </m:e>
                          </m:d>
                        </m:e>
                      </m:func>
                      <m:r>
                        <a:rPr lang="en-US" b="0" i="1">
                          <a:latin typeface="Cambria Math" panose="02040503050406030204" pitchFamily="18" charset="0"/>
                        </a:rPr>
                        <m:t>=</m:t>
                      </m:r>
                      <m:func>
                        <m:funcPr>
                          <m:ctrlPr>
                            <a:rPr lang="en-US" b="0" i="1">
                              <a:latin typeface="Cambria Math" panose="02040503050406030204" pitchFamily="18" charset="0"/>
                            </a:rPr>
                          </m:ctrlPr>
                        </m:funcPr>
                        <m:fName>
                          <m:r>
                            <m:rPr>
                              <m:sty m:val="p"/>
                            </m:rPr>
                            <a:rPr lang="en-US" b="0">
                              <a:latin typeface="Cambria Math" panose="02040503050406030204" pitchFamily="18" charset="0"/>
                            </a:rPr>
                            <m:t>Pr</m:t>
                          </m:r>
                        </m:fName>
                        <m:e>
                          <m:d>
                            <m:dPr>
                              <m:begChr m:val="["/>
                              <m:endChr m:val="]"/>
                              <m:ctrlPr>
                                <a:rPr lang="en-US" b="0" i="1">
                                  <a:latin typeface="Cambria Math" panose="02040503050406030204" pitchFamily="18" charset="0"/>
                                </a:rPr>
                              </m:ctrlPr>
                            </m:dPr>
                            <m:e>
                              <m:r>
                                <a:rPr lang="en-US" b="0" i="1">
                                  <a:latin typeface="Cambria Math" panose="02040503050406030204" pitchFamily="18" charset="0"/>
                                </a:rPr>
                                <m:t>𝐴</m:t>
                              </m:r>
                            </m:e>
                          </m:d>
                        </m:e>
                      </m:func>
                    </m:oMath>
                  </m:oMathPara>
                </a14:m>
                <a:endParaRPr lang="en-US" b="0" dirty="0"/>
              </a:p>
            </p:txBody>
          </p:sp>
        </mc:Choice>
        <mc:Fallback xmlns="">
          <p:sp>
            <p:nvSpPr>
              <p:cNvPr id="2" name="Rectangle 1"/>
              <p:cNvSpPr>
                <a:spLocks noRot="1" noChangeAspect="1" noMove="1" noResize="1" noEditPoints="1" noAdjustHandles="1" noChangeArrowheads="1" noChangeShapeType="1" noTextEdit="1"/>
              </p:cNvSpPr>
              <p:nvPr/>
            </p:nvSpPr>
            <p:spPr>
              <a:xfrm>
                <a:off x="3926589" y="5549750"/>
                <a:ext cx="4572000" cy="923330"/>
              </a:xfrm>
              <a:prstGeom prst="rect">
                <a:avLst/>
              </a:prstGeom>
              <a:blipFill>
                <a:blip r:embed="rId7"/>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4829129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2"/>
          <p:cNvSpPr>
            <a:spLocks noGrp="1" noChangeArrowheads="1"/>
          </p:cNvSpPr>
          <p:nvPr>
            <p:ph type="title"/>
          </p:nvPr>
        </p:nvSpPr>
        <p:spPr>
          <a:xfrm>
            <a:off x="2506134" y="457202"/>
            <a:ext cx="7704667" cy="990599"/>
          </a:xfrm>
        </p:spPr>
        <p:txBody>
          <a:bodyPr>
            <a:normAutofit/>
          </a:bodyPr>
          <a:lstStyle/>
          <a:p>
            <a:r>
              <a:rPr lang="en-US" dirty="0"/>
              <a:t>It’s All About the CPTs</a:t>
            </a:r>
          </a:p>
        </p:txBody>
      </p:sp>
      <p:sp>
        <p:nvSpPr>
          <p:cNvPr id="4" name="Slide Number Placeholder 3"/>
          <p:cNvSpPr>
            <a:spLocks noGrp="1"/>
          </p:cNvSpPr>
          <p:nvPr>
            <p:ph type="sldNum" sz="quarter" idx="4294967295"/>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52</a:t>
            </a:fld>
            <a:endParaRPr lang="en-US"/>
          </a:p>
        </p:txBody>
      </p:sp>
      <mc:AlternateContent xmlns:mc="http://schemas.openxmlformats.org/markup-compatibility/2006" xmlns:a14="http://schemas.microsoft.com/office/drawing/2010/main">
        <mc:Choice Requires="a14">
          <p:sp>
            <p:nvSpPr>
              <p:cNvPr id="6" name="Oval 5"/>
              <p:cNvSpPr/>
              <p:nvPr/>
            </p:nvSpPr>
            <p:spPr>
              <a:xfrm>
                <a:off x="4191000" y="2048184"/>
                <a:ext cx="762000" cy="762000"/>
              </a:xfrm>
              <a:prstGeom prst="ellipse">
                <a:avLst/>
              </a:prstGeom>
              <a:solidFill>
                <a:schemeClr val="accent2">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i="1">
                          <a:solidFill>
                            <a:schemeClr val="tx1"/>
                          </a:solidFill>
                          <a:latin typeface="Cambria Math" panose="02040503050406030204" pitchFamily="18" charset="0"/>
                        </a:rPr>
                        <m:t>𝐴</m:t>
                      </m:r>
                    </m:oMath>
                  </m:oMathPara>
                </a14:m>
                <a:endParaRPr lang="en-US" sz="3600" dirty="0">
                  <a:solidFill>
                    <a:schemeClr val="tx1"/>
                  </a:solidFill>
                </a:endParaRPr>
              </a:p>
            </p:txBody>
          </p:sp>
        </mc:Choice>
        <mc:Fallback xmlns="">
          <p:sp>
            <p:nvSpPr>
              <p:cNvPr id="6" name="Oval 5"/>
              <p:cNvSpPr>
                <a:spLocks noRot="1" noChangeAspect="1" noMove="1" noResize="1" noEditPoints="1" noAdjustHandles="1" noChangeArrowheads="1" noChangeShapeType="1" noTextEdit="1"/>
              </p:cNvSpPr>
              <p:nvPr/>
            </p:nvSpPr>
            <p:spPr>
              <a:xfrm>
                <a:off x="4191000" y="2048184"/>
                <a:ext cx="762000" cy="762000"/>
              </a:xfrm>
              <a:prstGeom prst="ellipse">
                <a:avLst/>
              </a:prstGeom>
              <a:blipFill>
                <a:blip r:embed="rId3"/>
                <a:stretch>
                  <a:fillRect/>
                </a:stretch>
              </a:blipFill>
              <a:ln>
                <a:solidFill>
                  <a:schemeClr val="accent2">
                    <a:lumMod val="75000"/>
                  </a:schemeClr>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Oval 6"/>
              <p:cNvSpPr/>
              <p:nvPr/>
            </p:nvSpPr>
            <p:spPr>
              <a:xfrm>
                <a:off x="5598411" y="2037292"/>
                <a:ext cx="762000" cy="762000"/>
              </a:xfrm>
              <a:prstGeom prst="ellipse">
                <a:avLst/>
              </a:prstGeom>
              <a:solidFill>
                <a:schemeClr val="accent2">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i="1">
                          <a:solidFill>
                            <a:schemeClr val="tx1"/>
                          </a:solidFill>
                          <a:latin typeface="Cambria Math" panose="02040503050406030204" pitchFamily="18" charset="0"/>
                        </a:rPr>
                        <m:t>𝐵</m:t>
                      </m:r>
                    </m:oMath>
                  </m:oMathPara>
                </a14:m>
                <a:endParaRPr lang="en-US" sz="3600" dirty="0">
                  <a:solidFill>
                    <a:schemeClr val="tx1"/>
                  </a:solidFill>
                </a:endParaRPr>
              </a:p>
            </p:txBody>
          </p:sp>
        </mc:Choice>
        <mc:Fallback xmlns="">
          <p:sp>
            <p:nvSpPr>
              <p:cNvPr id="7" name="Oval 6"/>
              <p:cNvSpPr>
                <a:spLocks noRot="1" noChangeAspect="1" noMove="1" noResize="1" noEditPoints="1" noAdjustHandles="1" noChangeArrowheads="1" noChangeShapeType="1" noTextEdit="1"/>
              </p:cNvSpPr>
              <p:nvPr/>
            </p:nvSpPr>
            <p:spPr>
              <a:xfrm>
                <a:off x="5598411" y="2037292"/>
                <a:ext cx="762000" cy="762000"/>
              </a:xfrm>
              <a:prstGeom prst="ellipse">
                <a:avLst/>
              </a:prstGeom>
              <a:blipFill>
                <a:blip r:embed="rId4"/>
                <a:stretch>
                  <a:fillRect/>
                </a:stretch>
              </a:blipFill>
              <a:ln>
                <a:solidFill>
                  <a:schemeClr val="accent2">
                    <a:lumMod val="75000"/>
                  </a:schemeClr>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Oval 7"/>
              <p:cNvSpPr/>
              <p:nvPr/>
            </p:nvSpPr>
            <p:spPr>
              <a:xfrm>
                <a:off x="4953000" y="3352800"/>
                <a:ext cx="762000" cy="762000"/>
              </a:xfrm>
              <a:prstGeom prst="ellipse">
                <a:avLst/>
              </a:prstGeom>
              <a:solidFill>
                <a:schemeClr val="accent2">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i="1">
                          <a:solidFill>
                            <a:schemeClr val="tx1"/>
                          </a:solidFill>
                          <a:latin typeface="Cambria Math" panose="02040503050406030204" pitchFamily="18" charset="0"/>
                        </a:rPr>
                        <m:t>𝐶</m:t>
                      </m:r>
                    </m:oMath>
                  </m:oMathPara>
                </a14:m>
                <a:endParaRPr lang="en-US" sz="3600" dirty="0">
                  <a:solidFill>
                    <a:schemeClr val="tx1"/>
                  </a:solidFill>
                </a:endParaRPr>
              </a:p>
            </p:txBody>
          </p:sp>
        </mc:Choice>
        <mc:Fallback xmlns="">
          <p:sp>
            <p:nvSpPr>
              <p:cNvPr id="8" name="Oval 7"/>
              <p:cNvSpPr>
                <a:spLocks noRot="1" noChangeAspect="1" noMove="1" noResize="1" noEditPoints="1" noAdjustHandles="1" noChangeArrowheads="1" noChangeShapeType="1" noTextEdit="1"/>
              </p:cNvSpPr>
              <p:nvPr/>
            </p:nvSpPr>
            <p:spPr>
              <a:xfrm>
                <a:off x="4953000" y="3352800"/>
                <a:ext cx="762000" cy="762000"/>
              </a:xfrm>
              <a:prstGeom prst="ellipse">
                <a:avLst/>
              </a:prstGeom>
              <a:blipFill>
                <a:blip r:embed="rId5"/>
                <a:stretch>
                  <a:fillRect/>
                </a:stretch>
              </a:blipFill>
              <a:ln>
                <a:solidFill>
                  <a:schemeClr val="accent2">
                    <a:lumMod val="75000"/>
                  </a:schemeClr>
                </a:solidFill>
              </a:ln>
            </p:spPr>
            <p:txBody>
              <a:bodyPr/>
              <a:lstStyle/>
              <a:p>
                <a:r>
                  <a:rPr lang="en-GB">
                    <a:noFill/>
                  </a:rPr>
                  <a:t> </a:t>
                </a:r>
              </a:p>
            </p:txBody>
          </p:sp>
        </mc:Fallback>
      </mc:AlternateContent>
      <p:cxnSp>
        <p:nvCxnSpPr>
          <p:cNvPr id="9" name="Straight Arrow Connector 8"/>
          <p:cNvCxnSpPr>
            <a:stCxn id="6" idx="4"/>
            <a:endCxn id="8" idx="1"/>
          </p:cNvCxnSpPr>
          <p:nvPr/>
        </p:nvCxnSpPr>
        <p:spPr>
          <a:xfrm>
            <a:off x="4572000" y="2810184"/>
            <a:ext cx="492592" cy="65420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7" idx="4"/>
            <a:endCxn id="8" idx="7"/>
          </p:cNvCxnSpPr>
          <p:nvPr/>
        </p:nvCxnSpPr>
        <p:spPr>
          <a:xfrm flipH="1">
            <a:off x="5603409" y="2799292"/>
            <a:ext cx="376003" cy="6651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Rectangle 1"/>
              <p:cNvSpPr/>
              <p:nvPr/>
            </p:nvSpPr>
            <p:spPr>
              <a:xfrm>
                <a:off x="3222989" y="5508009"/>
                <a:ext cx="6005711" cy="1200329"/>
              </a:xfrm>
              <a:prstGeom prst="rect">
                <a:avLst/>
              </a:prstGeom>
            </p:spPr>
            <p:txBody>
              <a:bodyPr wrap="square">
                <a:spAutoFit/>
              </a:bodyPr>
              <a:lstStyle/>
              <a:p>
                <a:pPr algn="ctr"/>
                <a14:m>
                  <m:oMathPara xmlns:m="http://schemas.openxmlformats.org/officeDocument/2006/math">
                    <m:oMathParaPr>
                      <m:jc m:val="centerGroup"/>
                    </m:oMathParaPr>
                    <m:oMath xmlns:m="http://schemas.openxmlformats.org/officeDocument/2006/math">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Pr</m:t>
                          </m:r>
                        </m:fName>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𝐴</m:t>
                              </m:r>
                              <m:r>
                                <a:rPr lang="en-US" sz="2400" i="1">
                                  <a:latin typeface="Cambria Math" panose="02040503050406030204" pitchFamily="18" charset="0"/>
                                </a:rPr>
                                <m:t>=1</m:t>
                              </m:r>
                            </m:e>
                          </m:d>
                        </m:e>
                      </m:func>
                      <m:r>
                        <a:rPr lang="en-US" sz="2400" i="1">
                          <a:latin typeface="Cambria Math" panose="02040503050406030204" pitchFamily="18" charset="0"/>
                        </a:rPr>
                        <m:t>=</m:t>
                      </m:r>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Pr</m:t>
                          </m:r>
                        </m:fName>
                        <m:e>
                          <m:d>
                            <m:dPr>
                              <m:begChr m:val="["/>
                              <m:endChr m:val="]"/>
                              <m:sepChr m:val="∣"/>
                              <m:ctrlPr>
                                <a:rPr lang="en-US" sz="2400" i="1">
                                  <a:latin typeface="Cambria Math" panose="02040503050406030204" pitchFamily="18" charset="0"/>
                                </a:rPr>
                              </m:ctrlPr>
                            </m:dPr>
                            <m:e>
                              <m:r>
                                <a:rPr lang="en-US" sz="2400" i="1">
                                  <a:latin typeface="Cambria Math" panose="02040503050406030204" pitchFamily="18" charset="0"/>
                                </a:rPr>
                                <m:t>𝐴</m:t>
                              </m:r>
                              <m:r>
                                <a:rPr lang="en-US" sz="2400" i="1">
                                  <a:latin typeface="Cambria Math" panose="02040503050406030204" pitchFamily="18" charset="0"/>
                                </a:rPr>
                                <m:t>=1</m:t>
                              </m:r>
                            </m:e>
                            <m:e>
                              <m:r>
                                <a:rPr lang="en-US" sz="2400" i="1">
                                  <a:latin typeface="Cambria Math" panose="02040503050406030204" pitchFamily="18" charset="0"/>
                                </a:rPr>
                                <m:t>𝐵</m:t>
                              </m:r>
                              <m:r>
                                <a:rPr lang="en-US" sz="2400" i="1">
                                  <a:latin typeface="Cambria Math" panose="02040503050406030204" pitchFamily="18" charset="0"/>
                                </a:rPr>
                                <m:t>=0</m:t>
                              </m:r>
                            </m:e>
                          </m:d>
                        </m:e>
                      </m:func>
                      <m:r>
                        <a:rPr lang="en-US" sz="2400" i="1">
                          <a:latin typeface="Cambria Math" panose="02040503050406030204" pitchFamily="18" charset="0"/>
                        </a:rPr>
                        <m:t>=0.5</m:t>
                      </m:r>
                    </m:oMath>
                  </m:oMathPara>
                </a14:m>
                <a:endParaRPr lang="en-US" sz="2400" dirty="0"/>
              </a:p>
              <a:p>
                <a:pPr algn="ctr"/>
                <a:r>
                  <a:rPr lang="en-US" sz="2400" dirty="0"/>
                  <a:t>but </a:t>
                </a:r>
              </a:p>
              <a:p>
                <a:pPr algn="ctr"/>
                <a14:m>
                  <m:oMathPara xmlns:m="http://schemas.openxmlformats.org/officeDocument/2006/math">
                    <m:oMathParaPr>
                      <m:jc m:val="centerGroup"/>
                    </m:oMathParaPr>
                    <m:oMath xmlns:m="http://schemas.openxmlformats.org/officeDocument/2006/math">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Pr</m:t>
                          </m:r>
                        </m:fName>
                        <m:e>
                          <m:d>
                            <m:dPr>
                              <m:begChr m:val="["/>
                              <m:endChr m:val="]"/>
                              <m:sepChr m:val="∣"/>
                              <m:ctrlPr>
                                <a:rPr lang="en-US" sz="2400" i="1">
                                  <a:latin typeface="Cambria Math" panose="02040503050406030204" pitchFamily="18" charset="0"/>
                                </a:rPr>
                              </m:ctrlPr>
                            </m:dPr>
                            <m:e>
                              <m:r>
                                <a:rPr lang="en-US" sz="2400" i="1">
                                  <a:latin typeface="Cambria Math" panose="02040503050406030204" pitchFamily="18" charset="0"/>
                                </a:rPr>
                                <m:t>𝐴</m:t>
                              </m:r>
                              <m:r>
                                <a:rPr lang="en-US" sz="2400" i="1">
                                  <a:latin typeface="Cambria Math" panose="02040503050406030204" pitchFamily="18" charset="0"/>
                                </a:rPr>
                                <m:t>=1</m:t>
                              </m:r>
                            </m:e>
                            <m:e>
                              <m:r>
                                <a:rPr lang="en-US" sz="2400" i="1">
                                  <a:latin typeface="Cambria Math" panose="02040503050406030204" pitchFamily="18" charset="0"/>
                                </a:rPr>
                                <m:t>𝐵</m:t>
                              </m:r>
                              <m:r>
                                <a:rPr lang="en-US" sz="2400" i="1">
                                  <a:latin typeface="Cambria Math" panose="02040503050406030204" pitchFamily="18" charset="0"/>
                                </a:rPr>
                                <m:t>=0,</m:t>
                              </m:r>
                              <m:r>
                                <a:rPr lang="en-US" sz="2400" i="1">
                                  <a:latin typeface="Cambria Math" panose="02040503050406030204" pitchFamily="18" charset="0"/>
                                </a:rPr>
                                <m:t>𝐶</m:t>
                              </m:r>
                              <m:r>
                                <a:rPr lang="en-US" sz="2400" i="1">
                                  <a:latin typeface="Cambria Math" panose="02040503050406030204" pitchFamily="18" charset="0"/>
                                </a:rPr>
                                <m:t>=1</m:t>
                              </m:r>
                            </m:e>
                          </m:d>
                        </m:e>
                      </m:func>
                      <m:r>
                        <a:rPr lang="en-US" sz="2400" i="1">
                          <a:latin typeface="Cambria Math" panose="02040503050406030204" pitchFamily="18" charset="0"/>
                        </a:rPr>
                        <m:t>=1</m:t>
                      </m:r>
                    </m:oMath>
                  </m:oMathPara>
                </a14:m>
                <a:endParaRPr lang="en-US" sz="2400" dirty="0"/>
              </a:p>
            </p:txBody>
          </p:sp>
        </mc:Choice>
        <mc:Fallback xmlns="">
          <p:sp>
            <p:nvSpPr>
              <p:cNvPr id="2" name="Rectangle 1"/>
              <p:cNvSpPr>
                <a:spLocks noRot="1" noChangeAspect="1" noMove="1" noResize="1" noEditPoints="1" noAdjustHandles="1" noChangeArrowheads="1" noChangeShapeType="1" noTextEdit="1"/>
              </p:cNvSpPr>
              <p:nvPr/>
            </p:nvSpPr>
            <p:spPr>
              <a:xfrm>
                <a:off x="3222989" y="5508009"/>
                <a:ext cx="6005711" cy="1200329"/>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D2232BBF-E609-264C-8F43-86EF1984E654}"/>
                  </a:ext>
                </a:extLst>
              </p:cNvPr>
              <p:cNvGraphicFramePr>
                <a:graphicFrameLocks noGrp="1"/>
              </p:cNvGraphicFramePr>
              <p:nvPr/>
            </p:nvGraphicFramePr>
            <p:xfrm>
              <a:off x="6225844" y="2971800"/>
              <a:ext cx="4213556" cy="2286000"/>
            </p:xfrm>
            <a:graphic>
              <a:graphicData uri="http://schemas.openxmlformats.org/drawingml/2006/table">
                <a:tbl>
                  <a:tblPr firstRow="1" bandRow="1">
                    <a:tableStyleId>{5940675A-B579-460E-94D1-54222C63F5DA}</a:tableStyleId>
                  </a:tblPr>
                  <a:tblGrid>
                    <a:gridCol w="929615">
                      <a:extLst>
                        <a:ext uri="{9D8B030D-6E8A-4147-A177-3AD203B41FA5}">
                          <a16:colId xmlns:a16="http://schemas.microsoft.com/office/drawing/2014/main" val="3195277941"/>
                        </a:ext>
                      </a:extLst>
                    </a:gridCol>
                    <a:gridCol w="929615">
                      <a:extLst>
                        <a:ext uri="{9D8B030D-6E8A-4147-A177-3AD203B41FA5}">
                          <a16:colId xmlns:a16="http://schemas.microsoft.com/office/drawing/2014/main" val="239390784"/>
                        </a:ext>
                      </a:extLst>
                    </a:gridCol>
                    <a:gridCol w="2354326">
                      <a:extLst>
                        <a:ext uri="{9D8B030D-6E8A-4147-A177-3AD203B41FA5}">
                          <a16:colId xmlns:a16="http://schemas.microsoft.com/office/drawing/2014/main" val="663592668"/>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sz="2400" smtClean="0">
                                    <a:latin typeface="Cambria Math" panose="02040503050406030204" pitchFamily="18" charset="0"/>
                                  </a:rPr>
                                  <m:t>𝐴</m:t>
                                </m:r>
                                <m:r>
                                  <a:rPr lang="en-US" sz="2400" smtClean="0">
                                    <a:latin typeface="Cambria Math" panose="02040503050406030204" pitchFamily="18" charset="0"/>
                                  </a:rPr>
                                  <m:t>=</m:t>
                                </m:r>
                              </m:oMath>
                            </m:oMathPara>
                          </a14:m>
                          <a:endParaRPr lang="en-US" sz="2400" b="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r>
                                  <a:rPr lang="en-US" sz="2400" smtClean="0">
                                    <a:latin typeface="Cambria Math" panose="02040503050406030204" pitchFamily="18" charset="0"/>
                                  </a:rPr>
                                  <m:t>𝐵</m:t>
                                </m:r>
                                <m:r>
                                  <a:rPr lang="en-US" sz="2400" smtClean="0">
                                    <a:latin typeface="Cambria Math" panose="02040503050406030204" pitchFamily="18" charset="0"/>
                                  </a:rPr>
                                  <m:t>=</m:t>
                                </m:r>
                              </m:oMath>
                            </m:oMathPara>
                          </a14:m>
                          <a:endParaRPr lang="en-US" sz="2400" b="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400" smtClean="0">
                                    <a:latin typeface="Cambria Math" panose="02040503050406030204" pitchFamily="18" charset="0"/>
                                  </a:rPr>
                                  <m:t>Pr</m:t>
                                </m:r>
                                <m:d>
                                  <m:dPr>
                                    <m:begChr m:val="["/>
                                    <m:endChr m:val="]"/>
                                    <m:sepChr m:val="∣"/>
                                    <m:ctrlPr>
                                      <a:rPr lang="en-US" sz="2400" i="1" smtClean="0">
                                        <a:latin typeface="Cambria Math" panose="02040503050406030204" pitchFamily="18" charset="0"/>
                                      </a:rPr>
                                    </m:ctrlPr>
                                  </m:dPr>
                                  <m:e>
                                    <m:r>
                                      <a:rPr lang="en-US" sz="2400" smtClean="0">
                                        <a:latin typeface="Cambria Math" panose="02040503050406030204" pitchFamily="18" charset="0"/>
                                      </a:rPr>
                                      <m:t>𝐶</m:t>
                                    </m:r>
                                  </m:e>
                                  <m:e>
                                    <m:r>
                                      <a:rPr lang="en-US" sz="2400" smtClean="0">
                                        <a:latin typeface="Cambria Math" panose="02040503050406030204" pitchFamily="18" charset="0"/>
                                      </a:rPr>
                                      <m:t>𝐴</m:t>
                                    </m:r>
                                    <m:r>
                                      <a:rPr lang="en-US" sz="2400" smtClean="0">
                                        <a:latin typeface="Cambria Math" panose="02040503050406030204" pitchFamily="18" charset="0"/>
                                      </a:rPr>
                                      <m:t>,</m:t>
                                    </m:r>
                                    <m:r>
                                      <a:rPr lang="en-US" sz="2400" smtClean="0">
                                        <a:latin typeface="Cambria Math" panose="02040503050406030204" pitchFamily="18" charset="0"/>
                                      </a:rPr>
                                      <m:t>𝐵</m:t>
                                    </m:r>
                                  </m:e>
                                </m:d>
                                <m:r>
                                  <a:rPr lang="en-US" sz="2400" smtClean="0">
                                    <a:latin typeface="Cambria Math" panose="02040503050406030204" pitchFamily="18" charset="0"/>
                                  </a:rPr>
                                  <m:t>=</m:t>
                                </m:r>
                              </m:oMath>
                            </m:oMathPara>
                          </a14:m>
                          <a:endParaRPr lang="en-US" sz="2400" b="0" dirty="0">
                            <a:solidFill>
                              <a:schemeClr val="tx1"/>
                            </a:solidFill>
                          </a:endParaRPr>
                        </a:p>
                      </a:txBody>
                      <a:tcPr/>
                    </a:tc>
                    <a:extLst>
                      <a:ext uri="{0D108BD9-81ED-4DB2-BD59-A6C34878D82A}">
                        <a16:rowId xmlns:a16="http://schemas.microsoft.com/office/drawing/2014/main" val="483031523"/>
                      </a:ext>
                    </a:extLst>
                  </a:tr>
                  <a:tr h="370840">
                    <a:tc>
                      <a:txBody>
                        <a:bodyPr/>
                        <a:lstStyle/>
                        <a:p>
                          <a:pPr/>
                          <a14:m>
                            <m:oMathPara xmlns:m="http://schemas.openxmlformats.org/officeDocument/2006/math">
                              <m:oMathParaPr>
                                <m:jc m:val="centerGroup"/>
                              </m:oMathParaPr>
                              <m:oMath xmlns:m="http://schemas.openxmlformats.org/officeDocument/2006/math">
                                <m:r>
                                  <a:rPr lang="en-US" sz="2400" smtClean="0">
                                    <a:latin typeface="Cambria Math" panose="02040503050406030204" pitchFamily="18" charset="0"/>
                                  </a:rPr>
                                  <m:t>1</m:t>
                                </m:r>
                              </m:oMath>
                            </m:oMathPara>
                          </a14:m>
                          <a:endParaRPr lang="en-US" sz="2400" b="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r>
                                  <a:rPr lang="en-US" sz="2400" smtClean="0">
                                    <a:latin typeface="Cambria Math" panose="02040503050406030204" pitchFamily="18" charset="0"/>
                                  </a:rPr>
                                  <m:t>1</m:t>
                                </m:r>
                              </m:oMath>
                            </m:oMathPara>
                          </a14:m>
                          <a:endParaRPr lang="en-US" sz="2400" b="0" dirty="0">
                            <a:solidFill>
                              <a:schemeClr val="tx1"/>
                            </a:solidFill>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400" smtClean="0">
                                    <a:latin typeface="Cambria Math" panose="02040503050406030204" pitchFamily="18" charset="0"/>
                                  </a:rPr>
                                  <m:t>1</m:t>
                                </m:r>
                              </m:oMath>
                            </m:oMathPara>
                          </a14:m>
                          <a:endParaRPr lang="en-US" sz="2400" b="0" dirty="0">
                            <a:solidFill>
                              <a:schemeClr val="tx1"/>
                            </a:solidFill>
                          </a:endParaRPr>
                        </a:p>
                      </a:txBody>
                      <a:tcPr/>
                    </a:tc>
                    <a:extLst>
                      <a:ext uri="{0D108BD9-81ED-4DB2-BD59-A6C34878D82A}">
                        <a16:rowId xmlns:a16="http://schemas.microsoft.com/office/drawing/2014/main" val="3466037842"/>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400" smtClean="0">
                                    <a:latin typeface="Cambria Math" panose="02040503050406030204" pitchFamily="18" charset="0"/>
                                  </a:rPr>
                                  <m:t>1</m:t>
                                </m:r>
                              </m:oMath>
                            </m:oMathPara>
                          </a14:m>
                          <a:endParaRPr lang="en-US" sz="2400" b="0" dirty="0">
                            <a:solidFill>
                              <a:schemeClr val="tx1"/>
                            </a:solidFill>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400" smtClean="0">
                                    <a:latin typeface="Cambria Math" panose="02040503050406030204" pitchFamily="18" charset="0"/>
                                  </a:rPr>
                                  <m:t>0</m:t>
                                </m:r>
                              </m:oMath>
                            </m:oMathPara>
                          </a14:m>
                          <a:endParaRPr lang="en-US" sz="2400" b="0" dirty="0">
                            <a:solidFill>
                              <a:schemeClr val="tx1"/>
                            </a:solidFill>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400" smtClean="0">
                                    <a:latin typeface="Cambria Math" panose="02040503050406030204" pitchFamily="18" charset="0"/>
                                  </a:rPr>
                                  <m:t>1</m:t>
                                </m:r>
                              </m:oMath>
                            </m:oMathPara>
                          </a14:m>
                          <a:endParaRPr lang="en-US" sz="2400" b="0" dirty="0">
                            <a:solidFill>
                              <a:schemeClr val="tx1"/>
                            </a:solidFill>
                          </a:endParaRPr>
                        </a:p>
                      </a:txBody>
                      <a:tcPr/>
                    </a:tc>
                    <a:extLst>
                      <a:ext uri="{0D108BD9-81ED-4DB2-BD59-A6C34878D82A}">
                        <a16:rowId xmlns:a16="http://schemas.microsoft.com/office/drawing/2014/main" val="3855827239"/>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400" smtClean="0">
                                    <a:latin typeface="Cambria Math" panose="02040503050406030204" pitchFamily="18" charset="0"/>
                                  </a:rPr>
                                  <m:t>0</m:t>
                                </m:r>
                              </m:oMath>
                            </m:oMathPara>
                          </a14:m>
                          <a:endParaRPr lang="en-US" sz="2400" b="0" dirty="0">
                            <a:solidFill>
                              <a:schemeClr val="tx1"/>
                            </a:solidFill>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400" smtClean="0">
                                    <a:latin typeface="Cambria Math" panose="02040503050406030204" pitchFamily="18" charset="0"/>
                                  </a:rPr>
                                  <m:t>1</m:t>
                                </m:r>
                              </m:oMath>
                            </m:oMathPara>
                          </a14:m>
                          <a:endParaRPr lang="en-US" sz="2400" b="0" dirty="0">
                            <a:solidFill>
                              <a:schemeClr val="tx1"/>
                            </a:solidFill>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400" smtClean="0">
                                    <a:latin typeface="Cambria Math" panose="02040503050406030204" pitchFamily="18" charset="0"/>
                                  </a:rPr>
                                  <m:t>1</m:t>
                                </m:r>
                              </m:oMath>
                            </m:oMathPara>
                          </a14:m>
                          <a:endParaRPr lang="en-US" sz="2400" b="0" dirty="0">
                            <a:solidFill>
                              <a:schemeClr val="tx1"/>
                            </a:solidFill>
                          </a:endParaRPr>
                        </a:p>
                      </a:txBody>
                      <a:tcPr/>
                    </a:tc>
                    <a:extLst>
                      <a:ext uri="{0D108BD9-81ED-4DB2-BD59-A6C34878D82A}">
                        <a16:rowId xmlns:a16="http://schemas.microsoft.com/office/drawing/2014/main" val="3366229571"/>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400" smtClean="0">
                                    <a:latin typeface="Cambria Math" panose="02040503050406030204" pitchFamily="18" charset="0"/>
                                  </a:rPr>
                                  <m:t>0</m:t>
                                </m:r>
                              </m:oMath>
                            </m:oMathPara>
                          </a14:m>
                          <a:endParaRPr lang="en-US" sz="2400" b="0" dirty="0">
                            <a:solidFill>
                              <a:schemeClr val="tx1"/>
                            </a:solidFill>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400" smtClean="0">
                                    <a:latin typeface="Cambria Math" panose="02040503050406030204" pitchFamily="18" charset="0"/>
                                  </a:rPr>
                                  <m:t>0</m:t>
                                </m:r>
                              </m:oMath>
                            </m:oMathPara>
                          </a14:m>
                          <a:endParaRPr lang="en-US" sz="2400" b="0" dirty="0">
                            <a:solidFill>
                              <a:schemeClr val="tx1"/>
                            </a:solidFill>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400" smtClean="0">
                                    <a:latin typeface="Cambria Math" panose="02040503050406030204" pitchFamily="18" charset="0"/>
                                  </a:rPr>
                                  <m:t>0</m:t>
                                </m:r>
                              </m:oMath>
                            </m:oMathPara>
                          </a14:m>
                          <a:endParaRPr lang="en-US" sz="2400" b="0" dirty="0">
                            <a:solidFill>
                              <a:schemeClr val="tx1"/>
                            </a:solidFill>
                          </a:endParaRPr>
                        </a:p>
                      </a:txBody>
                      <a:tcPr/>
                    </a:tc>
                    <a:extLst>
                      <a:ext uri="{0D108BD9-81ED-4DB2-BD59-A6C34878D82A}">
                        <a16:rowId xmlns:a16="http://schemas.microsoft.com/office/drawing/2014/main" val="861795374"/>
                      </a:ext>
                    </a:extLst>
                  </a:tr>
                </a:tbl>
              </a:graphicData>
            </a:graphic>
          </p:graphicFrame>
        </mc:Choice>
        <mc:Fallback xmlns="">
          <p:graphicFrame>
            <p:nvGraphicFramePr>
              <p:cNvPr id="3" name="Table 2">
                <a:extLst>
                  <a:ext uri="{FF2B5EF4-FFF2-40B4-BE49-F238E27FC236}">
                    <a16:creationId xmlns:a16="http://schemas.microsoft.com/office/drawing/2014/main" id="{D2232BBF-E609-264C-8F43-86EF1984E654}"/>
                  </a:ext>
                </a:extLst>
              </p:cNvPr>
              <p:cNvGraphicFramePr>
                <a:graphicFrameLocks noGrp="1"/>
              </p:cNvGraphicFramePr>
              <p:nvPr/>
            </p:nvGraphicFramePr>
            <p:xfrm>
              <a:off x="6225844" y="2971800"/>
              <a:ext cx="4213556" cy="2286000"/>
            </p:xfrm>
            <a:graphic>
              <a:graphicData uri="http://schemas.openxmlformats.org/drawingml/2006/table">
                <a:tbl>
                  <a:tblPr firstRow="1" bandRow="1">
                    <a:tableStyleId>{5940675A-B579-460E-94D1-54222C63F5DA}</a:tableStyleId>
                  </a:tblPr>
                  <a:tblGrid>
                    <a:gridCol w="929615">
                      <a:extLst>
                        <a:ext uri="{9D8B030D-6E8A-4147-A177-3AD203B41FA5}">
                          <a16:colId xmlns:a16="http://schemas.microsoft.com/office/drawing/2014/main" val="3195277941"/>
                        </a:ext>
                      </a:extLst>
                    </a:gridCol>
                    <a:gridCol w="929615">
                      <a:extLst>
                        <a:ext uri="{9D8B030D-6E8A-4147-A177-3AD203B41FA5}">
                          <a16:colId xmlns:a16="http://schemas.microsoft.com/office/drawing/2014/main" val="239390784"/>
                        </a:ext>
                      </a:extLst>
                    </a:gridCol>
                    <a:gridCol w="2354326">
                      <a:extLst>
                        <a:ext uri="{9D8B030D-6E8A-4147-A177-3AD203B41FA5}">
                          <a16:colId xmlns:a16="http://schemas.microsoft.com/office/drawing/2014/main" val="663592668"/>
                        </a:ext>
                      </a:extLst>
                    </a:gridCol>
                  </a:tblGrid>
                  <a:tr h="457200">
                    <a:tc>
                      <a:txBody>
                        <a:bodyPr/>
                        <a:lstStyle/>
                        <a:p>
                          <a:endParaRPr lang="en-US"/>
                        </a:p>
                      </a:txBody>
                      <a:tcPr>
                        <a:blipFill>
                          <a:blip r:embed="rId7"/>
                          <a:stretch>
                            <a:fillRect l="-1370" t="-2778" r="-357534" b="-405556"/>
                          </a:stretch>
                        </a:blipFill>
                      </a:tcPr>
                    </a:tc>
                    <a:tc>
                      <a:txBody>
                        <a:bodyPr/>
                        <a:lstStyle/>
                        <a:p>
                          <a:endParaRPr lang="en-US"/>
                        </a:p>
                      </a:txBody>
                      <a:tcPr>
                        <a:blipFill>
                          <a:blip r:embed="rId7"/>
                          <a:stretch>
                            <a:fillRect l="-101370" t="-2778" r="-257534" b="-405556"/>
                          </a:stretch>
                        </a:blipFill>
                      </a:tcPr>
                    </a:tc>
                    <a:tc>
                      <a:txBody>
                        <a:bodyPr/>
                        <a:lstStyle/>
                        <a:p>
                          <a:endParaRPr lang="en-US"/>
                        </a:p>
                      </a:txBody>
                      <a:tcPr>
                        <a:blipFill>
                          <a:blip r:embed="rId7"/>
                          <a:stretch>
                            <a:fillRect l="-79032" t="-2778" r="-1075" b="-405556"/>
                          </a:stretch>
                        </a:blipFill>
                      </a:tcPr>
                    </a:tc>
                    <a:extLst>
                      <a:ext uri="{0D108BD9-81ED-4DB2-BD59-A6C34878D82A}">
                        <a16:rowId xmlns:a16="http://schemas.microsoft.com/office/drawing/2014/main" val="483031523"/>
                      </a:ext>
                    </a:extLst>
                  </a:tr>
                  <a:tr h="457200">
                    <a:tc>
                      <a:txBody>
                        <a:bodyPr/>
                        <a:lstStyle/>
                        <a:p>
                          <a:endParaRPr lang="en-US"/>
                        </a:p>
                      </a:txBody>
                      <a:tcPr>
                        <a:blipFill>
                          <a:blip r:embed="rId7"/>
                          <a:stretch>
                            <a:fillRect l="-1370" t="-102778" r="-357534" b="-305556"/>
                          </a:stretch>
                        </a:blipFill>
                      </a:tcPr>
                    </a:tc>
                    <a:tc>
                      <a:txBody>
                        <a:bodyPr/>
                        <a:lstStyle/>
                        <a:p>
                          <a:endParaRPr lang="en-US"/>
                        </a:p>
                      </a:txBody>
                      <a:tcPr>
                        <a:blipFill>
                          <a:blip r:embed="rId7"/>
                          <a:stretch>
                            <a:fillRect l="-101370" t="-102778" r="-257534" b="-305556"/>
                          </a:stretch>
                        </a:blipFill>
                      </a:tcPr>
                    </a:tc>
                    <a:tc>
                      <a:txBody>
                        <a:bodyPr/>
                        <a:lstStyle/>
                        <a:p>
                          <a:endParaRPr lang="en-US"/>
                        </a:p>
                      </a:txBody>
                      <a:tcPr>
                        <a:blipFill>
                          <a:blip r:embed="rId7"/>
                          <a:stretch>
                            <a:fillRect l="-79032" t="-102778" r="-1075" b="-305556"/>
                          </a:stretch>
                        </a:blipFill>
                      </a:tcPr>
                    </a:tc>
                    <a:extLst>
                      <a:ext uri="{0D108BD9-81ED-4DB2-BD59-A6C34878D82A}">
                        <a16:rowId xmlns:a16="http://schemas.microsoft.com/office/drawing/2014/main" val="3466037842"/>
                      </a:ext>
                    </a:extLst>
                  </a:tr>
                  <a:tr h="457200">
                    <a:tc>
                      <a:txBody>
                        <a:bodyPr/>
                        <a:lstStyle/>
                        <a:p>
                          <a:endParaRPr lang="en-US"/>
                        </a:p>
                      </a:txBody>
                      <a:tcPr>
                        <a:blipFill>
                          <a:blip r:embed="rId7"/>
                          <a:stretch>
                            <a:fillRect l="-1370" t="-202778" r="-357534" b="-205556"/>
                          </a:stretch>
                        </a:blipFill>
                      </a:tcPr>
                    </a:tc>
                    <a:tc>
                      <a:txBody>
                        <a:bodyPr/>
                        <a:lstStyle/>
                        <a:p>
                          <a:endParaRPr lang="en-US"/>
                        </a:p>
                      </a:txBody>
                      <a:tcPr>
                        <a:blipFill>
                          <a:blip r:embed="rId7"/>
                          <a:stretch>
                            <a:fillRect l="-101370" t="-202778" r="-257534" b="-205556"/>
                          </a:stretch>
                        </a:blipFill>
                      </a:tcPr>
                    </a:tc>
                    <a:tc>
                      <a:txBody>
                        <a:bodyPr/>
                        <a:lstStyle/>
                        <a:p>
                          <a:endParaRPr lang="en-US"/>
                        </a:p>
                      </a:txBody>
                      <a:tcPr>
                        <a:blipFill>
                          <a:blip r:embed="rId7"/>
                          <a:stretch>
                            <a:fillRect l="-79032" t="-202778" r="-1075" b="-205556"/>
                          </a:stretch>
                        </a:blipFill>
                      </a:tcPr>
                    </a:tc>
                    <a:extLst>
                      <a:ext uri="{0D108BD9-81ED-4DB2-BD59-A6C34878D82A}">
                        <a16:rowId xmlns:a16="http://schemas.microsoft.com/office/drawing/2014/main" val="3855827239"/>
                      </a:ext>
                    </a:extLst>
                  </a:tr>
                  <a:tr h="457200">
                    <a:tc>
                      <a:txBody>
                        <a:bodyPr/>
                        <a:lstStyle/>
                        <a:p>
                          <a:endParaRPr lang="en-US"/>
                        </a:p>
                      </a:txBody>
                      <a:tcPr>
                        <a:blipFill>
                          <a:blip r:embed="rId7"/>
                          <a:stretch>
                            <a:fillRect l="-1370" t="-302778" r="-357534" b="-105556"/>
                          </a:stretch>
                        </a:blipFill>
                      </a:tcPr>
                    </a:tc>
                    <a:tc>
                      <a:txBody>
                        <a:bodyPr/>
                        <a:lstStyle/>
                        <a:p>
                          <a:endParaRPr lang="en-US"/>
                        </a:p>
                      </a:txBody>
                      <a:tcPr>
                        <a:blipFill>
                          <a:blip r:embed="rId7"/>
                          <a:stretch>
                            <a:fillRect l="-101370" t="-302778" r="-257534" b="-105556"/>
                          </a:stretch>
                        </a:blipFill>
                      </a:tcPr>
                    </a:tc>
                    <a:tc>
                      <a:txBody>
                        <a:bodyPr/>
                        <a:lstStyle/>
                        <a:p>
                          <a:endParaRPr lang="en-US"/>
                        </a:p>
                      </a:txBody>
                      <a:tcPr>
                        <a:blipFill>
                          <a:blip r:embed="rId7"/>
                          <a:stretch>
                            <a:fillRect l="-79032" t="-302778" r="-1075" b="-105556"/>
                          </a:stretch>
                        </a:blipFill>
                      </a:tcPr>
                    </a:tc>
                    <a:extLst>
                      <a:ext uri="{0D108BD9-81ED-4DB2-BD59-A6C34878D82A}">
                        <a16:rowId xmlns:a16="http://schemas.microsoft.com/office/drawing/2014/main" val="3366229571"/>
                      </a:ext>
                    </a:extLst>
                  </a:tr>
                  <a:tr h="457200">
                    <a:tc>
                      <a:txBody>
                        <a:bodyPr/>
                        <a:lstStyle/>
                        <a:p>
                          <a:endParaRPr lang="en-US"/>
                        </a:p>
                      </a:txBody>
                      <a:tcPr>
                        <a:blipFill>
                          <a:blip r:embed="rId7"/>
                          <a:stretch>
                            <a:fillRect l="-1370" t="-402778" r="-357534" b="-5556"/>
                          </a:stretch>
                        </a:blipFill>
                      </a:tcPr>
                    </a:tc>
                    <a:tc>
                      <a:txBody>
                        <a:bodyPr/>
                        <a:lstStyle/>
                        <a:p>
                          <a:endParaRPr lang="en-US"/>
                        </a:p>
                      </a:txBody>
                      <a:tcPr>
                        <a:blipFill>
                          <a:blip r:embed="rId7"/>
                          <a:stretch>
                            <a:fillRect l="-101370" t="-402778" r="-257534" b="-5556"/>
                          </a:stretch>
                        </a:blipFill>
                      </a:tcPr>
                    </a:tc>
                    <a:tc>
                      <a:txBody>
                        <a:bodyPr/>
                        <a:lstStyle/>
                        <a:p>
                          <a:endParaRPr lang="en-US"/>
                        </a:p>
                      </a:txBody>
                      <a:tcPr>
                        <a:blipFill>
                          <a:blip r:embed="rId7"/>
                          <a:stretch>
                            <a:fillRect l="-79032" t="-402778" r="-1075" b="-5556"/>
                          </a:stretch>
                        </a:blipFill>
                      </a:tcPr>
                    </a:tc>
                    <a:extLst>
                      <a:ext uri="{0D108BD9-81ED-4DB2-BD59-A6C34878D82A}">
                        <a16:rowId xmlns:a16="http://schemas.microsoft.com/office/drawing/2014/main" val="861795374"/>
                      </a:ext>
                    </a:extLst>
                  </a:tr>
                </a:tbl>
              </a:graphicData>
            </a:graphic>
          </p:graphicFrame>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C17CE2B-181D-D942-B77D-0D211A2B2422}"/>
                  </a:ext>
                </a:extLst>
              </p:cNvPr>
              <p:cNvSpPr txBox="1"/>
              <p:nvPr/>
            </p:nvSpPr>
            <p:spPr>
              <a:xfrm>
                <a:off x="2380861" y="1473969"/>
                <a:ext cx="2438400" cy="461665"/>
              </a:xfrm>
              <a:prstGeom prst="rect">
                <a:avLst/>
              </a:prstGeom>
              <a:no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Pr</m:t>
                          </m:r>
                        </m:fName>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𝐴</m:t>
                              </m:r>
                            </m:e>
                          </m:d>
                        </m:e>
                      </m:func>
                      <m:r>
                        <a:rPr lang="en-US" sz="2400" i="1">
                          <a:latin typeface="Cambria Math" panose="02040503050406030204" pitchFamily="18" charset="0"/>
                        </a:rPr>
                        <m:t>=0.5</m:t>
                      </m:r>
                    </m:oMath>
                  </m:oMathPara>
                </a14:m>
                <a:endParaRPr lang="en-US" sz="2400" dirty="0"/>
              </a:p>
            </p:txBody>
          </p:sp>
        </mc:Choice>
        <mc:Fallback xmlns="">
          <p:sp>
            <p:nvSpPr>
              <p:cNvPr id="5" name="TextBox 4">
                <a:extLst>
                  <a:ext uri="{FF2B5EF4-FFF2-40B4-BE49-F238E27FC236}">
                    <a16:creationId xmlns:a16="http://schemas.microsoft.com/office/drawing/2014/main" id="{9C17CE2B-181D-D942-B77D-0D211A2B2422}"/>
                  </a:ext>
                </a:extLst>
              </p:cNvPr>
              <p:cNvSpPr txBox="1">
                <a:spLocks noRot="1" noChangeAspect="1" noMove="1" noResize="1" noEditPoints="1" noAdjustHandles="1" noChangeArrowheads="1" noChangeShapeType="1" noTextEdit="1"/>
              </p:cNvSpPr>
              <p:nvPr/>
            </p:nvSpPr>
            <p:spPr>
              <a:xfrm>
                <a:off x="2380861" y="1473969"/>
                <a:ext cx="2438400" cy="461665"/>
              </a:xfrm>
              <a:prstGeom prst="rect">
                <a:avLst/>
              </a:prstGeom>
              <a:blipFill>
                <a:blip r:embed="rId8"/>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C173EC7-2728-8B4F-83F8-23B8CAEB033A}"/>
                  </a:ext>
                </a:extLst>
              </p:cNvPr>
              <p:cNvSpPr txBox="1"/>
              <p:nvPr/>
            </p:nvSpPr>
            <p:spPr>
              <a:xfrm>
                <a:off x="5715000" y="1473887"/>
                <a:ext cx="2438400" cy="461665"/>
              </a:xfrm>
              <a:prstGeom prst="rect">
                <a:avLst/>
              </a:prstGeom>
              <a:no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Pr</m:t>
                          </m:r>
                        </m:fName>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𝐵</m:t>
                              </m:r>
                            </m:e>
                          </m:d>
                        </m:e>
                      </m:func>
                      <m:r>
                        <a:rPr lang="en-US" sz="2400" i="1">
                          <a:latin typeface="Cambria Math" panose="02040503050406030204" pitchFamily="18" charset="0"/>
                        </a:rPr>
                        <m:t>=0.5</m:t>
                      </m:r>
                    </m:oMath>
                  </m:oMathPara>
                </a14:m>
                <a:endParaRPr lang="en-US" sz="2400" dirty="0"/>
              </a:p>
            </p:txBody>
          </p:sp>
        </mc:Choice>
        <mc:Fallback xmlns="">
          <p:sp>
            <p:nvSpPr>
              <p:cNvPr id="14" name="TextBox 13">
                <a:extLst>
                  <a:ext uri="{FF2B5EF4-FFF2-40B4-BE49-F238E27FC236}">
                    <a16:creationId xmlns:a16="http://schemas.microsoft.com/office/drawing/2014/main" id="{DC173EC7-2728-8B4F-83F8-23B8CAEB033A}"/>
                  </a:ext>
                </a:extLst>
              </p:cNvPr>
              <p:cNvSpPr txBox="1">
                <a:spLocks noRot="1" noChangeAspect="1" noMove="1" noResize="1" noEditPoints="1" noAdjustHandles="1" noChangeArrowheads="1" noChangeShapeType="1" noTextEdit="1"/>
              </p:cNvSpPr>
              <p:nvPr/>
            </p:nvSpPr>
            <p:spPr>
              <a:xfrm>
                <a:off x="5715000" y="1473887"/>
                <a:ext cx="2438400" cy="461665"/>
              </a:xfrm>
              <a:prstGeom prst="rect">
                <a:avLst/>
              </a:prstGeom>
              <a:blipFill>
                <a:blip r:embed="rId9"/>
                <a:stretch>
                  <a:fillRect/>
                </a:stretch>
              </a:blipFill>
              <a:ln>
                <a:solidFill>
                  <a:schemeClr val="tx1"/>
                </a:solidFill>
              </a:ln>
            </p:spPr>
            <p:txBody>
              <a:bodyPr/>
              <a:lstStyle/>
              <a:p>
                <a:r>
                  <a:rPr lang="en-GB">
                    <a:noFill/>
                  </a:rPr>
                  <a:t> </a:t>
                </a:r>
              </a:p>
            </p:txBody>
          </p:sp>
        </mc:Fallback>
      </mc:AlternateContent>
    </p:spTree>
    <p:extLst>
      <p:ext uri="{BB962C8B-B14F-4D97-AF65-F5344CB8AC3E}">
        <p14:creationId xmlns:p14="http://schemas.microsoft.com/office/powerpoint/2010/main" val="7662735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Rules for d-Connectedness and d-Separation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Rule 1:</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m:t>
                        </m:r>
                      </m:sub>
                    </m:sSub>
                  </m:oMath>
                </a14:m>
                <a:r>
                  <a:rPr lang="en-US" dirty="0"/>
                  <a:t> are </a:t>
                </a:r>
                <a:r>
                  <a:rPr lang="en-US" i="1" dirty="0"/>
                  <a:t>d-connected</a:t>
                </a:r>
                <a:r>
                  <a:rPr lang="en-US" dirty="0"/>
                  <a:t> if there is an unblocked path between them:</a:t>
                </a:r>
              </a:p>
              <a:p>
                <a:pPr lvl="2"/>
                <a:r>
                  <a:rPr lang="en-US" dirty="0"/>
                  <a:t>We can traverse a path along the arrow and not encounter a colliding arrow.</a:t>
                </a:r>
              </a:p>
              <a:p>
                <a:pPr lvl="2"/>
                <a:endParaRPr lang="en-US" dirty="0"/>
              </a:p>
              <a:p>
                <a:pPr lvl="2"/>
                <a:r>
                  <a:rPr lang="en-US" dirty="0"/>
                  <a:t>Here </a:t>
                </a:r>
                <a:r>
                  <a:rPr lang="en-US" i="1" dirty="0"/>
                  <a:t>x</a:t>
                </a:r>
                <a:r>
                  <a:rPr lang="en-US" dirty="0"/>
                  <a:t> is d-connected to </a:t>
                </a:r>
                <a:r>
                  <a:rPr lang="en-US" i="1" dirty="0"/>
                  <a:t>t</a:t>
                </a:r>
                <a:r>
                  <a:rPr lang="en-US" dirty="0"/>
                  <a:t>, y is d-connected to </a:t>
                </a:r>
                <a:r>
                  <a:rPr lang="en-US" i="1" dirty="0"/>
                  <a:t>t</a:t>
                </a:r>
                <a:r>
                  <a:rPr lang="en-US" dirty="0"/>
                  <a:t>, but </a:t>
                </a:r>
                <a:r>
                  <a:rPr lang="en-US" i="1" dirty="0"/>
                  <a:t>x</a:t>
                </a:r>
                <a:r>
                  <a:rPr lang="en-US" dirty="0"/>
                  <a:t> is not d-connected to </a:t>
                </a:r>
                <a:r>
                  <a:rPr lang="en-US" i="1" dirty="0"/>
                  <a:t>y</a:t>
                </a:r>
                <a:r>
                  <a:rPr lang="en-US" dirty="0"/>
                  <a:t> because of the collision at </a:t>
                </a:r>
                <a:r>
                  <a:rPr lang="en-US" i="1" dirty="0"/>
                  <a:t>t</a:t>
                </a:r>
                <a:r>
                  <a:rPr lang="en-US" dirty="0"/>
                  <a:t>. I.e. </a:t>
                </a:r>
                <a:r>
                  <a:rPr lang="en-US" i="1" dirty="0"/>
                  <a:t>x</a:t>
                </a:r>
                <a:r>
                  <a:rPr lang="en-US" dirty="0"/>
                  <a:t> is d-separated from </a:t>
                </a:r>
                <a:r>
                  <a:rPr lang="en-US" i="1" dirty="0"/>
                  <a:t>y.</a:t>
                </a:r>
                <a:endParaRPr lang="en-US" dirty="0"/>
              </a:p>
              <a:p>
                <a:pPr lvl="2"/>
                <a:r>
                  <a:rPr lang="en-US" dirty="0"/>
                  <a:t>(Note: Also d-connected to nodes in between if there’s no collision)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444" t="-1444"/>
                </a:stretch>
              </a:blipFill>
            </p:spPr>
            <p:txBody>
              <a:bodyPr/>
              <a:lstStyle/>
              <a:p>
                <a:r>
                  <a:rPr lang="en-US">
                    <a:noFill/>
                  </a:rPr>
                  <a:t> </a:t>
                </a:r>
              </a:p>
            </p:txBody>
          </p:sp>
        </mc:Fallback>
      </mc:AlternateContent>
      <p:pic>
        <p:nvPicPr>
          <p:cNvPr id="1026" name="Picture 2" descr="http://bayes.cs.ucla.edu/BOOK-2K/web-eq1.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8833" y="2469261"/>
            <a:ext cx="4733925" cy="4191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52810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Rules for d-Connectedness and d-Separation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Rule 2:</a:t>
                </a:r>
              </a:p>
              <a:p>
                <a:pPr lvl="1"/>
                <a:r>
                  <a:rPr lang="en-US" dirty="0"/>
                  <a:t>If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m:t>
                        </m:r>
                      </m:sub>
                    </m:sSub>
                  </m:oMath>
                </a14:m>
                <a:r>
                  <a:rPr lang="en-US" dirty="0"/>
                  <a:t> are conditioned on a set of variables in </a:t>
                </a:r>
                <a14:m>
                  <m:oMath xmlns:m="http://schemas.openxmlformats.org/officeDocument/2006/math">
                    <m:r>
                      <a:rPr lang="en-US" i="1">
                        <a:latin typeface="Cambria Math" panose="02040503050406030204" pitchFamily="18" charset="0"/>
                      </a:rPr>
                      <m:t>𝑍</m:t>
                    </m:r>
                  </m:oMath>
                </a14:m>
                <a:r>
                  <a:rPr lang="en-US" dirty="0"/>
                  <a:t>, and if there are no paths from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oMath>
                </a14:m>
                <a:r>
                  <a:rPr lang="en-US" dirty="0"/>
                  <a:t> to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2</m:t>
                        </m:r>
                      </m:sub>
                    </m:sSub>
                  </m:oMath>
                </a14:m>
                <a:r>
                  <a:rPr lang="en-US" dirty="0"/>
                  <a:t> that do not pass through any member of </a:t>
                </a:r>
                <a14:m>
                  <m:oMath xmlns:m="http://schemas.openxmlformats.org/officeDocument/2006/math">
                    <m:r>
                      <a:rPr lang="en-US" i="1">
                        <a:latin typeface="Cambria Math" panose="02040503050406030204" pitchFamily="18" charset="0"/>
                      </a:rPr>
                      <m:t>𝑍</m:t>
                    </m:r>
                  </m:oMath>
                </a14:m>
                <a:r>
                  <a:rPr lang="en-US" dirty="0"/>
                  <a:t>, then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2</m:t>
                        </m:r>
                      </m:sub>
                    </m:sSub>
                  </m:oMath>
                </a14:m>
                <a:r>
                  <a:rPr lang="en-US" dirty="0"/>
                  <a:t> are d-separated by </a:t>
                </a:r>
                <a14:m>
                  <m:oMath xmlns:m="http://schemas.openxmlformats.org/officeDocument/2006/math">
                    <m:r>
                      <a:rPr lang="en-US" i="1">
                        <a:latin typeface="Cambria Math" panose="02040503050406030204" pitchFamily="18" charset="0"/>
                      </a:rPr>
                      <m:t>𝑍</m:t>
                    </m:r>
                  </m:oMath>
                </a14:m>
                <a:r>
                  <a:rPr lang="en-US" dirty="0"/>
                  <a:t>:</a:t>
                </a:r>
              </a:p>
              <a:p>
                <a:pPr lvl="1"/>
                <a:endParaRPr lang="en-US" dirty="0"/>
              </a:p>
              <a:p>
                <a:pPr lvl="1"/>
                <a:endParaRPr lang="en-US" dirty="0"/>
              </a:p>
              <a:p>
                <a:pPr lvl="1"/>
                <a:r>
                  <a:rPr lang="en-US" dirty="0"/>
                  <a:t>Here </a:t>
                </a:r>
                <a14:m>
                  <m:oMath xmlns:m="http://schemas.openxmlformats.org/officeDocument/2006/math">
                    <m:r>
                      <a:rPr lang="en-US" i="1">
                        <a:latin typeface="Cambria Math" panose="02040503050406030204" pitchFamily="18" charset="0"/>
                      </a:rPr>
                      <m:t>𝑍</m:t>
                    </m:r>
                    <m:r>
                      <a:rPr lang="en-US" b="0" i="1" smtClean="0">
                        <a:latin typeface="Cambria Math" panose="02040503050406030204" pitchFamily="18" charset="0"/>
                      </a:rPr>
                      <m:t>=</m:t>
                    </m:r>
                    <m:r>
                      <m:rPr>
                        <m:lit/>
                      </m:rP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 </m:t>
                    </m:r>
                    <m:r>
                      <a:rPr lang="en-US" b="0" i="1" smtClean="0">
                        <a:latin typeface="Cambria Math" panose="02040503050406030204" pitchFamily="18" charset="0"/>
                      </a:rPr>
                      <m:t>𝑣</m:t>
                    </m:r>
                    <m:r>
                      <m:rPr>
                        <m:lit/>
                      </m:rPr>
                      <a:rPr lang="en-US" b="0" i="1" smtClean="0">
                        <a:latin typeface="Cambria Math" panose="02040503050406030204" pitchFamily="18" charset="0"/>
                      </a:rPr>
                      <m:t>}</m:t>
                    </m:r>
                  </m:oMath>
                </a14:m>
                <a:r>
                  <a:rPr lang="en-US" dirty="0"/>
                  <a:t>, and </a:t>
                </a:r>
                <a:r>
                  <a:rPr lang="en-US" i="1" dirty="0"/>
                  <a:t>x</a:t>
                </a:r>
                <a:r>
                  <a:rPr lang="en-US" dirty="0"/>
                  <a:t> and </a:t>
                </a:r>
                <a:r>
                  <a:rPr lang="en-US" i="1" dirty="0"/>
                  <a:t>s</a:t>
                </a:r>
                <a:r>
                  <a:rPr lang="en-US" dirty="0"/>
                  <a:t> are d-separated by </a:t>
                </a:r>
                <a:r>
                  <a:rPr lang="en-US" i="1" dirty="0"/>
                  <a:t>r</a:t>
                </a:r>
                <a:r>
                  <a:rPr lang="en-US" dirty="0"/>
                  <a:t>, and likewise </a:t>
                </a:r>
                <a:r>
                  <a:rPr lang="en-US" i="1" dirty="0"/>
                  <a:t>u</a:t>
                </a:r>
                <a:r>
                  <a:rPr lang="en-US" dirty="0"/>
                  <a:t> and </a:t>
                </a:r>
                <a:r>
                  <a:rPr lang="en-US" i="1" dirty="0"/>
                  <a:t>y</a:t>
                </a:r>
                <a:r>
                  <a:rPr lang="en-US" dirty="0"/>
                  <a:t> are d-separated by </a:t>
                </a:r>
                <a:r>
                  <a:rPr lang="en-US" i="1" dirty="0"/>
                  <a:t>v</a:t>
                </a:r>
                <a:r>
                  <a:rPr lang="en-US" dirty="0"/>
                  <a:t>. </a:t>
                </a:r>
                <a:r>
                  <a:rPr lang="en-US" i="1" dirty="0"/>
                  <a:t>x </a:t>
                </a:r>
                <a:r>
                  <a:rPr lang="en-US" dirty="0"/>
                  <a:t> and </a:t>
                </a:r>
                <a:r>
                  <a:rPr lang="en-US" i="1" dirty="0"/>
                  <a:t>y</a:t>
                </a:r>
                <a:r>
                  <a:rPr lang="en-US" dirty="0"/>
                  <a:t> are d-separated by </a:t>
                </a:r>
                <a14:m>
                  <m:oMath xmlns:m="http://schemas.openxmlformats.org/officeDocument/2006/math">
                    <m:r>
                      <a:rPr lang="en-US" i="1">
                        <a:latin typeface="Cambria Math" panose="02040503050406030204" pitchFamily="18" charset="0"/>
                      </a:rPr>
                      <m:t>𝑍</m:t>
                    </m:r>
                  </m:oMath>
                </a14:m>
                <a:r>
                  <a:rPr lang="en-US" dirty="0"/>
                  <a:t>.</a:t>
                </a:r>
              </a:p>
              <a:p>
                <a:pPr marL="344478" lvl="1"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444" t="-1444" r="-1167"/>
                </a:stretch>
              </a:blipFill>
            </p:spPr>
            <p:txBody>
              <a:bodyPr/>
              <a:lstStyle/>
              <a:p>
                <a:r>
                  <a:rPr lang="en-US">
                    <a:noFill/>
                  </a:rPr>
                  <a:t> </a:t>
                </a:r>
              </a:p>
            </p:txBody>
          </p:sp>
        </mc:Fallback>
      </mc:AlternateContent>
      <p:pic>
        <p:nvPicPr>
          <p:cNvPr id="2050" name="Picture 2" descr="http://singapore.cs.ucla.edu/BOOK-2K/web-eq2.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4099" y="2933701"/>
            <a:ext cx="4867275" cy="53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18632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Rules for d-Connectedness and d-Separation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Rule 3:</a:t>
                </a:r>
              </a:p>
              <a:p>
                <a:pPr lvl="1"/>
                <a:r>
                  <a:rPr lang="en-US" dirty="0"/>
                  <a:t>Common Effect:  If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oMath>
                </a14:m>
                <a:r>
                  <a:rPr lang="en-US" dirty="0"/>
                  <a:t> and/or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2</m:t>
                        </m:r>
                      </m:sub>
                    </m:sSub>
                  </m:oMath>
                </a14:m>
                <a:r>
                  <a:rPr lang="en-US" dirty="0"/>
                  <a:t> have a common effect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3</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3</m:t>
                        </m:r>
                      </m:sub>
                    </m:sSub>
                  </m:oMath>
                </a14:m>
                <a:r>
                  <a:rPr lang="en-US" dirty="0"/>
                  <a:t> is known, then knowing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oMath>
                </a14:m>
                <a:r>
                  <a:rPr lang="en-US" dirty="0"/>
                  <a:t> affects our knowledge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2</m:t>
                        </m:r>
                      </m:sub>
                    </m:sSub>
                  </m:oMath>
                </a14:m>
                <a:endParaRPr lang="en-US" dirty="0"/>
              </a:p>
              <a:p>
                <a:pPr lvl="1"/>
                <a:r>
                  <a:rPr lang="en-US" dirty="0"/>
                  <a:t>Thus a collider node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3</m:t>
                        </m:r>
                      </m:sub>
                    </m:sSub>
                  </m:oMath>
                </a14:m>
                <a:r>
                  <a:rPr lang="en-US" dirty="0"/>
                  <a:t> no longer blocks the path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2</m:t>
                        </m:r>
                      </m:sub>
                    </m:sSub>
                  </m:oMath>
                </a14:m>
                <a:r>
                  <a:rPr lang="en-US" dirty="0"/>
                  <a:t>if its state, or the state of one of its children is known. Thus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2</m:t>
                        </m:r>
                      </m:sub>
                    </m:sSub>
                  </m:oMath>
                </a14:m>
                <a:r>
                  <a:rPr lang="en-US" dirty="0"/>
                  <a:t> are no longer definitively or conditionally independent.</a:t>
                </a:r>
              </a:p>
              <a:p>
                <a:pPr lvl="1"/>
                <a:endParaRPr lang="en-US" dirty="0"/>
              </a:p>
              <a:p>
                <a:pPr lvl="1"/>
                <a:endParaRPr lang="en-US" dirty="0"/>
              </a:p>
              <a:p>
                <a:pPr lvl="1"/>
                <a:endParaRPr lang="en-US" dirty="0"/>
              </a:p>
              <a:p>
                <a:pPr lvl="1"/>
                <a:endParaRPr lang="en-US" dirty="0"/>
              </a:p>
              <a:p>
                <a:pPr lvl="1"/>
                <a:r>
                  <a:rPr lang="en-US" dirty="0"/>
                  <a:t>Here </a:t>
                </a:r>
                <a:r>
                  <a:rPr lang="en-US" i="1" dirty="0"/>
                  <a:t>s</a:t>
                </a:r>
                <a:r>
                  <a:rPr lang="en-US" dirty="0"/>
                  <a:t> and </a:t>
                </a:r>
                <a:r>
                  <a:rPr lang="en-US" i="1" dirty="0"/>
                  <a:t>u</a:t>
                </a:r>
                <a:r>
                  <a:rPr lang="en-US" dirty="0"/>
                  <a:t> were formerly blocked by </a:t>
                </a:r>
                <a:r>
                  <a:rPr lang="en-US" i="1" dirty="0"/>
                  <a:t>t</a:t>
                </a:r>
                <a:r>
                  <a:rPr lang="en-US" dirty="0"/>
                  <a:t>, but once </a:t>
                </a:r>
                <a:r>
                  <a:rPr lang="en-US" i="1" dirty="0"/>
                  <a:t>p</a:t>
                </a:r>
                <a:r>
                  <a:rPr lang="en-US" dirty="0"/>
                  <a:t> is known, </a:t>
                </a:r>
                <a:r>
                  <a:rPr lang="en-US" i="1" dirty="0"/>
                  <a:t>t</a:t>
                </a:r>
                <a:r>
                  <a:rPr lang="en-US" dirty="0"/>
                  <a:t> no longer blocks </a:t>
                </a:r>
                <a:r>
                  <a:rPr lang="en-US" i="1" dirty="0"/>
                  <a:t>s </a:t>
                </a:r>
                <a:r>
                  <a:rPr lang="en-US" dirty="0"/>
                  <a:t>and </a:t>
                </a:r>
                <a:r>
                  <a:rPr lang="en-US" i="1" dirty="0"/>
                  <a:t>u</a:t>
                </a:r>
                <a:r>
                  <a:rPr lang="en-US" dirty="0"/>
                  <a:t> and they are now d-connected.</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444" t="-1444" r="-778" b="-2333"/>
                </a:stretch>
              </a:blipFill>
            </p:spPr>
            <p:txBody>
              <a:bodyPr/>
              <a:lstStyle/>
              <a:p>
                <a:r>
                  <a:rPr lang="en-US">
                    <a:noFill/>
                  </a:rPr>
                  <a:t> </a:t>
                </a:r>
              </a:p>
            </p:txBody>
          </p:sp>
        </mc:Fallback>
      </mc:AlternateContent>
      <p:pic>
        <p:nvPicPr>
          <p:cNvPr id="3074" name="Picture 2" descr="http://bayes.cs.ucla.edu/BOOK-2K/web-eq3.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5671" y="3733800"/>
            <a:ext cx="4772025" cy="13430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8733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16098" name="Rectangle 2"/>
              <p:cNvSpPr>
                <a:spLocks noGrp="1" noChangeArrowheads="1"/>
              </p:cNvSpPr>
              <p:nvPr>
                <p:ph type="title"/>
              </p:nvPr>
            </p:nvSpPr>
            <p:spPr>
              <a:xfrm>
                <a:off x="2506134" y="457202"/>
                <a:ext cx="7704667" cy="990599"/>
              </a:xfrm>
            </p:spPr>
            <p:txBody>
              <a:bodyPr>
                <a:normAutofit/>
              </a:bodyPr>
              <a:lstStyle/>
              <a:p>
                <a:r>
                  <a:rPr lang="en-US" dirty="0"/>
                  <a:t>General Case – </a:t>
                </a:r>
                <a14:m>
                  <m:oMath xmlns:m="http://schemas.openxmlformats.org/officeDocument/2006/math">
                    <m:r>
                      <a:rPr lang="en-US" i="1">
                        <a:latin typeface="Cambria Math" panose="02040503050406030204" pitchFamily="18" charset="0"/>
                      </a:rPr>
                      <m:t>𝑑</m:t>
                    </m:r>
                  </m:oMath>
                </a14:m>
                <a:r>
                  <a:rPr lang="en-US" dirty="0"/>
                  <a:t> Separation</a:t>
                </a:r>
              </a:p>
            </p:txBody>
          </p:sp>
        </mc:Choice>
        <mc:Fallback xmlns="">
          <p:sp>
            <p:nvSpPr>
              <p:cNvPr id="516098" name="Rectangle 2"/>
              <p:cNvSpPr>
                <a:spLocks noGrp="1" noRot="1" noChangeAspect="1" noMove="1" noResize="1" noEditPoints="1" noAdjustHandles="1" noChangeArrowheads="1" noChangeShapeType="1" noTextEdit="1"/>
              </p:cNvSpPr>
              <p:nvPr>
                <p:ph type="title"/>
              </p:nvPr>
            </p:nvSpPr>
            <p:spPr>
              <a:xfrm>
                <a:off x="2506134" y="457202"/>
                <a:ext cx="7704667" cy="990599"/>
              </a:xfrm>
              <a:blipFill>
                <a:blip r:embed="rId3"/>
                <a:stretch>
                  <a:fillRect l="-2961" t="-12658" b="-1266"/>
                </a:stretch>
              </a:blipFill>
            </p:spPr>
            <p:txBody>
              <a:bodyPr/>
              <a:lstStyle/>
              <a:p>
                <a:r>
                  <a:rPr lang="en-GB">
                    <a:noFill/>
                  </a:rPr>
                  <a:t> </a:t>
                </a:r>
              </a:p>
            </p:txBody>
          </p:sp>
        </mc:Fallback>
      </mc:AlternateContent>
      <p:sp>
        <p:nvSpPr>
          <p:cNvPr id="4" name="Slide Number Placeholder 3"/>
          <p:cNvSpPr>
            <a:spLocks noGrp="1"/>
          </p:cNvSpPr>
          <p:nvPr>
            <p:ph type="sldNum" sz="quarter" idx="4294967295"/>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56</a:t>
            </a:fld>
            <a:endParaRPr lang="en-US"/>
          </a:p>
        </p:txBody>
      </p:sp>
      <mc:AlternateContent xmlns:mc="http://schemas.openxmlformats.org/markup-compatibility/2006" xmlns:a14="http://schemas.microsoft.com/office/drawing/2010/main">
        <mc:Choice Requires="a14">
          <p:sp>
            <p:nvSpPr>
              <p:cNvPr id="2" name="TextBox 1"/>
              <p:cNvSpPr txBox="1"/>
              <p:nvPr/>
            </p:nvSpPr>
            <p:spPr>
              <a:xfrm>
                <a:off x="2800483" y="1371601"/>
                <a:ext cx="7115967" cy="646331"/>
              </a:xfrm>
              <a:prstGeom prst="rect">
                <a:avLst/>
              </a:prstGeom>
              <a:noFill/>
            </p:spPr>
            <p:txBody>
              <a:bodyPr wrap="square" rtlCol="0">
                <a:spAutoFit/>
              </a:bodyPr>
              <a:lstStyle/>
              <a:p>
                <a:pPr marL="342900" indent="-342900">
                  <a:buFont typeface="Arial" panose="020B0604020202020204" pitchFamily="34" charset="0"/>
                  <a:buChar char="•"/>
                </a:pPr>
                <a:r>
                  <a:rPr lang="en-US" b="0" dirty="0"/>
                  <a:t>A path is </a:t>
                </a:r>
                <a:r>
                  <a:rPr lang="en-US" dirty="0"/>
                  <a:t>active </a:t>
                </a:r>
                <a:r>
                  <a:rPr lang="en-US" b="0" dirty="0" err="1"/>
                  <a:t>iff</a:t>
                </a:r>
                <a:r>
                  <a:rPr lang="en-US" b="0" dirty="0"/>
                  <a:t> every triple on path is active</a:t>
                </a:r>
              </a:p>
              <a:p>
                <a:pPr marL="342900" indent="-342900">
                  <a:buFont typeface="Arial" panose="020B0604020202020204" pitchFamily="34" charset="0"/>
                  <a:buChar char="•"/>
                </a:pPr>
                <a:r>
                  <a:rPr lang="en-US" dirty="0"/>
                  <a:t>One </a:t>
                </a:r>
                <a:r>
                  <a:rPr lang="en-US" b="0" dirty="0"/>
                  <a:t>inactive triple </a:t>
                </a:r>
                <a14:m>
                  <m:oMath xmlns:m="http://schemas.openxmlformats.org/officeDocument/2006/math">
                    <m:r>
                      <a:rPr lang="en-US" b="0" i="1" smtClean="0">
                        <a:latin typeface="Cambria Math" panose="02040503050406030204" pitchFamily="18" charset="0"/>
                      </a:rPr>
                      <m:t>⇒</m:t>
                    </m:r>
                  </m:oMath>
                </a14:m>
                <a:r>
                  <a:rPr lang="en-US" b="0" dirty="0"/>
                  <a:t> path is </a:t>
                </a:r>
                <a:r>
                  <a:rPr lang="en-US" dirty="0"/>
                  <a:t>inactive</a:t>
                </a:r>
                <a:r>
                  <a:rPr lang="en-US" b="0" dirty="0"/>
                  <a:t>!</a:t>
                </a:r>
              </a:p>
            </p:txBody>
          </p:sp>
        </mc:Choice>
        <mc:Fallback xmlns="">
          <p:sp>
            <p:nvSpPr>
              <p:cNvPr id="2" name="TextBox 1"/>
              <p:cNvSpPr txBox="1">
                <a:spLocks noRot="1" noChangeAspect="1" noMove="1" noResize="1" noEditPoints="1" noAdjustHandles="1" noChangeArrowheads="1" noChangeShapeType="1" noTextEdit="1"/>
              </p:cNvSpPr>
              <p:nvPr/>
            </p:nvSpPr>
            <p:spPr>
              <a:xfrm>
                <a:off x="2800483" y="1371601"/>
                <a:ext cx="7115967" cy="646331"/>
              </a:xfrm>
              <a:prstGeom prst="rect">
                <a:avLst/>
              </a:prstGeom>
              <a:blipFill>
                <a:blip r:embed="rId4"/>
                <a:stretch>
                  <a:fillRect l="-535" t="-3922" b="-13725"/>
                </a:stretch>
              </a:blipFill>
            </p:spPr>
            <p:txBody>
              <a:bodyPr/>
              <a:lstStyle/>
              <a:p>
                <a:r>
                  <a:rPr lang="en-GB">
                    <a:noFill/>
                  </a:rPr>
                  <a:t> </a:t>
                </a:r>
              </a:p>
            </p:txBody>
          </p:sp>
        </mc:Fallback>
      </mc:AlternateContent>
      <p:graphicFrame>
        <p:nvGraphicFramePr>
          <p:cNvPr id="5" name="Table 4"/>
          <p:cNvGraphicFramePr>
            <a:graphicFrameLocks noGrp="1"/>
          </p:cNvGraphicFramePr>
          <p:nvPr/>
        </p:nvGraphicFramePr>
        <p:xfrm>
          <a:off x="2285999" y="2209801"/>
          <a:ext cx="7630450" cy="4447207"/>
        </p:xfrm>
        <a:graphic>
          <a:graphicData uri="http://schemas.openxmlformats.org/drawingml/2006/table">
            <a:tbl>
              <a:tblPr firstRow="1" bandRow="1">
                <a:tableStyleId>{5940675A-B579-460E-94D1-54222C63F5DA}</a:tableStyleId>
              </a:tblPr>
              <a:tblGrid>
                <a:gridCol w="3815225">
                  <a:extLst>
                    <a:ext uri="{9D8B030D-6E8A-4147-A177-3AD203B41FA5}">
                      <a16:colId xmlns:a16="http://schemas.microsoft.com/office/drawing/2014/main" val="3347080261"/>
                    </a:ext>
                  </a:extLst>
                </a:gridCol>
                <a:gridCol w="3815225">
                  <a:extLst>
                    <a:ext uri="{9D8B030D-6E8A-4147-A177-3AD203B41FA5}">
                      <a16:colId xmlns:a16="http://schemas.microsoft.com/office/drawing/2014/main" val="3472382933"/>
                    </a:ext>
                  </a:extLst>
                </a:gridCol>
              </a:tblGrid>
              <a:tr h="447104">
                <a:tc>
                  <a:txBody>
                    <a:bodyPr/>
                    <a:lstStyle/>
                    <a:p>
                      <a:pPr algn="ctr"/>
                      <a:r>
                        <a:rPr lang="en-US" b="1" dirty="0">
                          <a:solidFill>
                            <a:srgbClr val="00B050"/>
                          </a:solidFill>
                        </a:rPr>
                        <a:t>Active</a:t>
                      </a:r>
                    </a:p>
                  </a:txBody>
                  <a:tcPr anchor="ctr">
                    <a:solidFill>
                      <a:schemeClr val="bg1"/>
                    </a:solidFill>
                  </a:tcPr>
                </a:tc>
                <a:tc>
                  <a:txBody>
                    <a:bodyPr/>
                    <a:lstStyle/>
                    <a:p>
                      <a:pPr algn="ctr"/>
                      <a:r>
                        <a:rPr lang="en-US" b="1" dirty="0">
                          <a:solidFill>
                            <a:srgbClr val="FF0000"/>
                          </a:solidFill>
                        </a:rPr>
                        <a:t>Inactive</a:t>
                      </a:r>
                    </a:p>
                  </a:txBody>
                  <a:tcPr anchor="ctr">
                    <a:solidFill>
                      <a:schemeClr val="bg1"/>
                    </a:solidFill>
                  </a:tcPr>
                </a:tc>
                <a:extLst>
                  <a:ext uri="{0D108BD9-81ED-4DB2-BD59-A6C34878D82A}">
                    <a16:rowId xmlns:a16="http://schemas.microsoft.com/office/drawing/2014/main" val="1730945954"/>
                  </a:ext>
                </a:extLst>
              </a:tr>
              <a:tr h="4000103">
                <a:tc>
                  <a:txBody>
                    <a:bodyPr/>
                    <a:lstStyle/>
                    <a:p>
                      <a:pPr algn="ctr"/>
                      <a:endParaRPr lang="en-US" dirty="0">
                        <a:solidFill>
                          <a:schemeClr val="tx1"/>
                        </a:solidFill>
                      </a:endParaRPr>
                    </a:p>
                  </a:txBody>
                  <a:tcPr>
                    <a:solidFill>
                      <a:schemeClr val="bg1"/>
                    </a:solidFill>
                  </a:tcPr>
                </a:tc>
                <a:tc>
                  <a:txBody>
                    <a:bodyPr/>
                    <a:lstStyle/>
                    <a:p>
                      <a:pPr algn="ctr"/>
                      <a:endParaRPr lang="en-US" dirty="0">
                        <a:solidFill>
                          <a:schemeClr val="tx1"/>
                        </a:solidFill>
                      </a:endParaRPr>
                    </a:p>
                  </a:txBody>
                  <a:tcPr>
                    <a:solidFill>
                      <a:schemeClr val="bg1"/>
                    </a:solidFill>
                  </a:tcPr>
                </a:tc>
                <a:extLst>
                  <a:ext uri="{0D108BD9-81ED-4DB2-BD59-A6C34878D82A}">
                    <a16:rowId xmlns:a16="http://schemas.microsoft.com/office/drawing/2014/main" val="1345884067"/>
                  </a:ext>
                </a:extLst>
              </a:tr>
            </a:tbl>
          </a:graphicData>
        </a:graphic>
      </p:graphicFrame>
      <mc:AlternateContent xmlns:mc="http://schemas.openxmlformats.org/markup-compatibility/2006" xmlns:a14="http://schemas.microsoft.com/office/drawing/2010/main">
        <mc:Choice Requires="a14">
          <p:sp>
            <p:nvSpPr>
              <p:cNvPr id="7" name="Oval 6"/>
              <p:cNvSpPr/>
              <p:nvPr/>
            </p:nvSpPr>
            <p:spPr>
              <a:xfrm>
                <a:off x="2538612" y="2895600"/>
                <a:ext cx="533400" cy="533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a:solidFill>
                            <a:schemeClr val="tx1"/>
                          </a:solidFill>
                          <a:latin typeface="Cambria Math" panose="02040503050406030204" pitchFamily="18" charset="0"/>
                        </a:rPr>
                        <m:t>𝐴</m:t>
                      </m:r>
                    </m:oMath>
                  </m:oMathPara>
                </a14:m>
                <a:endParaRPr lang="en-US" sz="2800" dirty="0">
                  <a:solidFill>
                    <a:schemeClr val="tx1"/>
                  </a:solidFill>
                </a:endParaRPr>
              </a:p>
            </p:txBody>
          </p:sp>
        </mc:Choice>
        <mc:Fallback xmlns="">
          <p:sp>
            <p:nvSpPr>
              <p:cNvPr id="7" name="Oval 6"/>
              <p:cNvSpPr>
                <a:spLocks noRot="1" noChangeAspect="1" noMove="1" noResize="1" noEditPoints="1" noAdjustHandles="1" noChangeArrowheads="1" noChangeShapeType="1" noTextEdit="1"/>
              </p:cNvSpPr>
              <p:nvPr/>
            </p:nvSpPr>
            <p:spPr>
              <a:xfrm>
                <a:off x="2538612" y="2895600"/>
                <a:ext cx="533400" cy="533400"/>
              </a:xfrm>
              <a:prstGeom prst="ellipse">
                <a:avLst/>
              </a:prstGeom>
              <a:blipFill>
                <a:blip r:embed="rId5"/>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Oval 7"/>
              <p:cNvSpPr/>
              <p:nvPr/>
            </p:nvSpPr>
            <p:spPr>
              <a:xfrm>
                <a:off x="5201584" y="2890612"/>
                <a:ext cx="533400" cy="533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a:solidFill>
                            <a:schemeClr val="tx1"/>
                          </a:solidFill>
                          <a:latin typeface="Cambria Math" panose="02040503050406030204" pitchFamily="18" charset="0"/>
                        </a:rPr>
                        <m:t>𝐶</m:t>
                      </m:r>
                    </m:oMath>
                  </m:oMathPara>
                </a14:m>
                <a:endParaRPr lang="en-US" sz="2800" dirty="0">
                  <a:solidFill>
                    <a:schemeClr val="tx1"/>
                  </a:solidFill>
                </a:endParaRPr>
              </a:p>
            </p:txBody>
          </p:sp>
        </mc:Choice>
        <mc:Fallback xmlns="">
          <p:sp>
            <p:nvSpPr>
              <p:cNvPr id="8" name="Oval 7"/>
              <p:cNvSpPr>
                <a:spLocks noRot="1" noChangeAspect="1" noMove="1" noResize="1" noEditPoints="1" noAdjustHandles="1" noChangeArrowheads="1" noChangeShapeType="1" noTextEdit="1"/>
              </p:cNvSpPr>
              <p:nvPr/>
            </p:nvSpPr>
            <p:spPr>
              <a:xfrm>
                <a:off x="5201584" y="2890612"/>
                <a:ext cx="533400" cy="533400"/>
              </a:xfrm>
              <a:prstGeom prst="ellipse">
                <a:avLst/>
              </a:prstGeom>
              <a:blipFill>
                <a:blip r:embed="rId6"/>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Oval 8"/>
              <p:cNvSpPr/>
              <p:nvPr/>
            </p:nvSpPr>
            <p:spPr>
              <a:xfrm>
                <a:off x="3870098" y="2890612"/>
                <a:ext cx="533400" cy="533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a:solidFill>
                            <a:schemeClr val="tx1"/>
                          </a:solidFill>
                          <a:latin typeface="Cambria Math" panose="02040503050406030204" pitchFamily="18" charset="0"/>
                        </a:rPr>
                        <m:t>𝐵</m:t>
                      </m:r>
                    </m:oMath>
                  </m:oMathPara>
                </a14:m>
                <a:endParaRPr lang="en-US" sz="2800" dirty="0">
                  <a:solidFill>
                    <a:schemeClr val="tx1"/>
                  </a:solidFill>
                </a:endParaRPr>
              </a:p>
            </p:txBody>
          </p:sp>
        </mc:Choice>
        <mc:Fallback xmlns="">
          <p:sp>
            <p:nvSpPr>
              <p:cNvPr id="9" name="Oval 8"/>
              <p:cNvSpPr>
                <a:spLocks noRot="1" noChangeAspect="1" noMove="1" noResize="1" noEditPoints="1" noAdjustHandles="1" noChangeArrowheads="1" noChangeShapeType="1" noTextEdit="1"/>
              </p:cNvSpPr>
              <p:nvPr/>
            </p:nvSpPr>
            <p:spPr>
              <a:xfrm>
                <a:off x="3870098" y="2890612"/>
                <a:ext cx="533400" cy="533400"/>
              </a:xfrm>
              <a:prstGeom prst="ellipse">
                <a:avLst/>
              </a:prstGeom>
              <a:blipFill>
                <a:blip r:embed="rId7"/>
                <a:stretch>
                  <a:fillRect l="-2222"/>
                </a:stretch>
              </a:blipFill>
              <a:ln>
                <a:solidFill>
                  <a:schemeClr val="tx1"/>
                </a:solidFill>
              </a:ln>
            </p:spPr>
            <p:txBody>
              <a:bodyPr/>
              <a:lstStyle/>
              <a:p>
                <a:r>
                  <a:rPr lang="en-GB">
                    <a:noFill/>
                  </a:rPr>
                  <a:t> </a:t>
                </a:r>
              </a:p>
            </p:txBody>
          </p:sp>
        </mc:Fallback>
      </mc:AlternateContent>
      <p:cxnSp>
        <p:nvCxnSpPr>
          <p:cNvPr id="10" name="Straight Arrow Connector 9"/>
          <p:cNvCxnSpPr>
            <a:stCxn id="7" idx="6"/>
            <a:endCxn id="9" idx="2"/>
          </p:cNvCxnSpPr>
          <p:nvPr/>
        </p:nvCxnSpPr>
        <p:spPr>
          <a:xfrm flipV="1">
            <a:off x="3072012" y="3157312"/>
            <a:ext cx="798086" cy="498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9" idx="6"/>
            <a:endCxn id="8" idx="2"/>
          </p:cNvCxnSpPr>
          <p:nvPr/>
        </p:nvCxnSpPr>
        <p:spPr>
          <a:xfrm>
            <a:off x="4403498" y="3157312"/>
            <a:ext cx="79808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Oval 25"/>
              <p:cNvSpPr/>
              <p:nvPr/>
            </p:nvSpPr>
            <p:spPr>
              <a:xfrm>
                <a:off x="6453377" y="2895600"/>
                <a:ext cx="533400" cy="533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a:solidFill>
                            <a:schemeClr val="tx1"/>
                          </a:solidFill>
                          <a:latin typeface="Cambria Math" panose="02040503050406030204" pitchFamily="18" charset="0"/>
                        </a:rPr>
                        <m:t>𝐴</m:t>
                      </m:r>
                    </m:oMath>
                  </m:oMathPara>
                </a14:m>
                <a:endParaRPr lang="en-US" sz="2800" dirty="0">
                  <a:solidFill>
                    <a:schemeClr val="tx1"/>
                  </a:solidFill>
                </a:endParaRPr>
              </a:p>
            </p:txBody>
          </p:sp>
        </mc:Choice>
        <mc:Fallback xmlns="">
          <p:sp>
            <p:nvSpPr>
              <p:cNvPr id="26" name="Oval 25"/>
              <p:cNvSpPr>
                <a:spLocks noRot="1" noChangeAspect="1" noMove="1" noResize="1" noEditPoints="1" noAdjustHandles="1" noChangeArrowheads="1" noChangeShapeType="1" noTextEdit="1"/>
              </p:cNvSpPr>
              <p:nvPr/>
            </p:nvSpPr>
            <p:spPr>
              <a:xfrm>
                <a:off x="6453377" y="2895600"/>
                <a:ext cx="533400" cy="533400"/>
              </a:xfrm>
              <a:prstGeom prst="ellipse">
                <a:avLst/>
              </a:prstGeom>
              <a:blipFill>
                <a:blip r:embed="rId8"/>
                <a:stretch>
                  <a:fillRect l="-2222"/>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Oval 26"/>
              <p:cNvSpPr/>
              <p:nvPr/>
            </p:nvSpPr>
            <p:spPr>
              <a:xfrm>
                <a:off x="9116349" y="2890612"/>
                <a:ext cx="533400" cy="533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a:solidFill>
                            <a:schemeClr val="tx1"/>
                          </a:solidFill>
                          <a:latin typeface="Cambria Math" panose="02040503050406030204" pitchFamily="18" charset="0"/>
                        </a:rPr>
                        <m:t>𝐶</m:t>
                      </m:r>
                    </m:oMath>
                  </m:oMathPara>
                </a14:m>
                <a:endParaRPr lang="en-US" sz="2800" dirty="0">
                  <a:solidFill>
                    <a:schemeClr val="tx1"/>
                  </a:solidFill>
                </a:endParaRPr>
              </a:p>
            </p:txBody>
          </p:sp>
        </mc:Choice>
        <mc:Fallback xmlns="">
          <p:sp>
            <p:nvSpPr>
              <p:cNvPr id="27" name="Oval 26"/>
              <p:cNvSpPr>
                <a:spLocks noRot="1" noChangeAspect="1" noMove="1" noResize="1" noEditPoints="1" noAdjustHandles="1" noChangeArrowheads="1" noChangeShapeType="1" noTextEdit="1"/>
              </p:cNvSpPr>
              <p:nvPr/>
            </p:nvSpPr>
            <p:spPr>
              <a:xfrm>
                <a:off x="9116349" y="2890612"/>
                <a:ext cx="533400" cy="533400"/>
              </a:xfrm>
              <a:prstGeom prst="ellipse">
                <a:avLst/>
              </a:prstGeom>
              <a:blipFill>
                <a:blip r:embed="rId9"/>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Oval 27"/>
              <p:cNvSpPr/>
              <p:nvPr/>
            </p:nvSpPr>
            <p:spPr>
              <a:xfrm>
                <a:off x="7784863" y="2890612"/>
                <a:ext cx="533400" cy="533400"/>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a:solidFill>
                            <a:schemeClr val="tx1"/>
                          </a:solidFill>
                          <a:latin typeface="Cambria Math" panose="02040503050406030204" pitchFamily="18" charset="0"/>
                        </a:rPr>
                        <m:t>𝐵</m:t>
                      </m:r>
                    </m:oMath>
                  </m:oMathPara>
                </a14:m>
                <a:endParaRPr lang="en-US" sz="2800" dirty="0">
                  <a:solidFill>
                    <a:schemeClr val="tx1"/>
                  </a:solidFill>
                </a:endParaRPr>
              </a:p>
            </p:txBody>
          </p:sp>
        </mc:Choice>
        <mc:Fallback xmlns="">
          <p:sp>
            <p:nvSpPr>
              <p:cNvPr id="28" name="Oval 27"/>
              <p:cNvSpPr>
                <a:spLocks noRot="1" noChangeAspect="1" noMove="1" noResize="1" noEditPoints="1" noAdjustHandles="1" noChangeArrowheads="1" noChangeShapeType="1" noTextEdit="1"/>
              </p:cNvSpPr>
              <p:nvPr/>
            </p:nvSpPr>
            <p:spPr>
              <a:xfrm>
                <a:off x="7784863" y="2890612"/>
                <a:ext cx="533400" cy="533400"/>
              </a:xfrm>
              <a:prstGeom prst="ellipse">
                <a:avLst/>
              </a:prstGeom>
              <a:blipFill>
                <a:blip r:embed="rId10"/>
                <a:stretch>
                  <a:fillRect l="-2222"/>
                </a:stretch>
              </a:blipFill>
              <a:ln>
                <a:solidFill>
                  <a:schemeClr val="tx1"/>
                </a:solidFill>
              </a:ln>
            </p:spPr>
            <p:txBody>
              <a:bodyPr/>
              <a:lstStyle/>
              <a:p>
                <a:r>
                  <a:rPr lang="en-GB">
                    <a:noFill/>
                  </a:rPr>
                  <a:t> </a:t>
                </a:r>
              </a:p>
            </p:txBody>
          </p:sp>
        </mc:Fallback>
      </mc:AlternateContent>
      <p:cxnSp>
        <p:nvCxnSpPr>
          <p:cNvPr id="29" name="Straight Arrow Connector 28"/>
          <p:cNvCxnSpPr>
            <a:stCxn id="26" idx="6"/>
            <a:endCxn id="28" idx="2"/>
          </p:cNvCxnSpPr>
          <p:nvPr/>
        </p:nvCxnSpPr>
        <p:spPr>
          <a:xfrm flipV="1">
            <a:off x="6986777" y="3157312"/>
            <a:ext cx="798086" cy="498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28" idx="6"/>
            <a:endCxn id="27" idx="2"/>
          </p:cNvCxnSpPr>
          <p:nvPr/>
        </p:nvCxnSpPr>
        <p:spPr>
          <a:xfrm>
            <a:off x="8318263" y="3157312"/>
            <a:ext cx="79808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Oval 30"/>
              <p:cNvSpPr/>
              <p:nvPr/>
            </p:nvSpPr>
            <p:spPr>
              <a:xfrm>
                <a:off x="2514600" y="4222468"/>
                <a:ext cx="533400" cy="533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a:solidFill>
                            <a:schemeClr val="tx1"/>
                          </a:solidFill>
                          <a:latin typeface="Cambria Math" panose="02040503050406030204" pitchFamily="18" charset="0"/>
                        </a:rPr>
                        <m:t>𝐴</m:t>
                      </m:r>
                    </m:oMath>
                  </m:oMathPara>
                </a14:m>
                <a:endParaRPr lang="en-US" sz="2800" dirty="0">
                  <a:solidFill>
                    <a:schemeClr val="tx1"/>
                  </a:solidFill>
                </a:endParaRPr>
              </a:p>
            </p:txBody>
          </p:sp>
        </mc:Choice>
        <mc:Fallback xmlns="">
          <p:sp>
            <p:nvSpPr>
              <p:cNvPr id="31" name="Oval 30"/>
              <p:cNvSpPr>
                <a:spLocks noRot="1" noChangeAspect="1" noMove="1" noResize="1" noEditPoints="1" noAdjustHandles="1" noChangeArrowheads="1" noChangeShapeType="1" noTextEdit="1"/>
              </p:cNvSpPr>
              <p:nvPr/>
            </p:nvSpPr>
            <p:spPr>
              <a:xfrm>
                <a:off x="2514600" y="4222468"/>
                <a:ext cx="533400" cy="533400"/>
              </a:xfrm>
              <a:prstGeom prst="ellipse">
                <a:avLst/>
              </a:prstGeom>
              <a:blipFill>
                <a:blip r:embed="rId11"/>
                <a:stretch>
                  <a:fillRect l="-2273"/>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Oval 31"/>
              <p:cNvSpPr/>
              <p:nvPr/>
            </p:nvSpPr>
            <p:spPr>
              <a:xfrm>
                <a:off x="5177572" y="4217480"/>
                <a:ext cx="533400" cy="533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a:solidFill>
                            <a:schemeClr val="tx1"/>
                          </a:solidFill>
                          <a:latin typeface="Cambria Math" panose="02040503050406030204" pitchFamily="18" charset="0"/>
                        </a:rPr>
                        <m:t>𝐶</m:t>
                      </m:r>
                    </m:oMath>
                  </m:oMathPara>
                </a14:m>
                <a:endParaRPr lang="en-US" sz="2800" dirty="0">
                  <a:solidFill>
                    <a:schemeClr val="tx1"/>
                  </a:solidFill>
                </a:endParaRPr>
              </a:p>
            </p:txBody>
          </p:sp>
        </mc:Choice>
        <mc:Fallback xmlns="">
          <p:sp>
            <p:nvSpPr>
              <p:cNvPr id="32" name="Oval 31"/>
              <p:cNvSpPr>
                <a:spLocks noRot="1" noChangeAspect="1" noMove="1" noResize="1" noEditPoints="1" noAdjustHandles="1" noChangeArrowheads="1" noChangeShapeType="1" noTextEdit="1"/>
              </p:cNvSpPr>
              <p:nvPr/>
            </p:nvSpPr>
            <p:spPr>
              <a:xfrm>
                <a:off x="5177572" y="4217480"/>
                <a:ext cx="533400" cy="533400"/>
              </a:xfrm>
              <a:prstGeom prst="ellipse">
                <a:avLst/>
              </a:prstGeom>
              <a:blipFill>
                <a:blip r:embed="rId12"/>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3" name="Oval 32"/>
              <p:cNvSpPr/>
              <p:nvPr/>
            </p:nvSpPr>
            <p:spPr>
              <a:xfrm>
                <a:off x="3846086" y="3971700"/>
                <a:ext cx="533400" cy="533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a:solidFill>
                            <a:schemeClr val="tx1"/>
                          </a:solidFill>
                          <a:latin typeface="Cambria Math" panose="02040503050406030204" pitchFamily="18" charset="0"/>
                        </a:rPr>
                        <m:t>𝐵</m:t>
                      </m:r>
                    </m:oMath>
                  </m:oMathPara>
                </a14:m>
                <a:endParaRPr lang="en-US" sz="2800" dirty="0">
                  <a:solidFill>
                    <a:schemeClr val="tx1"/>
                  </a:solidFill>
                </a:endParaRPr>
              </a:p>
            </p:txBody>
          </p:sp>
        </mc:Choice>
        <mc:Fallback xmlns="">
          <p:sp>
            <p:nvSpPr>
              <p:cNvPr id="33" name="Oval 32"/>
              <p:cNvSpPr>
                <a:spLocks noRot="1" noChangeAspect="1" noMove="1" noResize="1" noEditPoints="1" noAdjustHandles="1" noChangeArrowheads="1" noChangeShapeType="1" noTextEdit="1"/>
              </p:cNvSpPr>
              <p:nvPr/>
            </p:nvSpPr>
            <p:spPr>
              <a:xfrm>
                <a:off x="3846086" y="3971700"/>
                <a:ext cx="533400" cy="533400"/>
              </a:xfrm>
              <a:prstGeom prst="ellipse">
                <a:avLst/>
              </a:prstGeom>
              <a:blipFill>
                <a:blip r:embed="rId13"/>
                <a:stretch>
                  <a:fillRect l="-2222"/>
                </a:stretch>
              </a:blipFill>
              <a:ln>
                <a:solidFill>
                  <a:schemeClr val="tx1"/>
                </a:solidFill>
              </a:ln>
            </p:spPr>
            <p:txBody>
              <a:bodyPr/>
              <a:lstStyle/>
              <a:p>
                <a:r>
                  <a:rPr lang="en-GB">
                    <a:noFill/>
                  </a:rPr>
                  <a:t> </a:t>
                </a:r>
              </a:p>
            </p:txBody>
          </p:sp>
        </mc:Fallback>
      </mc:AlternateContent>
      <p:cxnSp>
        <p:nvCxnSpPr>
          <p:cNvPr id="34" name="Straight Arrow Connector 33"/>
          <p:cNvCxnSpPr>
            <a:stCxn id="31" idx="6"/>
            <a:endCxn id="33" idx="2"/>
          </p:cNvCxnSpPr>
          <p:nvPr/>
        </p:nvCxnSpPr>
        <p:spPr>
          <a:xfrm flipV="1">
            <a:off x="3048000" y="4238400"/>
            <a:ext cx="798086" cy="250768"/>
          </a:xfrm>
          <a:prstGeom prst="straightConnector1">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33" idx="6"/>
            <a:endCxn id="32" idx="2"/>
          </p:cNvCxnSpPr>
          <p:nvPr/>
        </p:nvCxnSpPr>
        <p:spPr>
          <a:xfrm>
            <a:off x="4379486" y="4238400"/>
            <a:ext cx="798086" cy="24578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Oval 37"/>
              <p:cNvSpPr/>
              <p:nvPr/>
            </p:nvSpPr>
            <p:spPr>
              <a:xfrm>
                <a:off x="6466277" y="4213168"/>
                <a:ext cx="533400" cy="533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a:solidFill>
                            <a:schemeClr val="tx1"/>
                          </a:solidFill>
                          <a:latin typeface="Cambria Math" panose="02040503050406030204" pitchFamily="18" charset="0"/>
                        </a:rPr>
                        <m:t>𝐴</m:t>
                      </m:r>
                    </m:oMath>
                  </m:oMathPara>
                </a14:m>
                <a:endParaRPr lang="en-US" sz="2800" dirty="0">
                  <a:solidFill>
                    <a:schemeClr val="tx1"/>
                  </a:solidFill>
                </a:endParaRPr>
              </a:p>
            </p:txBody>
          </p:sp>
        </mc:Choice>
        <mc:Fallback xmlns="">
          <p:sp>
            <p:nvSpPr>
              <p:cNvPr id="38" name="Oval 37"/>
              <p:cNvSpPr>
                <a:spLocks noRot="1" noChangeAspect="1" noMove="1" noResize="1" noEditPoints="1" noAdjustHandles="1" noChangeArrowheads="1" noChangeShapeType="1" noTextEdit="1"/>
              </p:cNvSpPr>
              <p:nvPr/>
            </p:nvSpPr>
            <p:spPr>
              <a:xfrm>
                <a:off x="6466277" y="4213168"/>
                <a:ext cx="533400" cy="533400"/>
              </a:xfrm>
              <a:prstGeom prst="ellipse">
                <a:avLst/>
              </a:prstGeom>
              <a:blipFill>
                <a:blip r:embed="rId14"/>
                <a:stretch>
                  <a:fillRect l="-2273"/>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9" name="Oval 38"/>
              <p:cNvSpPr/>
              <p:nvPr/>
            </p:nvSpPr>
            <p:spPr>
              <a:xfrm>
                <a:off x="9129249" y="4208180"/>
                <a:ext cx="533400" cy="533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a:solidFill>
                            <a:schemeClr val="tx1"/>
                          </a:solidFill>
                          <a:latin typeface="Cambria Math" panose="02040503050406030204" pitchFamily="18" charset="0"/>
                        </a:rPr>
                        <m:t>𝐶</m:t>
                      </m:r>
                    </m:oMath>
                  </m:oMathPara>
                </a14:m>
                <a:endParaRPr lang="en-US" sz="2800" dirty="0">
                  <a:solidFill>
                    <a:schemeClr val="tx1"/>
                  </a:solidFill>
                </a:endParaRPr>
              </a:p>
            </p:txBody>
          </p:sp>
        </mc:Choice>
        <mc:Fallback xmlns="">
          <p:sp>
            <p:nvSpPr>
              <p:cNvPr id="39" name="Oval 38"/>
              <p:cNvSpPr>
                <a:spLocks noRot="1" noChangeAspect="1" noMove="1" noResize="1" noEditPoints="1" noAdjustHandles="1" noChangeArrowheads="1" noChangeShapeType="1" noTextEdit="1"/>
              </p:cNvSpPr>
              <p:nvPr/>
            </p:nvSpPr>
            <p:spPr>
              <a:xfrm>
                <a:off x="9129249" y="4208180"/>
                <a:ext cx="533400" cy="533400"/>
              </a:xfrm>
              <a:prstGeom prst="ellipse">
                <a:avLst/>
              </a:prstGeom>
              <a:blipFill>
                <a:blip r:embed="rId15"/>
                <a:stretch>
                  <a:fillRect l="-2273"/>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0" name="Oval 39"/>
              <p:cNvSpPr/>
              <p:nvPr/>
            </p:nvSpPr>
            <p:spPr>
              <a:xfrm>
                <a:off x="7797763" y="3962400"/>
                <a:ext cx="533400" cy="533400"/>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a:solidFill>
                            <a:schemeClr val="tx1"/>
                          </a:solidFill>
                          <a:latin typeface="Cambria Math" panose="02040503050406030204" pitchFamily="18" charset="0"/>
                        </a:rPr>
                        <m:t>𝐵</m:t>
                      </m:r>
                    </m:oMath>
                  </m:oMathPara>
                </a14:m>
                <a:endParaRPr lang="en-US" sz="2800" dirty="0">
                  <a:solidFill>
                    <a:schemeClr val="tx1"/>
                  </a:solidFill>
                </a:endParaRPr>
              </a:p>
            </p:txBody>
          </p:sp>
        </mc:Choice>
        <mc:Fallback xmlns="">
          <p:sp>
            <p:nvSpPr>
              <p:cNvPr id="40" name="Oval 39"/>
              <p:cNvSpPr>
                <a:spLocks noRot="1" noChangeAspect="1" noMove="1" noResize="1" noEditPoints="1" noAdjustHandles="1" noChangeArrowheads="1" noChangeShapeType="1" noTextEdit="1"/>
              </p:cNvSpPr>
              <p:nvPr/>
            </p:nvSpPr>
            <p:spPr>
              <a:xfrm>
                <a:off x="7797763" y="3962400"/>
                <a:ext cx="533400" cy="533400"/>
              </a:xfrm>
              <a:prstGeom prst="ellipse">
                <a:avLst/>
              </a:prstGeom>
              <a:blipFill>
                <a:blip r:embed="rId16"/>
                <a:stretch>
                  <a:fillRect/>
                </a:stretch>
              </a:blipFill>
              <a:ln>
                <a:solidFill>
                  <a:schemeClr val="tx1"/>
                </a:solidFill>
              </a:ln>
            </p:spPr>
            <p:txBody>
              <a:bodyPr/>
              <a:lstStyle/>
              <a:p>
                <a:r>
                  <a:rPr lang="en-GB">
                    <a:noFill/>
                  </a:rPr>
                  <a:t> </a:t>
                </a:r>
              </a:p>
            </p:txBody>
          </p:sp>
        </mc:Fallback>
      </mc:AlternateContent>
      <p:cxnSp>
        <p:nvCxnSpPr>
          <p:cNvPr id="41" name="Straight Arrow Connector 40"/>
          <p:cNvCxnSpPr>
            <a:stCxn id="38" idx="6"/>
            <a:endCxn id="40" idx="2"/>
          </p:cNvCxnSpPr>
          <p:nvPr/>
        </p:nvCxnSpPr>
        <p:spPr>
          <a:xfrm flipV="1">
            <a:off x="6999677" y="4229100"/>
            <a:ext cx="798086" cy="250768"/>
          </a:xfrm>
          <a:prstGeom prst="straightConnector1">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40" idx="6"/>
            <a:endCxn id="39" idx="2"/>
          </p:cNvCxnSpPr>
          <p:nvPr/>
        </p:nvCxnSpPr>
        <p:spPr>
          <a:xfrm>
            <a:off x="8331163" y="4229100"/>
            <a:ext cx="798086" cy="24578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Oval 44"/>
              <p:cNvSpPr/>
              <p:nvPr/>
            </p:nvSpPr>
            <p:spPr>
              <a:xfrm>
                <a:off x="2514600" y="5557612"/>
                <a:ext cx="533400" cy="533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a:solidFill>
                            <a:schemeClr val="tx1"/>
                          </a:solidFill>
                          <a:latin typeface="Cambria Math" panose="02040503050406030204" pitchFamily="18" charset="0"/>
                        </a:rPr>
                        <m:t>𝐴</m:t>
                      </m:r>
                    </m:oMath>
                  </m:oMathPara>
                </a14:m>
                <a:endParaRPr lang="en-US" sz="2800" dirty="0">
                  <a:solidFill>
                    <a:schemeClr val="tx1"/>
                  </a:solidFill>
                </a:endParaRPr>
              </a:p>
            </p:txBody>
          </p:sp>
        </mc:Choice>
        <mc:Fallback xmlns="">
          <p:sp>
            <p:nvSpPr>
              <p:cNvPr id="45" name="Oval 44"/>
              <p:cNvSpPr>
                <a:spLocks noRot="1" noChangeAspect="1" noMove="1" noResize="1" noEditPoints="1" noAdjustHandles="1" noChangeArrowheads="1" noChangeShapeType="1" noTextEdit="1"/>
              </p:cNvSpPr>
              <p:nvPr/>
            </p:nvSpPr>
            <p:spPr>
              <a:xfrm>
                <a:off x="2514600" y="5557612"/>
                <a:ext cx="533400" cy="533400"/>
              </a:xfrm>
              <a:prstGeom prst="ellipse">
                <a:avLst/>
              </a:prstGeom>
              <a:blipFill>
                <a:blip r:embed="rId17"/>
                <a:stretch>
                  <a:fillRect l="-2273"/>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6" name="Oval 45"/>
              <p:cNvSpPr/>
              <p:nvPr/>
            </p:nvSpPr>
            <p:spPr>
              <a:xfrm>
                <a:off x="5177572" y="5552624"/>
                <a:ext cx="533400" cy="533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a:solidFill>
                            <a:schemeClr val="tx1"/>
                          </a:solidFill>
                          <a:latin typeface="Cambria Math" panose="02040503050406030204" pitchFamily="18" charset="0"/>
                        </a:rPr>
                        <m:t>𝐶</m:t>
                      </m:r>
                    </m:oMath>
                  </m:oMathPara>
                </a14:m>
                <a:endParaRPr lang="en-US" sz="2800" dirty="0">
                  <a:solidFill>
                    <a:schemeClr val="tx1"/>
                  </a:solidFill>
                </a:endParaRPr>
              </a:p>
            </p:txBody>
          </p:sp>
        </mc:Choice>
        <mc:Fallback xmlns="">
          <p:sp>
            <p:nvSpPr>
              <p:cNvPr id="46" name="Oval 45"/>
              <p:cNvSpPr>
                <a:spLocks noRot="1" noChangeAspect="1" noMove="1" noResize="1" noEditPoints="1" noAdjustHandles="1" noChangeArrowheads="1" noChangeShapeType="1" noTextEdit="1"/>
              </p:cNvSpPr>
              <p:nvPr/>
            </p:nvSpPr>
            <p:spPr>
              <a:xfrm>
                <a:off x="5177572" y="5552624"/>
                <a:ext cx="533400" cy="533400"/>
              </a:xfrm>
              <a:prstGeom prst="ellipse">
                <a:avLst/>
              </a:prstGeom>
              <a:blipFill>
                <a:blip r:embed="rId18"/>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7" name="Oval 46"/>
              <p:cNvSpPr/>
              <p:nvPr/>
            </p:nvSpPr>
            <p:spPr>
              <a:xfrm>
                <a:off x="3846086" y="5867400"/>
                <a:ext cx="533400" cy="533400"/>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a:solidFill>
                            <a:schemeClr val="tx1"/>
                          </a:solidFill>
                          <a:latin typeface="Cambria Math" panose="02040503050406030204" pitchFamily="18" charset="0"/>
                        </a:rPr>
                        <m:t>𝐵</m:t>
                      </m:r>
                    </m:oMath>
                  </m:oMathPara>
                </a14:m>
                <a:endParaRPr lang="en-US" sz="2800" dirty="0">
                  <a:solidFill>
                    <a:schemeClr val="tx1"/>
                  </a:solidFill>
                </a:endParaRPr>
              </a:p>
            </p:txBody>
          </p:sp>
        </mc:Choice>
        <mc:Fallback xmlns="">
          <p:sp>
            <p:nvSpPr>
              <p:cNvPr id="47" name="Oval 46"/>
              <p:cNvSpPr>
                <a:spLocks noRot="1" noChangeAspect="1" noMove="1" noResize="1" noEditPoints="1" noAdjustHandles="1" noChangeArrowheads="1" noChangeShapeType="1" noTextEdit="1"/>
              </p:cNvSpPr>
              <p:nvPr/>
            </p:nvSpPr>
            <p:spPr>
              <a:xfrm>
                <a:off x="3846086" y="5867400"/>
                <a:ext cx="533400" cy="533400"/>
              </a:xfrm>
              <a:prstGeom prst="ellipse">
                <a:avLst/>
              </a:prstGeom>
              <a:blipFill>
                <a:blip r:embed="rId19"/>
                <a:stretch>
                  <a:fillRect l="-2222"/>
                </a:stretch>
              </a:blipFill>
              <a:ln>
                <a:solidFill>
                  <a:schemeClr val="tx1"/>
                </a:solidFill>
              </a:ln>
            </p:spPr>
            <p:txBody>
              <a:bodyPr/>
              <a:lstStyle/>
              <a:p>
                <a:r>
                  <a:rPr lang="en-GB">
                    <a:noFill/>
                  </a:rPr>
                  <a:t> </a:t>
                </a:r>
              </a:p>
            </p:txBody>
          </p:sp>
        </mc:Fallback>
      </mc:AlternateContent>
      <p:cxnSp>
        <p:nvCxnSpPr>
          <p:cNvPr id="48" name="Straight Arrow Connector 47"/>
          <p:cNvCxnSpPr>
            <a:stCxn id="45" idx="6"/>
            <a:endCxn id="47" idx="2"/>
          </p:cNvCxnSpPr>
          <p:nvPr/>
        </p:nvCxnSpPr>
        <p:spPr>
          <a:xfrm>
            <a:off x="3048000" y="5824312"/>
            <a:ext cx="798086" cy="309788"/>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47" idx="6"/>
            <a:endCxn id="46" idx="2"/>
          </p:cNvCxnSpPr>
          <p:nvPr/>
        </p:nvCxnSpPr>
        <p:spPr>
          <a:xfrm flipV="1">
            <a:off x="4379486" y="5819324"/>
            <a:ext cx="798086" cy="314776"/>
          </a:xfrm>
          <a:prstGeom prst="straightConnector1">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Oval 49"/>
              <p:cNvSpPr/>
              <p:nvPr/>
            </p:nvSpPr>
            <p:spPr>
              <a:xfrm>
                <a:off x="6466277" y="5548312"/>
                <a:ext cx="533400" cy="533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a:solidFill>
                            <a:schemeClr val="tx1"/>
                          </a:solidFill>
                          <a:latin typeface="Cambria Math" panose="02040503050406030204" pitchFamily="18" charset="0"/>
                        </a:rPr>
                        <m:t>𝐴</m:t>
                      </m:r>
                    </m:oMath>
                  </m:oMathPara>
                </a14:m>
                <a:endParaRPr lang="en-US" sz="2800" dirty="0">
                  <a:solidFill>
                    <a:schemeClr val="tx1"/>
                  </a:solidFill>
                </a:endParaRPr>
              </a:p>
            </p:txBody>
          </p:sp>
        </mc:Choice>
        <mc:Fallback xmlns="">
          <p:sp>
            <p:nvSpPr>
              <p:cNvPr id="50" name="Oval 49"/>
              <p:cNvSpPr>
                <a:spLocks noRot="1" noChangeAspect="1" noMove="1" noResize="1" noEditPoints="1" noAdjustHandles="1" noChangeArrowheads="1" noChangeShapeType="1" noTextEdit="1"/>
              </p:cNvSpPr>
              <p:nvPr/>
            </p:nvSpPr>
            <p:spPr>
              <a:xfrm>
                <a:off x="6466277" y="5548312"/>
                <a:ext cx="533400" cy="533400"/>
              </a:xfrm>
              <a:prstGeom prst="ellipse">
                <a:avLst/>
              </a:prstGeom>
              <a:blipFill>
                <a:blip r:embed="rId20"/>
                <a:stretch>
                  <a:fillRect l="-2273"/>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1" name="Oval 50"/>
              <p:cNvSpPr/>
              <p:nvPr/>
            </p:nvSpPr>
            <p:spPr>
              <a:xfrm>
                <a:off x="9129249" y="5543324"/>
                <a:ext cx="533400" cy="533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a:solidFill>
                            <a:schemeClr val="tx1"/>
                          </a:solidFill>
                          <a:latin typeface="Cambria Math" panose="02040503050406030204" pitchFamily="18" charset="0"/>
                        </a:rPr>
                        <m:t>𝐶</m:t>
                      </m:r>
                    </m:oMath>
                  </m:oMathPara>
                </a14:m>
                <a:endParaRPr lang="en-US" sz="2800" dirty="0">
                  <a:solidFill>
                    <a:schemeClr val="tx1"/>
                  </a:solidFill>
                </a:endParaRPr>
              </a:p>
            </p:txBody>
          </p:sp>
        </mc:Choice>
        <mc:Fallback xmlns="">
          <p:sp>
            <p:nvSpPr>
              <p:cNvPr id="51" name="Oval 50"/>
              <p:cNvSpPr>
                <a:spLocks noRot="1" noChangeAspect="1" noMove="1" noResize="1" noEditPoints="1" noAdjustHandles="1" noChangeArrowheads="1" noChangeShapeType="1" noTextEdit="1"/>
              </p:cNvSpPr>
              <p:nvPr/>
            </p:nvSpPr>
            <p:spPr>
              <a:xfrm>
                <a:off x="9129249" y="5543324"/>
                <a:ext cx="533400" cy="533400"/>
              </a:xfrm>
              <a:prstGeom prst="ellipse">
                <a:avLst/>
              </a:prstGeom>
              <a:blipFill>
                <a:blip r:embed="rId21"/>
                <a:stretch>
                  <a:fillRect l="-2273"/>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2" name="Oval 51"/>
              <p:cNvSpPr/>
              <p:nvPr/>
            </p:nvSpPr>
            <p:spPr>
              <a:xfrm>
                <a:off x="7797763" y="5858100"/>
                <a:ext cx="533400" cy="533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a:solidFill>
                            <a:schemeClr val="tx1"/>
                          </a:solidFill>
                          <a:latin typeface="Cambria Math" panose="02040503050406030204" pitchFamily="18" charset="0"/>
                        </a:rPr>
                        <m:t>𝐵</m:t>
                      </m:r>
                    </m:oMath>
                  </m:oMathPara>
                </a14:m>
                <a:endParaRPr lang="en-US" sz="2800" dirty="0">
                  <a:solidFill>
                    <a:schemeClr val="tx1"/>
                  </a:solidFill>
                </a:endParaRPr>
              </a:p>
            </p:txBody>
          </p:sp>
        </mc:Choice>
        <mc:Fallback xmlns="">
          <p:sp>
            <p:nvSpPr>
              <p:cNvPr id="52" name="Oval 51"/>
              <p:cNvSpPr>
                <a:spLocks noRot="1" noChangeAspect="1" noMove="1" noResize="1" noEditPoints="1" noAdjustHandles="1" noChangeArrowheads="1" noChangeShapeType="1" noTextEdit="1"/>
              </p:cNvSpPr>
              <p:nvPr/>
            </p:nvSpPr>
            <p:spPr>
              <a:xfrm>
                <a:off x="7797763" y="5858100"/>
                <a:ext cx="533400" cy="533400"/>
              </a:xfrm>
              <a:prstGeom prst="ellipse">
                <a:avLst/>
              </a:prstGeom>
              <a:blipFill>
                <a:blip r:embed="rId22"/>
                <a:stretch>
                  <a:fillRect/>
                </a:stretch>
              </a:blipFill>
              <a:ln>
                <a:solidFill>
                  <a:schemeClr val="tx1"/>
                </a:solidFill>
              </a:ln>
            </p:spPr>
            <p:txBody>
              <a:bodyPr/>
              <a:lstStyle/>
              <a:p>
                <a:r>
                  <a:rPr lang="en-GB">
                    <a:noFill/>
                  </a:rPr>
                  <a:t> </a:t>
                </a:r>
              </a:p>
            </p:txBody>
          </p:sp>
        </mc:Fallback>
      </mc:AlternateContent>
      <p:cxnSp>
        <p:nvCxnSpPr>
          <p:cNvPr id="53" name="Straight Arrow Connector 52"/>
          <p:cNvCxnSpPr>
            <a:stCxn id="50" idx="6"/>
            <a:endCxn id="52" idx="2"/>
          </p:cNvCxnSpPr>
          <p:nvPr/>
        </p:nvCxnSpPr>
        <p:spPr>
          <a:xfrm>
            <a:off x="6999677" y="5815012"/>
            <a:ext cx="798086" cy="309788"/>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52" idx="6"/>
            <a:endCxn id="51" idx="2"/>
          </p:cNvCxnSpPr>
          <p:nvPr/>
        </p:nvCxnSpPr>
        <p:spPr>
          <a:xfrm flipV="1">
            <a:off x="8331163" y="5810024"/>
            <a:ext cx="798086" cy="314776"/>
          </a:xfrm>
          <a:prstGeom prst="straightConnector1">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435642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2"/>
          <p:cNvSpPr>
            <a:spLocks noGrp="1" noChangeArrowheads="1"/>
          </p:cNvSpPr>
          <p:nvPr>
            <p:ph type="title"/>
          </p:nvPr>
        </p:nvSpPr>
        <p:spPr>
          <a:xfrm>
            <a:off x="2506134" y="457202"/>
            <a:ext cx="7704667" cy="990599"/>
          </a:xfrm>
        </p:spPr>
        <p:txBody>
          <a:bodyPr>
            <a:normAutofit/>
          </a:bodyPr>
          <a:lstStyle/>
          <a:p>
            <a:r>
              <a:rPr lang="en-US" dirty="0"/>
              <a:t>General Case – </a:t>
            </a:r>
            <a:r>
              <a:rPr lang="en-US" b="1" dirty="0"/>
              <a:t>Analyze the Graph</a:t>
            </a:r>
          </a:p>
        </p:txBody>
      </p:sp>
      <p:sp>
        <p:nvSpPr>
          <p:cNvPr id="4" name="Slide Number Placeholder 3"/>
          <p:cNvSpPr>
            <a:spLocks noGrp="1"/>
          </p:cNvSpPr>
          <p:nvPr>
            <p:ph type="sldNum" sz="quarter" idx="4294967295"/>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57</a:t>
            </a:fld>
            <a:endParaRPr lang="en-US"/>
          </a:p>
        </p:txBody>
      </p:sp>
      <p:sp>
        <p:nvSpPr>
          <p:cNvPr id="2" name="TextBox 1"/>
          <p:cNvSpPr txBox="1"/>
          <p:nvPr/>
        </p:nvSpPr>
        <p:spPr>
          <a:xfrm>
            <a:off x="2506134" y="1371600"/>
            <a:ext cx="7410316" cy="1569660"/>
          </a:xfrm>
          <a:prstGeom prst="rect">
            <a:avLst/>
          </a:prstGeom>
          <a:noFill/>
        </p:spPr>
        <p:txBody>
          <a:bodyPr wrap="square" rtlCol="0">
            <a:spAutoFit/>
          </a:bodyPr>
          <a:lstStyle/>
          <a:p>
            <a:pPr marL="342900" indent="-342900">
              <a:buFont typeface="Arial" panose="020B0604020202020204" pitchFamily="34" charset="0"/>
              <a:buChar char="•"/>
            </a:pPr>
            <a:r>
              <a:rPr lang="en-US" sz="2400" dirty="0"/>
              <a:t>Degenerate cases:</a:t>
            </a:r>
          </a:p>
          <a:p>
            <a:pPr marL="800100" lvl="1" indent="-342900">
              <a:buFont typeface="Arial" panose="020B0604020202020204" pitchFamily="34" charset="0"/>
              <a:buChar char="•"/>
            </a:pPr>
            <a:r>
              <a:rPr lang="en-US" sz="2400" dirty="0"/>
              <a:t>Disconnected variables: always independent.</a:t>
            </a:r>
          </a:p>
          <a:p>
            <a:pPr marL="800100" lvl="1" indent="-342900">
              <a:buFont typeface="Arial" panose="020B0604020202020204" pitchFamily="34" charset="0"/>
              <a:buChar char="•"/>
            </a:pPr>
            <a:r>
              <a:rPr lang="en-US" sz="2400" dirty="0"/>
              <a:t>Directly connected variables: never surely independent. </a:t>
            </a:r>
          </a:p>
        </p:txBody>
      </p:sp>
      <mc:AlternateContent xmlns:mc="http://schemas.openxmlformats.org/markup-compatibility/2006" xmlns:a14="http://schemas.microsoft.com/office/drawing/2010/main">
        <mc:Choice Requires="a14">
          <p:sp>
            <p:nvSpPr>
              <p:cNvPr id="26" name="Oval 25"/>
              <p:cNvSpPr/>
              <p:nvPr/>
            </p:nvSpPr>
            <p:spPr>
              <a:xfrm>
                <a:off x="4572000" y="4114800"/>
                <a:ext cx="533400" cy="533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a:solidFill>
                            <a:schemeClr val="tx1"/>
                          </a:solidFill>
                          <a:latin typeface="Cambria Math" panose="02040503050406030204" pitchFamily="18" charset="0"/>
                        </a:rPr>
                        <m:t>𝐴</m:t>
                      </m:r>
                    </m:oMath>
                  </m:oMathPara>
                </a14:m>
                <a:endParaRPr lang="en-US" sz="2800" dirty="0">
                  <a:solidFill>
                    <a:schemeClr val="tx1"/>
                  </a:solidFill>
                </a:endParaRPr>
              </a:p>
            </p:txBody>
          </p:sp>
        </mc:Choice>
        <mc:Fallback xmlns="">
          <p:sp>
            <p:nvSpPr>
              <p:cNvPr id="26" name="Oval 25"/>
              <p:cNvSpPr>
                <a:spLocks noRot="1" noChangeAspect="1" noMove="1" noResize="1" noEditPoints="1" noAdjustHandles="1" noChangeArrowheads="1" noChangeShapeType="1" noTextEdit="1"/>
              </p:cNvSpPr>
              <p:nvPr/>
            </p:nvSpPr>
            <p:spPr>
              <a:xfrm>
                <a:off x="4572000" y="4114800"/>
                <a:ext cx="533400" cy="533400"/>
              </a:xfrm>
              <a:prstGeom prst="ellipse">
                <a:avLst/>
              </a:prstGeom>
              <a:blipFill>
                <a:blip r:embed="rId3"/>
                <a:stretch>
                  <a:fillRect l="-2222"/>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Oval 26"/>
              <p:cNvSpPr/>
              <p:nvPr/>
            </p:nvSpPr>
            <p:spPr>
              <a:xfrm>
                <a:off x="7086600" y="3599522"/>
                <a:ext cx="533400" cy="533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a:solidFill>
                            <a:schemeClr val="tx1"/>
                          </a:solidFill>
                          <a:latin typeface="Cambria Math" panose="02040503050406030204" pitchFamily="18" charset="0"/>
                        </a:rPr>
                        <m:t>𝐶</m:t>
                      </m:r>
                    </m:oMath>
                  </m:oMathPara>
                </a14:m>
                <a:endParaRPr lang="en-US" sz="2800" dirty="0">
                  <a:solidFill>
                    <a:schemeClr val="tx1"/>
                  </a:solidFill>
                </a:endParaRPr>
              </a:p>
            </p:txBody>
          </p:sp>
        </mc:Choice>
        <mc:Fallback xmlns="">
          <p:sp>
            <p:nvSpPr>
              <p:cNvPr id="27" name="Oval 26"/>
              <p:cNvSpPr>
                <a:spLocks noRot="1" noChangeAspect="1" noMove="1" noResize="1" noEditPoints="1" noAdjustHandles="1" noChangeArrowheads="1" noChangeShapeType="1" noTextEdit="1"/>
              </p:cNvSpPr>
              <p:nvPr/>
            </p:nvSpPr>
            <p:spPr>
              <a:xfrm>
                <a:off x="7086600" y="3599522"/>
                <a:ext cx="533400" cy="533400"/>
              </a:xfrm>
              <a:prstGeom prst="ellipse">
                <a:avLst/>
              </a:prstGeom>
              <a:blipFill>
                <a:blip r:embed="rId4"/>
                <a:stretch>
                  <a:fillRect l="-2273"/>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Oval 27"/>
              <p:cNvSpPr/>
              <p:nvPr/>
            </p:nvSpPr>
            <p:spPr>
              <a:xfrm>
                <a:off x="5715000" y="3599522"/>
                <a:ext cx="533400" cy="533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a:solidFill>
                            <a:schemeClr val="tx1"/>
                          </a:solidFill>
                          <a:latin typeface="Cambria Math" panose="02040503050406030204" pitchFamily="18" charset="0"/>
                        </a:rPr>
                        <m:t>𝐵</m:t>
                      </m:r>
                    </m:oMath>
                  </m:oMathPara>
                </a14:m>
                <a:endParaRPr lang="en-US" sz="2800" dirty="0">
                  <a:solidFill>
                    <a:schemeClr val="tx1"/>
                  </a:solidFill>
                </a:endParaRPr>
              </a:p>
            </p:txBody>
          </p:sp>
        </mc:Choice>
        <mc:Fallback xmlns="">
          <p:sp>
            <p:nvSpPr>
              <p:cNvPr id="28" name="Oval 27"/>
              <p:cNvSpPr>
                <a:spLocks noRot="1" noChangeAspect="1" noMove="1" noResize="1" noEditPoints="1" noAdjustHandles="1" noChangeArrowheads="1" noChangeShapeType="1" noTextEdit="1"/>
              </p:cNvSpPr>
              <p:nvPr/>
            </p:nvSpPr>
            <p:spPr>
              <a:xfrm>
                <a:off x="5715000" y="3599522"/>
                <a:ext cx="533400" cy="533400"/>
              </a:xfrm>
              <a:prstGeom prst="ellipse">
                <a:avLst/>
              </a:prstGeom>
              <a:blipFill>
                <a:blip r:embed="rId5"/>
                <a:stretch>
                  <a:fillRect l="-4545"/>
                </a:stretch>
              </a:blipFill>
              <a:ln>
                <a:solidFill>
                  <a:schemeClr val="tx1"/>
                </a:solidFill>
              </a:ln>
            </p:spPr>
            <p:txBody>
              <a:bodyPr/>
              <a:lstStyle/>
              <a:p>
                <a:r>
                  <a:rPr lang="en-GB">
                    <a:noFill/>
                  </a:rPr>
                  <a:t> </a:t>
                </a:r>
              </a:p>
            </p:txBody>
          </p:sp>
        </mc:Fallback>
      </mc:AlternateContent>
      <p:cxnSp>
        <p:nvCxnSpPr>
          <p:cNvPr id="30" name="Straight Arrow Connector 29"/>
          <p:cNvCxnSpPr>
            <a:stCxn id="28" idx="6"/>
            <a:endCxn id="27" idx="2"/>
          </p:cNvCxnSpPr>
          <p:nvPr/>
        </p:nvCxnSpPr>
        <p:spPr>
          <a:xfrm>
            <a:off x="6248400" y="3866222"/>
            <a:ext cx="8382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61467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2"/>
          <p:cNvSpPr>
            <a:spLocks noGrp="1" noChangeArrowheads="1"/>
          </p:cNvSpPr>
          <p:nvPr>
            <p:ph type="title"/>
          </p:nvPr>
        </p:nvSpPr>
        <p:spPr>
          <a:xfrm>
            <a:off x="2506134" y="457202"/>
            <a:ext cx="7704667" cy="990599"/>
          </a:xfrm>
        </p:spPr>
        <p:txBody>
          <a:bodyPr>
            <a:normAutofit/>
          </a:bodyPr>
          <a:lstStyle/>
          <a:p>
            <a:r>
              <a:rPr lang="en-US" dirty="0"/>
              <a:t>General Case – Analyze the Graph</a:t>
            </a:r>
          </a:p>
        </p:txBody>
      </p:sp>
      <p:sp>
        <p:nvSpPr>
          <p:cNvPr id="4" name="Slide Number Placeholder 3"/>
          <p:cNvSpPr>
            <a:spLocks noGrp="1"/>
          </p:cNvSpPr>
          <p:nvPr>
            <p:ph type="sldNum" sz="quarter" idx="4294967295"/>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58</a:t>
            </a:fld>
            <a:endParaRPr lang="en-US"/>
          </a:p>
        </p:txBody>
      </p:sp>
      <mc:AlternateContent xmlns:mc="http://schemas.openxmlformats.org/markup-compatibility/2006" xmlns:a14="http://schemas.microsoft.com/office/drawing/2010/main">
        <mc:Choice Requires="a14">
          <p:sp>
            <p:nvSpPr>
              <p:cNvPr id="2" name="TextBox 1"/>
              <p:cNvSpPr txBox="1"/>
              <p:nvPr/>
            </p:nvSpPr>
            <p:spPr>
              <a:xfrm>
                <a:off x="2800483" y="1194138"/>
                <a:ext cx="7115967" cy="1015663"/>
              </a:xfrm>
              <a:prstGeom prst="rect">
                <a:avLst/>
              </a:prstGeom>
              <a:noFill/>
            </p:spPr>
            <p:txBody>
              <a:bodyPr wrap="square" rtlCol="0">
                <a:spAutoFit/>
              </a:bodyPr>
              <a:lstStyle/>
              <a:p>
                <a:pPr marL="342900" indent="-342900">
                  <a:buFont typeface="Arial" panose="020B0604020202020204" pitchFamily="34" charset="0"/>
                  <a:buChar char="•"/>
                </a:pPr>
                <a:r>
                  <a:rPr lang="en-US" sz="2000" dirty="0"/>
                  <a:t>All paths must be inactive.</a:t>
                </a:r>
              </a:p>
              <a:p>
                <a:pPr marL="342900" indent="-342900">
                  <a:buFont typeface="Arial" panose="020B0604020202020204" pitchFamily="34" charset="0"/>
                  <a:buChar char="•"/>
                </a:pPr>
                <a:r>
                  <a:rPr lang="en-US" sz="2000" dirty="0"/>
                  <a:t>A path is active </a:t>
                </a:r>
                <a:r>
                  <a:rPr lang="en-US" sz="2000" dirty="0" err="1"/>
                  <a:t>iff</a:t>
                </a:r>
                <a:r>
                  <a:rPr lang="en-US" sz="2000" dirty="0"/>
                  <a:t> every triple on path is active</a:t>
                </a:r>
              </a:p>
              <a:p>
                <a:pPr marL="342900" indent="-342900">
                  <a:buFont typeface="Arial" panose="020B0604020202020204" pitchFamily="34" charset="0"/>
                  <a:buChar char="•"/>
                </a:pPr>
                <a:r>
                  <a:rPr lang="en-US" sz="2000" dirty="0"/>
                  <a:t>One inactive triple </a:t>
                </a:r>
                <a14:m>
                  <m:oMath xmlns:m="http://schemas.openxmlformats.org/officeDocument/2006/math">
                    <m:r>
                      <a:rPr lang="en-US" sz="2000" i="1">
                        <a:latin typeface="Cambria Math" panose="02040503050406030204" pitchFamily="18" charset="0"/>
                      </a:rPr>
                      <m:t>⇒</m:t>
                    </m:r>
                  </m:oMath>
                </a14:m>
                <a:r>
                  <a:rPr lang="en-US" sz="2000" dirty="0"/>
                  <a:t> path is inactive!</a:t>
                </a:r>
              </a:p>
            </p:txBody>
          </p:sp>
        </mc:Choice>
        <mc:Fallback xmlns="">
          <p:sp>
            <p:nvSpPr>
              <p:cNvPr id="2" name="TextBox 1"/>
              <p:cNvSpPr txBox="1">
                <a:spLocks noRot="1" noChangeAspect="1" noMove="1" noResize="1" noEditPoints="1" noAdjustHandles="1" noChangeArrowheads="1" noChangeShapeType="1" noTextEdit="1"/>
              </p:cNvSpPr>
              <p:nvPr/>
            </p:nvSpPr>
            <p:spPr>
              <a:xfrm>
                <a:off x="2800483" y="1194138"/>
                <a:ext cx="7115967" cy="1015663"/>
              </a:xfrm>
              <a:prstGeom prst="rect">
                <a:avLst/>
              </a:prstGeom>
              <a:blipFill>
                <a:blip r:embed="rId3"/>
                <a:stretch>
                  <a:fillRect l="-713" t="-3704" b="-8642"/>
                </a:stretch>
              </a:blipFill>
            </p:spPr>
            <p:txBody>
              <a:bodyPr/>
              <a:lstStyle/>
              <a:p>
                <a:r>
                  <a:rPr lang="en-GB">
                    <a:noFill/>
                  </a:rPr>
                  <a:t> </a:t>
                </a:r>
              </a:p>
            </p:txBody>
          </p:sp>
        </mc:Fallback>
      </mc:AlternateContent>
      <p:pic>
        <p:nvPicPr>
          <p:cNvPr id="3" name="Picture 2"/>
          <p:cNvPicPr>
            <a:picLocks noChangeAspect="1"/>
          </p:cNvPicPr>
          <p:nvPr/>
        </p:nvPicPr>
        <p:blipFill>
          <a:blip r:embed="rId4"/>
          <a:stretch>
            <a:fillRect/>
          </a:stretch>
        </p:blipFill>
        <p:spPr>
          <a:xfrm>
            <a:off x="5486400" y="2286001"/>
            <a:ext cx="4835848" cy="2826045"/>
          </a:xfrm>
          <a:prstGeom prst="rect">
            <a:avLst/>
          </a:prstGeom>
        </p:spPr>
      </p:pic>
      <mc:AlternateContent xmlns:mc="http://schemas.openxmlformats.org/markup-compatibility/2006" xmlns:a14="http://schemas.microsoft.com/office/drawing/2010/main">
        <mc:Choice Requires="a14">
          <p:sp>
            <p:nvSpPr>
              <p:cNvPr id="63" name="Oval 62"/>
              <p:cNvSpPr/>
              <p:nvPr/>
            </p:nvSpPr>
            <p:spPr>
              <a:xfrm>
                <a:off x="2590801" y="2362564"/>
                <a:ext cx="632907" cy="632907"/>
              </a:xfrm>
              <a:prstGeom prst="ellips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1</m:t>
                          </m:r>
                        </m:sub>
                      </m:sSub>
                    </m:oMath>
                  </m:oMathPara>
                </a14:m>
                <a:endParaRPr lang="en-US" sz="2800" dirty="0">
                  <a:solidFill>
                    <a:schemeClr val="tx1"/>
                  </a:solidFill>
                </a:endParaRPr>
              </a:p>
            </p:txBody>
          </p:sp>
        </mc:Choice>
        <mc:Fallback xmlns="">
          <p:sp>
            <p:nvSpPr>
              <p:cNvPr id="63" name="Oval 62"/>
              <p:cNvSpPr>
                <a:spLocks noRot="1" noChangeAspect="1" noMove="1" noResize="1" noEditPoints="1" noAdjustHandles="1" noChangeArrowheads="1" noChangeShapeType="1" noTextEdit="1"/>
              </p:cNvSpPr>
              <p:nvPr/>
            </p:nvSpPr>
            <p:spPr>
              <a:xfrm>
                <a:off x="2590801" y="2362564"/>
                <a:ext cx="632907" cy="632907"/>
              </a:xfrm>
              <a:prstGeom prst="ellipse">
                <a:avLst/>
              </a:prstGeom>
              <a:blipFill>
                <a:blip r:embed="rId5"/>
                <a:stretch>
                  <a:fillRect l="-5769"/>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4" name="Oval 63"/>
              <p:cNvSpPr/>
              <p:nvPr/>
            </p:nvSpPr>
            <p:spPr>
              <a:xfrm>
                <a:off x="4173067" y="2362200"/>
                <a:ext cx="632907" cy="632907"/>
              </a:xfrm>
              <a:prstGeom prst="ellips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2</m:t>
                          </m:r>
                        </m:sub>
                      </m:sSub>
                    </m:oMath>
                  </m:oMathPara>
                </a14:m>
                <a:endParaRPr lang="en-US" sz="2800" dirty="0">
                  <a:solidFill>
                    <a:schemeClr val="tx1"/>
                  </a:solidFill>
                </a:endParaRPr>
              </a:p>
            </p:txBody>
          </p:sp>
        </mc:Choice>
        <mc:Fallback xmlns="">
          <p:sp>
            <p:nvSpPr>
              <p:cNvPr id="64" name="Oval 63"/>
              <p:cNvSpPr>
                <a:spLocks noRot="1" noChangeAspect="1" noMove="1" noResize="1" noEditPoints="1" noAdjustHandles="1" noChangeArrowheads="1" noChangeShapeType="1" noTextEdit="1"/>
              </p:cNvSpPr>
              <p:nvPr/>
            </p:nvSpPr>
            <p:spPr>
              <a:xfrm>
                <a:off x="4173067" y="2362200"/>
                <a:ext cx="632907" cy="632907"/>
              </a:xfrm>
              <a:prstGeom prst="ellipse">
                <a:avLst/>
              </a:prstGeom>
              <a:blipFill>
                <a:blip r:embed="rId6"/>
                <a:stretch>
                  <a:fillRect l="-5660"/>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5" name="Oval 64"/>
              <p:cNvSpPr/>
              <p:nvPr/>
            </p:nvSpPr>
            <p:spPr>
              <a:xfrm>
                <a:off x="3413073" y="3564722"/>
                <a:ext cx="632907" cy="63290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4</m:t>
                          </m:r>
                        </m:sub>
                      </m:sSub>
                    </m:oMath>
                  </m:oMathPara>
                </a14:m>
                <a:endParaRPr lang="en-US" sz="2800" dirty="0">
                  <a:solidFill>
                    <a:schemeClr val="tx1"/>
                  </a:solidFill>
                </a:endParaRPr>
              </a:p>
            </p:txBody>
          </p:sp>
        </mc:Choice>
        <mc:Fallback xmlns="">
          <p:sp>
            <p:nvSpPr>
              <p:cNvPr id="65" name="Oval 64"/>
              <p:cNvSpPr>
                <a:spLocks noRot="1" noChangeAspect="1" noMove="1" noResize="1" noEditPoints="1" noAdjustHandles="1" noChangeArrowheads="1" noChangeShapeType="1" noTextEdit="1"/>
              </p:cNvSpPr>
              <p:nvPr/>
            </p:nvSpPr>
            <p:spPr>
              <a:xfrm>
                <a:off x="3413073" y="3564722"/>
                <a:ext cx="632907" cy="632907"/>
              </a:xfrm>
              <a:prstGeom prst="ellipse">
                <a:avLst/>
              </a:prstGeom>
              <a:blipFill>
                <a:blip r:embed="rId7"/>
                <a:stretch>
                  <a:fillRect l="-5660"/>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6" name="Oval 65"/>
              <p:cNvSpPr/>
              <p:nvPr/>
            </p:nvSpPr>
            <p:spPr>
              <a:xfrm>
                <a:off x="2590801" y="4577737"/>
                <a:ext cx="632907" cy="63290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5</m:t>
                          </m:r>
                        </m:sub>
                      </m:sSub>
                    </m:oMath>
                  </m:oMathPara>
                </a14:m>
                <a:endParaRPr lang="en-US" sz="2800" dirty="0">
                  <a:solidFill>
                    <a:schemeClr val="tx1"/>
                  </a:solidFill>
                </a:endParaRPr>
              </a:p>
            </p:txBody>
          </p:sp>
        </mc:Choice>
        <mc:Fallback xmlns="">
          <p:sp>
            <p:nvSpPr>
              <p:cNvPr id="66" name="Oval 65"/>
              <p:cNvSpPr>
                <a:spLocks noRot="1" noChangeAspect="1" noMove="1" noResize="1" noEditPoints="1" noAdjustHandles="1" noChangeArrowheads="1" noChangeShapeType="1" noTextEdit="1"/>
              </p:cNvSpPr>
              <p:nvPr/>
            </p:nvSpPr>
            <p:spPr>
              <a:xfrm>
                <a:off x="2590801" y="4577737"/>
                <a:ext cx="632907" cy="632907"/>
              </a:xfrm>
              <a:prstGeom prst="ellipse">
                <a:avLst/>
              </a:prstGeom>
              <a:blipFill>
                <a:blip r:embed="rId8"/>
                <a:stretch>
                  <a:fillRect l="-5769"/>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7" name="Oval 66"/>
              <p:cNvSpPr/>
              <p:nvPr/>
            </p:nvSpPr>
            <p:spPr>
              <a:xfrm>
                <a:off x="4173067" y="4577737"/>
                <a:ext cx="632907" cy="63290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6</m:t>
                          </m:r>
                        </m:sub>
                      </m:sSub>
                    </m:oMath>
                  </m:oMathPara>
                </a14:m>
                <a:endParaRPr lang="en-US" sz="2800" dirty="0">
                  <a:solidFill>
                    <a:schemeClr val="tx1"/>
                  </a:solidFill>
                </a:endParaRPr>
              </a:p>
            </p:txBody>
          </p:sp>
        </mc:Choice>
        <mc:Fallback xmlns="">
          <p:sp>
            <p:nvSpPr>
              <p:cNvPr id="67" name="Oval 66"/>
              <p:cNvSpPr>
                <a:spLocks noRot="1" noChangeAspect="1" noMove="1" noResize="1" noEditPoints="1" noAdjustHandles="1" noChangeArrowheads="1" noChangeShapeType="1" noTextEdit="1"/>
              </p:cNvSpPr>
              <p:nvPr/>
            </p:nvSpPr>
            <p:spPr>
              <a:xfrm>
                <a:off x="4173067" y="4577737"/>
                <a:ext cx="632907" cy="632907"/>
              </a:xfrm>
              <a:prstGeom prst="ellipse">
                <a:avLst/>
              </a:prstGeom>
              <a:blipFill>
                <a:blip r:embed="rId9"/>
                <a:stretch>
                  <a:fillRect l="-5660"/>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8" name="Oval 67"/>
              <p:cNvSpPr/>
              <p:nvPr/>
            </p:nvSpPr>
            <p:spPr>
              <a:xfrm>
                <a:off x="3432313" y="5589659"/>
                <a:ext cx="632907" cy="63290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7</m:t>
                          </m:r>
                        </m:sub>
                      </m:sSub>
                    </m:oMath>
                  </m:oMathPara>
                </a14:m>
                <a:endParaRPr lang="en-US" sz="2800" dirty="0">
                  <a:solidFill>
                    <a:schemeClr val="tx1"/>
                  </a:solidFill>
                </a:endParaRPr>
              </a:p>
            </p:txBody>
          </p:sp>
        </mc:Choice>
        <mc:Fallback xmlns="">
          <p:sp>
            <p:nvSpPr>
              <p:cNvPr id="68" name="Oval 67"/>
              <p:cNvSpPr>
                <a:spLocks noRot="1" noChangeAspect="1" noMove="1" noResize="1" noEditPoints="1" noAdjustHandles="1" noChangeArrowheads="1" noChangeShapeType="1" noTextEdit="1"/>
              </p:cNvSpPr>
              <p:nvPr/>
            </p:nvSpPr>
            <p:spPr>
              <a:xfrm>
                <a:off x="3432313" y="5589659"/>
                <a:ext cx="632907" cy="632907"/>
              </a:xfrm>
              <a:prstGeom prst="ellipse">
                <a:avLst/>
              </a:prstGeom>
              <a:blipFill>
                <a:blip r:embed="rId10"/>
                <a:stretch>
                  <a:fillRect l="-5660"/>
                </a:stretch>
              </a:blipFill>
              <a:ln>
                <a:solidFill>
                  <a:schemeClr val="tx1"/>
                </a:solidFill>
              </a:ln>
            </p:spPr>
            <p:txBody>
              <a:bodyPr/>
              <a:lstStyle/>
              <a:p>
                <a:r>
                  <a:rPr lang="en-GB">
                    <a:noFill/>
                  </a:rPr>
                  <a:t> </a:t>
                </a:r>
              </a:p>
            </p:txBody>
          </p:sp>
        </mc:Fallback>
      </mc:AlternateContent>
      <p:cxnSp>
        <p:nvCxnSpPr>
          <p:cNvPr id="69" name="Straight Arrow Connector 68"/>
          <p:cNvCxnSpPr>
            <a:stCxn id="63" idx="4"/>
            <a:endCxn id="65" idx="1"/>
          </p:cNvCxnSpPr>
          <p:nvPr/>
        </p:nvCxnSpPr>
        <p:spPr>
          <a:xfrm>
            <a:off x="2907254" y="2995470"/>
            <a:ext cx="598505" cy="66193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64" idx="4"/>
            <a:endCxn id="65" idx="7"/>
          </p:cNvCxnSpPr>
          <p:nvPr/>
        </p:nvCxnSpPr>
        <p:spPr>
          <a:xfrm flipH="1">
            <a:off x="3953292" y="2995107"/>
            <a:ext cx="536228" cy="66230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65" idx="3"/>
            <a:endCxn id="66" idx="0"/>
          </p:cNvCxnSpPr>
          <p:nvPr/>
        </p:nvCxnSpPr>
        <p:spPr>
          <a:xfrm flipH="1">
            <a:off x="2907254" y="4104941"/>
            <a:ext cx="598505" cy="47279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65" idx="5"/>
            <a:endCxn id="67" idx="0"/>
          </p:cNvCxnSpPr>
          <p:nvPr/>
        </p:nvCxnSpPr>
        <p:spPr>
          <a:xfrm>
            <a:off x="3953292" y="4104941"/>
            <a:ext cx="536228" cy="47279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a:stCxn id="66" idx="4"/>
            <a:endCxn id="68" idx="1"/>
          </p:cNvCxnSpPr>
          <p:nvPr/>
        </p:nvCxnSpPr>
        <p:spPr>
          <a:xfrm>
            <a:off x="2907253" y="5210643"/>
            <a:ext cx="617746" cy="47170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a:stCxn id="67" idx="4"/>
            <a:endCxn id="68" idx="7"/>
          </p:cNvCxnSpPr>
          <p:nvPr/>
        </p:nvCxnSpPr>
        <p:spPr>
          <a:xfrm flipH="1">
            <a:off x="3972533" y="5210643"/>
            <a:ext cx="516987" cy="47170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5" name="Oval 74"/>
              <p:cNvSpPr/>
              <p:nvPr/>
            </p:nvSpPr>
            <p:spPr>
              <a:xfrm>
                <a:off x="1731301" y="3566751"/>
                <a:ext cx="632907" cy="63290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3</m:t>
                          </m:r>
                        </m:sub>
                      </m:sSub>
                    </m:oMath>
                  </m:oMathPara>
                </a14:m>
                <a:endParaRPr lang="en-US" sz="2800" dirty="0">
                  <a:solidFill>
                    <a:schemeClr val="tx1"/>
                  </a:solidFill>
                </a:endParaRPr>
              </a:p>
            </p:txBody>
          </p:sp>
        </mc:Choice>
        <mc:Fallback xmlns="">
          <p:sp>
            <p:nvSpPr>
              <p:cNvPr id="75" name="Oval 74"/>
              <p:cNvSpPr>
                <a:spLocks noRot="1" noChangeAspect="1" noMove="1" noResize="1" noEditPoints="1" noAdjustHandles="1" noChangeArrowheads="1" noChangeShapeType="1" noTextEdit="1"/>
              </p:cNvSpPr>
              <p:nvPr/>
            </p:nvSpPr>
            <p:spPr>
              <a:xfrm>
                <a:off x="1731301" y="3566751"/>
                <a:ext cx="632907" cy="632907"/>
              </a:xfrm>
              <a:prstGeom prst="ellipse">
                <a:avLst/>
              </a:prstGeom>
              <a:blipFill>
                <a:blip r:embed="rId11"/>
                <a:stretch>
                  <a:fillRect l="-5660"/>
                </a:stretch>
              </a:blipFill>
              <a:ln>
                <a:solidFill>
                  <a:schemeClr val="tx1"/>
                </a:solidFill>
              </a:ln>
            </p:spPr>
            <p:txBody>
              <a:bodyPr/>
              <a:lstStyle/>
              <a:p>
                <a:r>
                  <a:rPr lang="en-GB">
                    <a:noFill/>
                  </a:rPr>
                  <a:t> </a:t>
                </a:r>
              </a:p>
            </p:txBody>
          </p:sp>
        </mc:Fallback>
      </mc:AlternateContent>
      <p:cxnSp>
        <p:nvCxnSpPr>
          <p:cNvPr id="76" name="Straight Arrow Connector 75"/>
          <p:cNvCxnSpPr>
            <a:stCxn id="75" idx="5"/>
            <a:endCxn id="66" idx="0"/>
          </p:cNvCxnSpPr>
          <p:nvPr/>
        </p:nvCxnSpPr>
        <p:spPr>
          <a:xfrm>
            <a:off x="2271520" y="4106970"/>
            <a:ext cx="635734" cy="47076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p:cNvSpPr txBox="1"/>
              <p:nvPr/>
            </p:nvSpPr>
            <p:spPr>
              <a:xfrm>
                <a:off x="5334001" y="5334000"/>
                <a:ext cx="4582449" cy="369332"/>
              </a:xfrm>
              <a:prstGeom prst="rect">
                <a:avLst/>
              </a:prstGeom>
              <a:noFill/>
            </p:spPr>
            <p:txBody>
              <a:bodyPr wrap="square" rtlCol="0">
                <a:spAutoFit/>
              </a:bodyPr>
              <a:lstStyle/>
              <a:p>
                <a:r>
                  <a:rPr lang="en-US" b="0" dirty="0"/>
                  <a:t>Is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oMath>
                </a14:m>
                <a:r>
                  <a:rPr lang="en-US" b="0" dirty="0"/>
                  <a:t> independent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oMath>
                </a14:m>
                <a:r>
                  <a:rPr lang="en-US" b="0" dirty="0"/>
                  <a:t>?</a:t>
                </a:r>
              </a:p>
            </p:txBody>
          </p:sp>
        </mc:Choice>
        <mc:Fallback xmlns="">
          <p:sp>
            <p:nvSpPr>
              <p:cNvPr id="16" name="TextBox 15"/>
              <p:cNvSpPr txBox="1">
                <a:spLocks noRot="1" noChangeAspect="1" noMove="1" noResize="1" noEditPoints="1" noAdjustHandles="1" noChangeArrowheads="1" noChangeShapeType="1" noTextEdit="1"/>
              </p:cNvSpPr>
              <p:nvPr/>
            </p:nvSpPr>
            <p:spPr>
              <a:xfrm>
                <a:off x="5334001" y="5334000"/>
                <a:ext cx="4582449" cy="369332"/>
              </a:xfrm>
              <a:prstGeom prst="rect">
                <a:avLst/>
              </a:prstGeom>
              <a:blipFill>
                <a:blip r:embed="rId12"/>
                <a:stretch>
                  <a:fillRect l="-1108" t="-6667" b="-23333"/>
                </a:stretch>
              </a:blipFill>
            </p:spPr>
            <p:txBody>
              <a:bodyPr/>
              <a:lstStyle/>
              <a:p>
                <a:r>
                  <a:rPr lang="en-GB">
                    <a:noFill/>
                  </a:rPr>
                  <a:t> </a:t>
                </a:r>
              </a:p>
            </p:txBody>
          </p:sp>
        </mc:Fallback>
      </mc:AlternateContent>
      <p:sp>
        <p:nvSpPr>
          <p:cNvPr id="17" name="Rounded Rectangle 16"/>
          <p:cNvSpPr/>
          <p:nvPr/>
        </p:nvSpPr>
        <p:spPr>
          <a:xfrm>
            <a:off x="7848600" y="4197628"/>
            <a:ext cx="2667000" cy="831572"/>
          </a:xfrm>
          <a:prstGeom prst="round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TextBox 76"/>
          <p:cNvSpPr txBox="1"/>
          <p:nvPr/>
        </p:nvSpPr>
        <p:spPr>
          <a:xfrm>
            <a:off x="5334001" y="5684329"/>
            <a:ext cx="4582449" cy="369332"/>
          </a:xfrm>
          <a:prstGeom prst="rect">
            <a:avLst/>
          </a:prstGeom>
          <a:noFill/>
        </p:spPr>
        <p:txBody>
          <a:bodyPr wrap="square" rtlCol="0">
            <a:spAutoFit/>
          </a:bodyPr>
          <a:lstStyle/>
          <a:p>
            <a:r>
              <a:rPr lang="en-US" b="0" dirty="0">
                <a:solidFill>
                  <a:srgbClr val="00B050"/>
                </a:solidFill>
              </a:rPr>
              <a:t>Yes!</a:t>
            </a:r>
          </a:p>
        </p:txBody>
      </p:sp>
      <p:sp>
        <p:nvSpPr>
          <p:cNvPr id="78" name="Rounded Rectangle 77"/>
          <p:cNvSpPr/>
          <p:nvPr/>
        </p:nvSpPr>
        <p:spPr>
          <a:xfrm>
            <a:off x="2476151" y="2178801"/>
            <a:ext cx="2667000" cy="2164599"/>
          </a:xfrm>
          <a:prstGeom prst="round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6083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8"/>
                                        </p:tgtEl>
                                        <p:attrNameLst>
                                          <p:attrName>style.visibility</p:attrName>
                                        </p:attrNameLst>
                                      </p:cBhvr>
                                      <p:to>
                                        <p:strVal val="visible"/>
                                      </p:to>
                                    </p:set>
                                    <p:animEffect transition="in" filter="fade">
                                      <p:cBhvr>
                                        <p:cTn id="10" dur="500"/>
                                        <p:tgtEl>
                                          <p:spTgt spid="7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7"/>
                                        </p:tgtEl>
                                        <p:attrNameLst>
                                          <p:attrName>style.visibility</p:attrName>
                                        </p:attrNameLst>
                                      </p:cBhvr>
                                      <p:to>
                                        <p:strVal val="visible"/>
                                      </p:to>
                                    </p:set>
                                    <p:animEffect transition="in" filter="fade">
                                      <p:cBhvr>
                                        <p:cTn id="15"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77" grpId="0"/>
      <p:bldP spid="78"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2"/>
          <p:cNvSpPr>
            <a:spLocks noGrp="1" noChangeArrowheads="1"/>
          </p:cNvSpPr>
          <p:nvPr>
            <p:ph type="title"/>
          </p:nvPr>
        </p:nvSpPr>
        <p:spPr>
          <a:xfrm>
            <a:off x="2506134" y="457202"/>
            <a:ext cx="7704667" cy="990599"/>
          </a:xfrm>
        </p:spPr>
        <p:txBody>
          <a:bodyPr>
            <a:normAutofit/>
          </a:bodyPr>
          <a:lstStyle/>
          <a:p>
            <a:r>
              <a:rPr lang="en-US" dirty="0"/>
              <a:t>General Case – Analyze the Graph</a:t>
            </a:r>
          </a:p>
        </p:txBody>
      </p:sp>
      <p:sp>
        <p:nvSpPr>
          <p:cNvPr id="4" name="Slide Number Placeholder 3"/>
          <p:cNvSpPr>
            <a:spLocks noGrp="1"/>
          </p:cNvSpPr>
          <p:nvPr>
            <p:ph type="sldNum" sz="quarter" idx="4294967295"/>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59</a:t>
            </a:fld>
            <a:endParaRPr lang="en-US"/>
          </a:p>
        </p:txBody>
      </p:sp>
      <p:pic>
        <p:nvPicPr>
          <p:cNvPr id="3" name="Picture 2"/>
          <p:cNvPicPr>
            <a:picLocks noChangeAspect="1"/>
          </p:cNvPicPr>
          <p:nvPr/>
        </p:nvPicPr>
        <p:blipFill>
          <a:blip r:embed="rId3"/>
          <a:stretch>
            <a:fillRect/>
          </a:stretch>
        </p:blipFill>
        <p:spPr>
          <a:xfrm>
            <a:off x="5486400" y="2286001"/>
            <a:ext cx="4835848" cy="2826045"/>
          </a:xfrm>
          <a:prstGeom prst="rect">
            <a:avLst/>
          </a:prstGeom>
        </p:spPr>
      </p:pic>
      <mc:AlternateContent xmlns:mc="http://schemas.openxmlformats.org/markup-compatibility/2006" xmlns:a14="http://schemas.microsoft.com/office/drawing/2010/main">
        <mc:Choice Requires="a14">
          <p:sp>
            <p:nvSpPr>
              <p:cNvPr id="63" name="Oval 62"/>
              <p:cNvSpPr/>
              <p:nvPr/>
            </p:nvSpPr>
            <p:spPr>
              <a:xfrm>
                <a:off x="2590801" y="2362564"/>
                <a:ext cx="632907" cy="632907"/>
              </a:xfrm>
              <a:prstGeom prst="ellips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1</m:t>
                          </m:r>
                        </m:sub>
                      </m:sSub>
                    </m:oMath>
                  </m:oMathPara>
                </a14:m>
                <a:endParaRPr lang="en-US" sz="2800" dirty="0">
                  <a:solidFill>
                    <a:schemeClr val="tx1"/>
                  </a:solidFill>
                </a:endParaRPr>
              </a:p>
            </p:txBody>
          </p:sp>
        </mc:Choice>
        <mc:Fallback xmlns="">
          <p:sp>
            <p:nvSpPr>
              <p:cNvPr id="63" name="Oval 62"/>
              <p:cNvSpPr>
                <a:spLocks noRot="1" noChangeAspect="1" noMove="1" noResize="1" noEditPoints="1" noAdjustHandles="1" noChangeArrowheads="1" noChangeShapeType="1" noTextEdit="1"/>
              </p:cNvSpPr>
              <p:nvPr/>
            </p:nvSpPr>
            <p:spPr>
              <a:xfrm>
                <a:off x="2590801" y="2362564"/>
                <a:ext cx="632907" cy="632907"/>
              </a:xfrm>
              <a:prstGeom prst="ellipse">
                <a:avLst/>
              </a:prstGeom>
              <a:blipFill>
                <a:blip r:embed="rId4"/>
                <a:stretch>
                  <a:fillRect l="-5769"/>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4" name="Oval 63"/>
              <p:cNvSpPr/>
              <p:nvPr/>
            </p:nvSpPr>
            <p:spPr>
              <a:xfrm>
                <a:off x="4173067" y="2362200"/>
                <a:ext cx="632907" cy="632907"/>
              </a:xfrm>
              <a:prstGeom prst="ellips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2</m:t>
                          </m:r>
                        </m:sub>
                      </m:sSub>
                    </m:oMath>
                  </m:oMathPara>
                </a14:m>
                <a:endParaRPr lang="en-US" sz="2800" dirty="0">
                  <a:solidFill>
                    <a:schemeClr val="tx1"/>
                  </a:solidFill>
                </a:endParaRPr>
              </a:p>
            </p:txBody>
          </p:sp>
        </mc:Choice>
        <mc:Fallback xmlns="">
          <p:sp>
            <p:nvSpPr>
              <p:cNvPr id="64" name="Oval 63"/>
              <p:cNvSpPr>
                <a:spLocks noRot="1" noChangeAspect="1" noMove="1" noResize="1" noEditPoints="1" noAdjustHandles="1" noChangeArrowheads="1" noChangeShapeType="1" noTextEdit="1"/>
              </p:cNvSpPr>
              <p:nvPr/>
            </p:nvSpPr>
            <p:spPr>
              <a:xfrm>
                <a:off x="4173067" y="2362200"/>
                <a:ext cx="632907" cy="632907"/>
              </a:xfrm>
              <a:prstGeom prst="ellipse">
                <a:avLst/>
              </a:prstGeom>
              <a:blipFill>
                <a:blip r:embed="rId5"/>
                <a:stretch>
                  <a:fillRect l="-5660"/>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5" name="Oval 64"/>
              <p:cNvSpPr/>
              <p:nvPr/>
            </p:nvSpPr>
            <p:spPr>
              <a:xfrm>
                <a:off x="3413073" y="3564722"/>
                <a:ext cx="632907" cy="632907"/>
              </a:xfrm>
              <a:prstGeom prst="ellipse">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4</m:t>
                          </m:r>
                        </m:sub>
                      </m:sSub>
                    </m:oMath>
                  </m:oMathPara>
                </a14:m>
                <a:endParaRPr lang="en-US" sz="2800" dirty="0">
                  <a:solidFill>
                    <a:schemeClr val="tx1"/>
                  </a:solidFill>
                </a:endParaRPr>
              </a:p>
            </p:txBody>
          </p:sp>
        </mc:Choice>
        <mc:Fallback xmlns="">
          <p:sp>
            <p:nvSpPr>
              <p:cNvPr id="65" name="Oval 64"/>
              <p:cNvSpPr>
                <a:spLocks noRot="1" noChangeAspect="1" noMove="1" noResize="1" noEditPoints="1" noAdjustHandles="1" noChangeArrowheads="1" noChangeShapeType="1" noTextEdit="1"/>
              </p:cNvSpPr>
              <p:nvPr/>
            </p:nvSpPr>
            <p:spPr>
              <a:xfrm>
                <a:off x="3413073" y="3564722"/>
                <a:ext cx="632907" cy="632907"/>
              </a:xfrm>
              <a:prstGeom prst="ellipse">
                <a:avLst/>
              </a:prstGeom>
              <a:blipFill>
                <a:blip r:embed="rId6"/>
                <a:stretch>
                  <a:fillRect l="-5660"/>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6" name="Oval 65"/>
              <p:cNvSpPr/>
              <p:nvPr/>
            </p:nvSpPr>
            <p:spPr>
              <a:xfrm>
                <a:off x="2590801" y="4577737"/>
                <a:ext cx="632907" cy="63290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5</m:t>
                          </m:r>
                        </m:sub>
                      </m:sSub>
                    </m:oMath>
                  </m:oMathPara>
                </a14:m>
                <a:endParaRPr lang="en-US" sz="2800" dirty="0">
                  <a:solidFill>
                    <a:schemeClr val="tx1"/>
                  </a:solidFill>
                </a:endParaRPr>
              </a:p>
            </p:txBody>
          </p:sp>
        </mc:Choice>
        <mc:Fallback xmlns="">
          <p:sp>
            <p:nvSpPr>
              <p:cNvPr id="66" name="Oval 65"/>
              <p:cNvSpPr>
                <a:spLocks noRot="1" noChangeAspect="1" noMove="1" noResize="1" noEditPoints="1" noAdjustHandles="1" noChangeArrowheads="1" noChangeShapeType="1" noTextEdit="1"/>
              </p:cNvSpPr>
              <p:nvPr/>
            </p:nvSpPr>
            <p:spPr>
              <a:xfrm>
                <a:off x="2590801" y="4577737"/>
                <a:ext cx="632907" cy="632907"/>
              </a:xfrm>
              <a:prstGeom prst="ellipse">
                <a:avLst/>
              </a:prstGeom>
              <a:blipFill>
                <a:blip r:embed="rId7"/>
                <a:stretch>
                  <a:fillRect l="-5769"/>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7" name="Oval 66"/>
              <p:cNvSpPr/>
              <p:nvPr/>
            </p:nvSpPr>
            <p:spPr>
              <a:xfrm>
                <a:off x="4173067" y="4577737"/>
                <a:ext cx="632907" cy="63290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6</m:t>
                          </m:r>
                        </m:sub>
                      </m:sSub>
                    </m:oMath>
                  </m:oMathPara>
                </a14:m>
                <a:endParaRPr lang="en-US" sz="2800" dirty="0">
                  <a:solidFill>
                    <a:schemeClr val="tx1"/>
                  </a:solidFill>
                </a:endParaRPr>
              </a:p>
            </p:txBody>
          </p:sp>
        </mc:Choice>
        <mc:Fallback xmlns="">
          <p:sp>
            <p:nvSpPr>
              <p:cNvPr id="67" name="Oval 66"/>
              <p:cNvSpPr>
                <a:spLocks noRot="1" noChangeAspect="1" noMove="1" noResize="1" noEditPoints="1" noAdjustHandles="1" noChangeArrowheads="1" noChangeShapeType="1" noTextEdit="1"/>
              </p:cNvSpPr>
              <p:nvPr/>
            </p:nvSpPr>
            <p:spPr>
              <a:xfrm>
                <a:off x="4173067" y="4577737"/>
                <a:ext cx="632907" cy="632907"/>
              </a:xfrm>
              <a:prstGeom prst="ellipse">
                <a:avLst/>
              </a:prstGeom>
              <a:blipFill>
                <a:blip r:embed="rId8"/>
                <a:stretch>
                  <a:fillRect l="-5660"/>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8" name="Oval 67"/>
              <p:cNvSpPr/>
              <p:nvPr/>
            </p:nvSpPr>
            <p:spPr>
              <a:xfrm>
                <a:off x="3432313" y="5589659"/>
                <a:ext cx="632907" cy="63290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7</m:t>
                          </m:r>
                        </m:sub>
                      </m:sSub>
                    </m:oMath>
                  </m:oMathPara>
                </a14:m>
                <a:endParaRPr lang="en-US" sz="2800" dirty="0">
                  <a:solidFill>
                    <a:schemeClr val="tx1"/>
                  </a:solidFill>
                </a:endParaRPr>
              </a:p>
            </p:txBody>
          </p:sp>
        </mc:Choice>
        <mc:Fallback xmlns="">
          <p:sp>
            <p:nvSpPr>
              <p:cNvPr id="68" name="Oval 67"/>
              <p:cNvSpPr>
                <a:spLocks noRot="1" noChangeAspect="1" noMove="1" noResize="1" noEditPoints="1" noAdjustHandles="1" noChangeArrowheads="1" noChangeShapeType="1" noTextEdit="1"/>
              </p:cNvSpPr>
              <p:nvPr/>
            </p:nvSpPr>
            <p:spPr>
              <a:xfrm>
                <a:off x="3432313" y="5589659"/>
                <a:ext cx="632907" cy="632907"/>
              </a:xfrm>
              <a:prstGeom prst="ellipse">
                <a:avLst/>
              </a:prstGeom>
              <a:blipFill>
                <a:blip r:embed="rId9"/>
                <a:stretch>
                  <a:fillRect l="-5660"/>
                </a:stretch>
              </a:blipFill>
              <a:ln>
                <a:solidFill>
                  <a:schemeClr val="tx1"/>
                </a:solidFill>
              </a:ln>
            </p:spPr>
            <p:txBody>
              <a:bodyPr/>
              <a:lstStyle/>
              <a:p>
                <a:r>
                  <a:rPr lang="en-GB">
                    <a:noFill/>
                  </a:rPr>
                  <a:t> </a:t>
                </a:r>
              </a:p>
            </p:txBody>
          </p:sp>
        </mc:Fallback>
      </mc:AlternateContent>
      <p:cxnSp>
        <p:nvCxnSpPr>
          <p:cNvPr id="69" name="Straight Arrow Connector 68"/>
          <p:cNvCxnSpPr>
            <a:stCxn id="63" idx="4"/>
            <a:endCxn id="65" idx="1"/>
          </p:cNvCxnSpPr>
          <p:nvPr/>
        </p:nvCxnSpPr>
        <p:spPr>
          <a:xfrm>
            <a:off x="2907254" y="2995470"/>
            <a:ext cx="598505" cy="66193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64" idx="4"/>
            <a:endCxn id="65" idx="7"/>
          </p:cNvCxnSpPr>
          <p:nvPr/>
        </p:nvCxnSpPr>
        <p:spPr>
          <a:xfrm flipH="1">
            <a:off x="3953292" y="2995107"/>
            <a:ext cx="536228" cy="66230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65" idx="3"/>
            <a:endCxn id="66" idx="0"/>
          </p:cNvCxnSpPr>
          <p:nvPr/>
        </p:nvCxnSpPr>
        <p:spPr>
          <a:xfrm flipH="1">
            <a:off x="2907254" y="4104941"/>
            <a:ext cx="598505" cy="47279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65" idx="5"/>
            <a:endCxn id="67" idx="0"/>
          </p:cNvCxnSpPr>
          <p:nvPr/>
        </p:nvCxnSpPr>
        <p:spPr>
          <a:xfrm>
            <a:off x="3953292" y="4104941"/>
            <a:ext cx="536228" cy="47279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a:stCxn id="66" idx="4"/>
            <a:endCxn id="68" idx="1"/>
          </p:cNvCxnSpPr>
          <p:nvPr/>
        </p:nvCxnSpPr>
        <p:spPr>
          <a:xfrm>
            <a:off x="2907253" y="5210643"/>
            <a:ext cx="617746" cy="47170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a:stCxn id="67" idx="4"/>
            <a:endCxn id="68" idx="7"/>
          </p:cNvCxnSpPr>
          <p:nvPr/>
        </p:nvCxnSpPr>
        <p:spPr>
          <a:xfrm flipH="1">
            <a:off x="3972533" y="5210643"/>
            <a:ext cx="516987" cy="47170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5" name="Oval 74"/>
              <p:cNvSpPr/>
              <p:nvPr/>
            </p:nvSpPr>
            <p:spPr>
              <a:xfrm>
                <a:off x="1731301" y="3566751"/>
                <a:ext cx="632907" cy="63290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3</m:t>
                          </m:r>
                        </m:sub>
                      </m:sSub>
                    </m:oMath>
                  </m:oMathPara>
                </a14:m>
                <a:endParaRPr lang="en-US" sz="2800" dirty="0">
                  <a:solidFill>
                    <a:schemeClr val="tx1"/>
                  </a:solidFill>
                </a:endParaRPr>
              </a:p>
            </p:txBody>
          </p:sp>
        </mc:Choice>
        <mc:Fallback xmlns="">
          <p:sp>
            <p:nvSpPr>
              <p:cNvPr id="75" name="Oval 74"/>
              <p:cNvSpPr>
                <a:spLocks noRot="1" noChangeAspect="1" noMove="1" noResize="1" noEditPoints="1" noAdjustHandles="1" noChangeArrowheads="1" noChangeShapeType="1" noTextEdit="1"/>
              </p:cNvSpPr>
              <p:nvPr/>
            </p:nvSpPr>
            <p:spPr>
              <a:xfrm>
                <a:off x="1731301" y="3566751"/>
                <a:ext cx="632907" cy="632907"/>
              </a:xfrm>
              <a:prstGeom prst="ellipse">
                <a:avLst/>
              </a:prstGeom>
              <a:blipFill>
                <a:blip r:embed="rId10"/>
                <a:stretch>
                  <a:fillRect l="-5660"/>
                </a:stretch>
              </a:blipFill>
              <a:ln>
                <a:solidFill>
                  <a:schemeClr val="tx1"/>
                </a:solidFill>
              </a:ln>
            </p:spPr>
            <p:txBody>
              <a:bodyPr/>
              <a:lstStyle/>
              <a:p>
                <a:r>
                  <a:rPr lang="en-GB">
                    <a:noFill/>
                  </a:rPr>
                  <a:t> </a:t>
                </a:r>
              </a:p>
            </p:txBody>
          </p:sp>
        </mc:Fallback>
      </mc:AlternateContent>
      <p:cxnSp>
        <p:nvCxnSpPr>
          <p:cNvPr id="76" name="Straight Arrow Connector 75"/>
          <p:cNvCxnSpPr>
            <a:stCxn id="75" idx="5"/>
            <a:endCxn id="66" idx="0"/>
          </p:cNvCxnSpPr>
          <p:nvPr/>
        </p:nvCxnSpPr>
        <p:spPr>
          <a:xfrm>
            <a:off x="2271520" y="4106970"/>
            <a:ext cx="635734" cy="47076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p:cNvSpPr txBox="1"/>
              <p:nvPr/>
            </p:nvSpPr>
            <p:spPr>
              <a:xfrm>
                <a:off x="5334001" y="5334000"/>
                <a:ext cx="4582449" cy="400110"/>
              </a:xfrm>
              <a:prstGeom prst="rect">
                <a:avLst/>
              </a:prstGeom>
              <a:noFill/>
            </p:spPr>
            <p:txBody>
              <a:bodyPr wrap="square" rtlCol="0">
                <a:spAutoFit/>
              </a:bodyPr>
              <a:lstStyle/>
              <a:p>
                <a:r>
                  <a:rPr lang="en-US" sz="2000" dirty="0"/>
                  <a:t>Is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1</m:t>
                        </m:r>
                      </m:sub>
                    </m:sSub>
                  </m:oMath>
                </a14:m>
                <a:r>
                  <a:rPr lang="en-US" sz="2000" dirty="0"/>
                  <a:t> independent of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2</m:t>
                        </m:r>
                      </m:sub>
                    </m:sSub>
                  </m:oMath>
                </a14:m>
                <a:r>
                  <a:rPr lang="en-US" sz="2000" dirty="0"/>
                  <a:t> given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4</m:t>
                        </m:r>
                      </m:sub>
                    </m:sSub>
                  </m:oMath>
                </a14:m>
                <a:r>
                  <a:rPr lang="en-US" sz="2000" dirty="0"/>
                  <a:t>?</a:t>
                </a:r>
              </a:p>
            </p:txBody>
          </p:sp>
        </mc:Choice>
        <mc:Fallback xmlns="">
          <p:sp>
            <p:nvSpPr>
              <p:cNvPr id="16" name="TextBox 15"/>
              <p:cNvSpPr txBox="1">
                <a:spLocks noRot="1" noChangeAspect="1" noMove="1" noResize="1" noEditPoints="1" noAdjustHandles="1" noChangeArrowheads="1" noChangeShapeType="1" noTextEdit="1"/>
              </p:cNvSpPr>
              <p:nvPr/>
            </p:nvSpPr>
            <p:spPr>
              <a:xfrm>
                <a:off x="5334001" y="5334000"/>
                <a:ext cx="4582449" cy="400110"/>
              </a:xfrm>
              <a:prstGeom prst="rect">
                <a:avLst/>
              </a:prstGeom>
              <a:blipFill>
                <a:blip r:embed="rId11"/>
                <a:stretch>
                  <a:fillRect l="-1385" t="-9375" b="-25000"/>
                </a:stretch>
              </a:blipFill>
            </p:spPr>
            <p:txBody>
              <a:bodyPr/>
              <a:lstStyle/>
              <a:p>
                <a:r>
                  <a:rPr lang="en-GB">
                    <a:noFill/>
                  </a:rPr>
                  <a:t> </a:t>
                </a:r>
              </a:p>
            </p:txBody>
          </p:sp>
        </mc:Fallback>
      </mc:AlternateContent>
      <p:sp>
        <p:nvSpPr>
          <p:cNvPr id="17" name="Rounded Rectangle 16"/>
          <p:cNvSpPr/>
          <p:nvPr/>
        </p:nvSpPr>
        <p:spPr>
          <a:xfrm>
            <a:off x="5334000" y="4197628"/>
            <a:ext cx="2667000" cy="831572"/>
          </a:xfrm>
          <a:prstGeom prst="round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2" name="TextBox 21"/>
              <p:cNvSpPr txBox="1"/>
              <p:nvPr/>
            </p:nvSpPr>
            <p:spPr>
              <a:xfrm>
                <a:off x="2800483" y="1194138"/>
                <a:ext cx="7115967" cy="1015663"/>
              </a:xfrm>
              <a:prstGeom prst="rect">
                <a:avLst/>
              </a:prstGeom>
              <a:noFill/>
            </p:spPr>
            <p:txBody>
              <a:bodyPr wrap="square" rtlCol="0">
                <a:spAutoFit/>
              </a:bodyPr>
              <a:lstStyle/>
              <a:p>
                <a:pPr marL="342900" indent="-342900">
                  <a:buFont typeface="Arial" panose="020B0604020202020204" pitchFamily="34" charset="0"/>
                  <a:buChar char="•"/>
                </a:pPr>
                <a:r>
                  <a:rPr lang="en-US" sz="2000" dirty="0"/>
                  <a:t>All paths must be inactive.</a:t>
                </a:r>
              </a:p>
              <a:p>
                <a:pPr marL="342900" indent="-342900">
                  <a:buFont typeface="Arial" panose="020B0604020202020204" pitchFamily="34" charset="0"/>
                  <a:buChar char="•"/>
                </a:pPr>
                <a:r>
                  <a:rPr lang="en-US" sz="2000" dirty="0"/>
                  <a:t>A path is active </a:t>
                </a:r>
                <a:r>
                  <a:rPr lang="en-US" sz="2000" dirty="0" err="1"/>
                  <a:t>iff</a:t>
                </a:r>
                <a:r>
                  <a:rPr lang="en-US" sz="2000" dirty="0"/>
                  <a:t> every triple on path is active</a:t>
                </a:r>
              </a:p>
              <a:p>
                <a:pPr marL="342900" indent="-342900">
                  <a:buFont typeface="Arial" panose="020B0604020202020204" pitchFamily="34" charset="0"/>
                  <a:buChar char="•"/>
                </a:pPr>
                <a:r>
                  <a:rPr lang="en-US" sz="2000" dirty="0"/>
                  <a:t>One inactive triple </a:t>
                </a:r>
                <a14:m>
                  <m:oMath xmlns:m="http://schemas.openxmlformats.org/officeDocument/2006/math">
                    <m:r>
                      <a:rPr lang="en-US" sz="2000" i="1">
                        <a:latin typeface="Cambria Math" panose="02040503050406030204" pitchFamily="18" charset="0"/>
                      </a:rPr>
                      <m:t>⇒</m:t>
                    </m:r>
                  </m:oMath>
                </a14:m>
                <a:r>
                  <a:rPr lang="en-US" sz="2000" dirty="0"/>
                  <a:t> path is inactive!</a:t>
                </a:r>
              </a:p>
            </p:txBody>
          </p:sp>
        </mc:Choice>
        <mc:Fallback xmlns="">
          <p:sp>
            <p:nvSpPr>
              <p:cNvPr id="22" name="TextBox 21"/>
              <p:cNvSpPr txBox="1">
                <a:spLocks noRot="1" noChangeAspect="1" noMove="1" noResize="1" noEditPoints="1" noAdjustHandles="1" noChangeArrowheads="1" noChangeShapeType="1" noTextEdit="1"/>
              </p:cNvSpPr>
              <p:nvPr/>
            </p:nvSpPr>
            <p:spPr>
              <a:xfrm>
                <a:off x="2800483" y="1194138"/>
                <a:ext cx="7115967" cy="1015663"/>
              </a:xfrm>
              <a:prstGeom prst="rect">
                <a:avLst/>
              </a:prstGeom>
              <a:blipFill>
                <a:blip r:embed="rId12"/>
                <a:stretch>
                  <a:fillRect l="-713" t="-3704" b="-8642"/>
                </a:stretch>
              </a:blipFill>
            </p:spPr>
            <p:txBody>
              <a:bodyPr/>
              <a:lstStyle/>
              <a:p>
                <a:r>
                  <a:rPr lang="en-GB">
                    <a:noFill/>
                  </a:rPr>
                  <a:t> </a:t>
                </a:r>
              </a:p>
            </p:txBody>
          </p:sp>
        </mc:Fallback>
      </mc:AlternateContent>
      <p:sp>
        <p:nvSpPr>
          <p:cNvPr id="23" name="Rounded Rectangle 22"/>
          <p:cNvSpPr/>
          <p:nvPr/>
        </p:nvSpPr>
        <p:spPr>
          <a:xfrm>
            <a:off x="2506133" y="2241546"/>
            <a:ext cx="2667000" cy="2101854"/>
          </a:xfrm>
          <a:prstGeom prst="round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5334001" y="5684329"/>
            <a:ext cx="4582449" cy="369332"/>
          </a:xfrm>
          <a:prstGeom prst="rect">
            <a:avLst/>
          </a:prstGeom>
          <a:noFill/>
        </p:spPr>
        <p:txBody>
          <a:bodyPr wrap="square" rtlCol="0">
            <a:spAutoFit/>
          </a:bodyPr>
          <a:lstStyle/>
          <a:p>
            <a:r>
              <a:rPr lang="en-US" b="0" dirty="0">
                <a:solidFill>
                  <a:srgbClr val="FF0000"/>
                </a:solidFill>
              </a:rPr>
              <a:t>No!</a:t>
            </a:r>
          </a:p>
        </p:txBody>
      </p:sp>
    </p:spTree>
    <p:extLst>
      <p:ext uri="{BB962C8B-B14F-4D97-AF65-F5344CB8AC3E}">
        <p14:creationId xmlns:p14="http://schemas.microsoft.com/office/powerpoint/2010/main" val="2194761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3" grpId="0" animBg="1"/>
      <p:bldP spid="24"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2"/>
          <p:cNvSpPr>
            <a:spLocks noGrp="1" noChangeArrowheads="1"/>
          </p:cNvSpPr>
          <p:nvPr>
            <p:ph type="title"/>
          </p:nvPr>
        </p:nvSpPr>
        <p:spPr>
          <a:xfrm>
            <a:off x="2506134" y="457202"/>
            <a:ext cx="7704667" cy="990599"/>
          </a:xfrm>
        </p:spPr>
        <p:txBody>
          <a:bodyPr>
            <a:normAutofit/>
          </a:bodyPr>
          <a:lstStyle/>
          <a:p>
            <a:r>
              <a:rPr lang="en-US" dirty="0"/>
              <a:t>General Case – Analyze the Graph</a:t>
            </a:r>
          </a:p>
        </p:txBody>
      </p:sp>
      <p:sp>
        <p:nvSpPr>
          <p:cNvPr id="4" name="Slide Number Placeholder 3"/>
          <p:cNvSpPr>
            <a:spLocks noGrp="1"/>
          </p:cNvSpPr>
          <p:nvPr>
            <p:ph type="sldNum" sz="quarter" idx="4294967295"/>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60</a:t>
            </a:fld>
            <a:endParaRPr lang="en-US"/>
          </a:p>
        </p:txBody>
      </p:sp>
      <p:pic>
        <p:nvPicPr>
          <p:cNvPr id="3" name="Picture 2"/>
          <p:cNvPicPr>
            <a:picLocks noChangeAspect="1"/>
          </p:cNvPicPr>
          <p:nvPr/>
        </p:nvPicPr>
        <p:blipFill>
          <a:blip r:embed="rId3"/>
          <a:stretch>
            <a:fillRect/>
          </a:stretch>
        </p:blipFill>
        <p:spPr>
          <a:xfrm>
            <a:off x="5486400" y="2286001"/>
            <a:ext cx="4835848" cy="2826045"/>
          </a:xfrm>
          <a:prstGeom prst="rect">
            <a:avLst/>
          </a:prstGeom>
        </p:spPr>
      </p:pic>
      <mc:AlternateContent xmlns:mc="http://schemas.openxmlformats.org/markup-compatibility/2006" xmlns:a14="http://schemas.microsoft.com/office/drawing/2010/main">
        <mc:Choice Requires="a14">
          <p:sp>
            <p:nvSpPr>
              <p:cNvPr id="63" name="Oval 62"/>
              <p:cNvSpPr/>
              <p:nvPr/>
            </p:nvSpPr>
            <p:spPr>
              <a:xfrm>
                <a:off x="2590801" y="2362564"/>
                <a:ext cx="632907" cy="63290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1</m:t>
                          </m:r>
                        </m:sub>
                      </m:sSub>
                    </m:oMath>
                  </m:oMathPara>
                </a14:m>
                <a:endParaRPr lang="en-US" sz="2800" dirty="0">
                  <a:solidFill>
                    <a:schemeClr val="tx1"/>
                  </a:solidFill>
                </a:endParaRPr>
              </a:p>
            </p:txBody>
          </p:sp>
        </mc:Choice>
        <mc:Fallback xmlns="">
          <p:sp>
            <p:nvSpPr>
              <p:cNvPr id="63" name="Oval 62"/>
              <p:cNvSpPr>
                <a:spLocks noRot="1" noChangeAspect="1" noMove="1" noResize="1" noEditPoints="1" noAdjustHandles="1" noChangeArrowheads="1" noChangeShapeType="1" noTextEdit="1"/>
              </p:cNvSpPr>
              <p:nvPr/>
            </p:nvSpPr>
            <p:spPr>
              <a:xfrm>
                <a:off x="2590801" y="2362564"/>
                <a:ext cx="632907" cy="632907"/>
              </a:xfrm>
              <a:prstGeom prst="ellipse">
                <a:avLst/>
              </a:prstGeom>
              <a:blipFill>
                <a:blip r:embed="rId4"/>
                <a:stretch>
                  <a:fillRect l="-5769"/>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4" name="Oval 63"/>
              <p:cNvSpPr/>
              <p:nvPr/>
            </p:nvSpPr>
            <p:spPr>
              <a:xfrm>
                <a:off x="4173067" y="2362200"/>
                <a:ext cx="632907" cy="63290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2</m:t>
                          </m:r>
                        </m:sub>
                      </m:sSub>
                    </m:oMath>
                  </m:oMathPara>
                </a14:m>
                <a:endParaRPr lang="en-US" sz="2800" dirty="0">
                  <a:solidFill>
                    <a:schemeClr val="tx1"/>
                  </a:solidFill>
                </a:endParaRPr>
              </a:p>
            </p:txBody>
          </p:sp>
        </mc:Choice>
        <mc:Fallback xmlns="">
          <p:sp>
            <p:nvSpPr>
              <p:cNvPr id="64" name="Oval 63"/>
              <p:cNvSpPr>
                <a:spLocks noRot="1" noChangeAspect="1" noMove="1" noResize="1" noEditPoints="1" noAdjustHandles="1" noChangeArrowheads="1" noChangeShapeType="1" noTextEdit="1"/>
              </p:cNvSpPr>
              <p:nvPr/>
            </p:nvSpPr>
            <p:spPr>
              <a:xfrm>
                <a:off x="4173067" y="2362200"/>
                <a:ext cx="632907" cy="632907"/>
              </a:xfrm>
              <a:prstGeom prst="ellipse">
                <a:avLst/>
              </a:prstGeom>
              <a:blipFill>
                <a:blip r:embed="rId5"/>
                <a:stretch>
                  <a:fillRect l="-5660"/>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5" name="Oval 64"/>
              <p:cNvSpPr/>
              <p:nvPr/>
            </p:nvSpPr>
            <p:spPr>
              <a:xfrm>
                <a:off x="3413073" y="3564722"/>
                <a:ext cx="632907" cy="63290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4</m:t>
                          </m:r>
                        </m:sub>
                      </m:sSub>
                    </m:oMath>
                  </m:oMathPara>
                </a14:m>
                <a:endParaRPr lang="en-US" sz="2800" dirty="0">
                  <a:solidFill>
                    <a:schemeClr val="tx1"/>
                  </a:solidFill>
                </a:endParaRPr>
              </a:p>
            </p:txBody>
          </p:sp>
        </mc:Choice>
        <mc:Fallback xmlns="">
          <p:sp>
            <p:nvSpPr>
              <p:cNvPr id="65" name="Oval 64"/>
              <p:cNvSpPr>
                <a:spLocks noRot="1" noChangeAspect="1" noMove="1" noResize="1" noEditPoints="1" noAdjustHandles="1" noChangeArrowheads="1" noChangeShapeType="1" noTextEdit="1"/>
              </p:cNvSpPr>
              <p:nvPr/>
            </p:nvSpPr>
            <p:spPr>
              <a:xfrm>
                <a:off x="3413073" y="3564722"/>
                <a:ext cx="632907" cy="632907"/>
              </a:xfrm>
              <a:prstGeom prst="ellipse">
                <a:avLst/>
              </a:prstGeom>
              <a:blipFill>
                <a:blip r:embed="rId6"/>
                <a:stretch>
                  <a:fillRect l="-5660"/>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6" name="Oval 65"/>
              <p:cNvSpPr/>
              <p:nvPr/>
            </p:nvSpPr>
            <p:spPr>
              <a:xfrm>
                <a:off x="2590801" y="4577737"/>
                <a:ext cx="632907" cy="632907"/>
              </a:xfrm>
              <a:prstGeom prst="ellipse">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5</m:t>
                          </m:r>
                        </m:sub>
                      </m:sSub>
                    </m:oMath>
                  </m:oMathPara>
                </a14:m>
                <a:endParaRPr lang="en-US" sz="2800" dirty="0">
                  <a:solidFill>
                    <a:schemeClr val="tx1"/>
                  </a:solidFill>
                </a:endParaRPr>
              </a:p>
            </p:txBody>
          </p:sp>
        </mc:Choice>
        <mc:Fallback xmlns="">
          <p:sp>
            <p:nvSpPr>
              <p:cNvPr id="66" name="Oval 65"/>
              <p:cNvSpPr>
                <a:spLocks noRot="1" noChangeAspect="1" noMove="1" noResize="1" noEditPoints="1" noAdjustHandles="1" noChangeArrowheads="1" noChangeShapeType="1" noTextEdit="1"/>
              </p:cNvSpPr>
              <p:nvPr/>
            </p:nvSpPr>
            <p:spPr>
              <a:xfrm>
                <a:off x="2590801" y="4577737"/>
                <a:ext cx="632907" cy="632907"/>
              </a:xfrm>
              <a:prstGeom prst="ellipse">
                <a:avLst/>
              </a:prstGeom>
              <a:blipFill>
                <a:blip r:embed="rId7"/>
                <a:stretch>
                  <a:fillRect l="-5769"/>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7" name="Oval 66"/>
              <p:cNvSpPr/>
              <p:nvPr/>
            </p:nvSpPr>
            <p:spPr>
              <a:xfrm>
                <a:off x="4173067" y="4577737"/>
                <a:ext cx="632907" cy="63290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6</m:t>
                          </m:r>
                        </m:sub>
                      </m:sSub>
                    </m:oMath>
                  </m:oMathPara>
                </a14:m>
                <a:endParaRPr lang="en-US" sz="2800" dirty="0">
                  <a:solidFill>
                    <a:schemeClr val="tx1"/>
                  </a:solidFill>
                </a:endParaRPr>
              </a:p>
            </p:txBody>
          </p:sp>
        </mc:Choice>
        <mc:Fallback xmlns="">
          <p:sp>
            <p:nvSpPr>
              <p:cNvPr id="67" name="Oval 66"/>
              <p:cNvSpPr>
                <a:spLocks noRot="1" noChangeAspect="1" noMove="1" noResize="1" noEditPoints="1" noAdjustHandles="1" noChangeArrowheads="1" noChangeShapeType="1" noTextEdit="1"/>
              </p:cNvSpPr>
              <p:nvPr/>
            </p:nvSpPr>
            <p:spPr>
              <a:xfrm>
                <a:off x="4173067" y="4577737"/>
                <a:ext cx="632907" cy="632907"/>
              </a:xfrm>
              <a:prstGeom prst="ellipse">
                <a:avLst/>
              </a:prstGeom>
              <a:blipFill>
                <a:blip r:embed="rId8"/>
                <a:stretch>
                  <a:fillRect l="-5660"/>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8" name="Oval 67"/>
              <p:cNvSpPr/>
              <p:nvPr/>
            </p:nvSpPr>
            <p:spPr>
              <a:xfrm>
                <a:off x="3432313" y="5589659"/>
                <a:ext cx="632907" cy="632907"/>
              </a:xfrm>
              <a:prstGeom prst="ellips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7</m:t>
                          </m:r>
                        </m:sub>
                      </m:sSub>
                    </m:oMath>
                  </m:oMathPara>
                </a14:m>
                <a:endParaRPr lang="en-US" sz="2800" dirty="0">
                  <a:solidFill>
                    <a:schemeClr val="tx1"/>
                  </a:solidFill>
                </a:endParaRPr>
              </a:p>
            </p:txBody>
          </p:sp>
        </mc:Choice>
        <mc:Fallback xmlns="">
          <p:sp>
            <p:nvSpPr>
              <p:cNvPr id="68" name="Oval 67"/>
              <p:cNvSpPr>
                <a:spLocks noRot="1" noChangeAspect="1" noMove="1" noResize="1" noEditPoints="1" noAdjustHandles="1" noChangeArrowheads="1" noChangeShapeType="1" noTextEdit="1"/>
              </p:cNvSpPr>
              <p:nvPr/>
            </p:nvSpPr>
            <p:spPr>
              <a:xfrm>
                <a:off x="3432313" y="5589659"/>
                <a:ext cx="632907" cy="632907"/>
              </a:xfrm>
              <a:prstGeom prst="ellipse">
                <a:avLst/>
              </a:prstGeom>
              <a:blipFill>
                <a:blip r:embed="rId9"/>
                <a:stretch>
                  <a:fillRect l="-5660"/>
                </a:stretch>
              </a:blipFill>
              <a:ln>
                <a:solidFill>
                  <a:schemeClr val="tx1"/>
                </a:solidFill>
              </a:ln>
            </p:spPr>
            <p:txBody>
              <a:bodyPr/>
              <a:lstStyle/>
              <a:p>
                <a:r>
                  <a:rPr lang="en-GB">
                    <a:noFill/>
                  </a:rPr>
                  <a:t> </a:t>
                </a:r>
              </a:p>
            </p:txBody>
          </p:sp>
        </mc:Fallback>
      </mc:AlternateContent>
      <p:cxnSp>
        <p:nvCxnSpPr>
          <p:cNvPr id="69" name="Straight Arrow Connector 68"/>
          <p:cNvCxnSpPr>
            <a:stCxn id="63" idx="4"/>
            <a:endCxn id="65" idx="1"/>
          </p:cNvCxnSpPr>
          <p:nvPr/>
        </p:nvCxnSpPr>
        <p:spPr>
          <a:xfrm>
            <a:off x="2907254" y="2995470"/>
            <a:ext cx="598505" cy="66193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64" idx="4"/>
            <a:endCxn id="65" idx="7"/>
          </p:cNvCxnSpPr>
          <p:nvPr/>
        </p:nvCxnSpPr>
        <p:spPr>
          <a:xfrm flipH="1">
            <a:off x="3953292" y="2995107"/>
            <a:ext cx="536228" cy="66230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65" idx="3"/>
            <a:endCxn id="66" idx="0"/>
          </p:cNvCxnSpPr>
          <p:nvPr/>
        </p:nvCxnSpPr>
        <p:spPr>
          <a:xfrm flipH="1">
            <a:off x="2907254" y="4104941"/>
            <a:ext cx="598505" cy="47279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65" idx="5"/>
            <a:endCxn id="67" idx="0"/>
          </p:cNvCxnSpPr>
          <p:nvPr/>
        </p:nvCxnSpPr>
        <p:spPr>
          <a:xfrm>
            <a:off x="3953292" y="4104941"/>
            <a:ext cx="536228" cy="47279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a:stCxn id="66" idx="4"/>
            <a:endCxn id="68" idx="1"/>
          </p:cNvCxnSpPr>
          <p:nvPr/>
        </p:nvCxnSpPr>
        <p:spPr>
          <a:xfrm>
            <a:off x="2907253" y="5210643"/>
            <a:ext cx="617746" cy="47170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a:stCxn id="67" idx="4"/>
            <a:endCxn id="68" idx="7"/>
          </p:cNvCxnSpPr>
          <p:nvPr/>
        </p:nvCxnSpPr>
        <p:spPr>
          <a:xfrm flipH="1">
            <a:off x="3972533" y="5210643"/>
            <a:ext cx="516987" cy="47170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5" name="Oval 74"/>
              <p:cNvSpPr/>
              <p:nvPr/>
            </p:nvSpPr>
            <p:spPr>
              <a:xfrm>
                <a:off x="1731301" y="3566751"/>
                <a:ext cx="632907" cy="632907"/>
              </a:xfrm>
              <a:prstGeom prst="ellips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3</m:t>
                          </m:r>
                        </m:sub>
                      </m:sSub>
                    </m:oMath>
                  </m:oMathPara>
                </a14:m>
                <a:endParaRPr lang="en-US" sz="2800" dirty="0">
                  <a:solidFill>
                    <a:schemeClr val="tx1"/>
                  </a:solidFill>
                </a:endParaRPr>
              </a:p>
            </p:txBody>
          </p:sp>
        </mc:Choice>
        <mc:Fallback xmlns="">
          <p:sp>
            <p:nvSpPr>
              <p:cNvPr id="75" name="Oval 74"/>
              <p:cNvSpPr>
                <a:spLocks noRot="1" noChangeAspect="1" noMove="1" noResize="1" noEditPoints="1" noAdjustHandles="1" noChangeArrowheads="1" noChangeShapeType="1" noTextEdit="1"/>
              </p:cNvSpPr>
              <p:nvPr/>
            </p:nvSpPr>
            <p:spPr>
              <a:xfrm>
                <a:off x="1731301" y="3566751"/>
                <a:ext cx="632907" cy="632907"/>
              </a:xfrm>
              <a:prstGeom prst="ellipse">
                <a:avLst/>
              </a:prstGeom>
              <a:blipFill>
                <a:blip r:embed="rId10"/>
                <a:stretch>
                  <a:fillRect l="-5660"/>
                </a:stretch>
              </a:blipFill>
              <a:ln>
                <a:solidFill>
                  <a:schemeClr val="tx1"/>
                </a:solidFill>
              </a:ln>
            </p:spPr>
            <p:txBody>
              <a:bodyPr/>
              <a:lstStyle/>
              <a:p>
                <a:r>
                  <a:rPr lang="en-GB">
                    <a:noFill/>
                  </a:rPr>
                  <a:t> </a:t>
                </a:r>
              </a:p>
            </p:txBody>
          </p:sp>
        </mc:Fallback>
      </mc:AlternateContent>
      <p:cxnSp>
        <p:nvCxnSpPr>
          <p:cNvPr id="76" name="Straight Arrow Connector 75"/>
          <p:cNvCxnSpPr>
            <a:stCxn id="75" idx="5"/>
            <a:endCxn id="66" idx="0"/>
          </p:cNvCxnSpPr>
          <p:nvPr/>
        </p:nvCxnSpPr>
        <p:spPr>
          <a:xfrm>
            <a:off x="2271520" y="4106970"/>
            <a:ext cx="635734" cy="47076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p:cNvSpPr txBox="1"/>
              <p:nvPr/>
            </p:nvSpPr>
            <p:spPr>
              <a:xfrm>
                <a:off x="5334001" y="5334000"/>
                <a:ext cx="4582449" cy="400110"/>
              </a:xfrm>
              <a:prstGeom prst="rect">
                <a:avLst/>
              </a:prstGeom>
              <a:noFill/>
            </p:spPr>
            <p:txBody>
              <a:bodyPr wrap="square" rtlCol="0">
                <a:spAutoFit/>
              </a:bodyPr>
              <a:lstStyle/>
              <a:p>
                <a:r>
                  <a:rPr lang="en-US" sz="2000" dirty="0"/>
                  <a:t>Is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3</m:t>
                        </m:r>
                      </m:sub>
                    </m:sSub>
                  </m:oMath>
                </a14:m>
                <a:r>
                  <a:rPr lang="en-US" sz="2000" dirty="0"/>
                  <a:t> independent of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7</m:t>
                        </m:r>
                      </m:sub>
                    </m:sSub>
                  </m:oMath>
                </a14:m>
                <a:r>
                  <a:rPr lang="en-US" sz="2000" dirty="0"/>
                  <a:t> given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5</m:t>
                        </m:r>
                      </m:sub>
                    </m:sSub>
                  </m:oMath>
                </a14:m>
                <a:r>
                  <a:rPr lang="en-US" sz="2000" dirty="0"/>
                  <a:t>?</a:t>
                </a:r>
              </a:p>
            </p:txBody>
          </p:sp>
        </mc:Choice>
        <mc:Fallback xmlns="">
          <p:sp>
            <p:nvSpPr>
              <p:cNvPr id="16" name="TextBox 15"/>
              <p:cNvSpPr txBox="1">
                <a:spLocks noRot="1" noChangeAspect="1" noMove="1" noResize="1" noEditPoints="1" noAdjustHandles="1" noChangeArrowheads="1" noChangeShapeType="1" noTextEdit="1"/>
              </p:cNvSpPr>
              <p:nvPr/>
            </p:nvSpPr>
            <p:spPr>
              <a:xfrm>
                <a:off x="5334001" y="5334000"/>
                <a:ext cx="4582449" cy="400110"/>
              </a:xfrm>
              <a:prstGeom prst="rect">
                <a:avLst/>
              </a:prstGeom>
              <a:blipFill>
                <a:blip r:embed="rId11"/>
                <a:stretch>
                  <a:fillRect l="-1385" t="-9375" b="-25000"/>
                </a:stretch>
              </a:blipFill>
            </p:spPr>
            <p:txBody>
              <a:bodyPr/>
              <a:lstStyle/>
              <a:p>
                <a:r>
                  <a:rPr lang="en-GB">
                    <a:noFill/>
                  </a:rPr>
                  <a:t> </a:t>
                </a:r>
              </a:p>
            </p:txBody>
          </p:sp>
        </mc:Fallback>
      </mc:AlternateContent>
      <p:sp>
        <p:nvSpPr>
          <p:cNvPr id="17" name="Rounded Rectangle 16"/>
          <p:cNvSpPr/>
          <p:nvPr/>
        </p:nvSpPr>
        <p:spPr>
          <a:xfrm>
            <a:off x="7848600" y="2578100"/>
            <a:ext cx="2667000" cy="622301"/>
          </a:xfrm>
          <a:prstGeom prst="round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p:cNvSpPr/>
          <p:nvPr/>
        </p:nvSpPr>
        <p:spPr>
          <a:xfrm rot="2998557">
            <a:off x="1158530" y="4484336"/>
            <a:ext cx="3680987" cy="927634"/>
          </a:xfrm>
          <a:prstGeom prst="round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TextBox 22"/>
              <p:cNvSpPr txBox="1"/>
              <p:nvPr/>
            </p:nvSpPr>
            <p:spPr>
              <a:xfrm>
                <a:off x="2800483" y="1194138"/>
                <a:ext cx="7115967" cy="1015663"/>
              </a:xfrm>
              <a:prstGeom prst="rect">
                <a:avLst/>
              </a:prstGeom>
              <a:noFill/>
            </p:spPr>
            <p:txBody>
              <a:bodyPr wrap="square" rtlCol="0">
                <a:spAutoFit/>
              </a:bodyPr>
              <a:lstStyle/>
              <a:p>
                <a:pPr marL="342900" indent="-342900">
                  <a:buFont typeface="Arial" panose="020B0604020202020204" pitchFamily="34" charset="0"/>
                  <a:buChar char="•"/>
                </a:pPr>
                <a:r>
                  <a:rPr lang="en-US" sz="2000" dirty="0"/>
                  <a:t>All paths must be inactive.</a:t>
                </a:r>
              </a:p>
              <a:p>
                <a:pPr marL="342900" indent="-342900">
                  <a:buFont typeface="Arial" panose="020B0604020202020204" pitchFamily="34" charset="0"/>
                  <a:buChar char="•"/>
                </a:pPr>
                <a:r>
                  <a:rPr lang="en-US" sz="2000" dirty="0"/>
                  <a:t>A path is active </a:t>
                </a:r>
                <a:r>
                  <a:rPr lang="en-US" sz="2000" dirty="0" err="1"/>
                  <a:t>iff</a:t>
                </a:r>
                <a:r>
                  <a:rPr lang="en-US" sz="2000" dirty="0"/>
                  <a:t> every triple on path is active</a:t>
                </a:r>
              </a:p>
              <a:p>
                <a:pPr marL="342900" indent="-342900">
                  <a:buFont typeface="Arial" panose="020B0604020202020204" pitchFamily="34" charset="0"/>
                  <a:buChar char="•"/>
                </a:pPr>
                <a:r>
                  <a:rPr lang="en-US" sz="2000" dirty="0"/>
                  <a:t>One inactive triple </a:t>
                </a:r>
                <a14:m>
                  <m:oMath xmlns:m="http://schemas.openxmlformats.org/officeDocument/2006/math">
                    <m:r>
                      <a:rPr lang="en-US" sz="2000" i="1">
                        <a:latin typeface="Cambria Math" panose="02040503050406030204" pitchFamily="18" charset="0"/>
                      </a:rPr>
                      <m:t>⇒</m:t>
                    </m:r>
                  </m:oMath>
                </a14:m>
                <a:r>
                  <a:rPr lang="en-US" sz="2000" dirty="0"/>
                  <a:t> path is inactive!</a:t>
                </a:r>
              </a:p>
            </p:txBody>
          </p:sp>
        </mc:Choice>
        <mc:Fallback xmlns="">
          <p:sp>
            <p:nvSpPr>
              <p:cNvPr id="23" name="TextBox 22"/>
              <p:cNvSpPr txBox="1">
                <a:spLocks noRot="1" noChangeAspect="1" noMove="1" noResize="1" noEditPoints="1" noAdjustHandles="1" noChangeArrowheads="1" noChangeShapeType="1" noTextEdit="1"/>
              </p:cNvSpPr>
              <p:nvPr/>
            </p:nvSpPr>
            <p:spPr>
              <a:xfrm>
                <a:off x="2800483" y="1194138"/>
                <a:ext cx="7115967" cy="1015663"/>
              </a:xfrm>
              <a:prstGeom prst="rect">
                <a:avLst/>
              </a:prstGeom>
              <a:blipFill>
                <a:blip r:embed="rId12"/>
                <a:stretch>
                  <a:fillRect l="-713" t="-3704" b="-8642"/>
                </a:stretch>
              </a:blipFill>
            </p:spPr>
            <p:txBody>
              <a:bodyPr/>
              <a:lstStyle/>
              <a:p>
                <a:r>
                  <a:rPr lang="en-GB">
                    <a:noFill/>
                  </a:rPr>
                  <a:t> </a:t>
                </a:r>
              </a:p>
            </p:txBody>
          </p:sp>
        </mc:Fallback>
      </mc:AlternateContent>
    </p:spTree>
    <p:extLst>
      <p:ext uri="{BB962C8B-B14F-4D97-AF65-F5344CB8AC3E}">
        <p14:creationId xmlns:p14="http://schemas.microsoft.com/office/powerpoint/2010/main" val="2190434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2"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2"/>
          <p:cNvSpPr>
            <a:spLocks noGrp="1" noChangeArrowheads="1"/>
          </p:cNvSpPr>
          <p:nvPr>
            <p:ph type="title"/>
          </p:nvPr>
        </p:nvSpPr>
        <p:spPr>
          <a:xfrm>
            <a:off x="2506134" y="457202"/>
            <a:ext cx="7704667" cy="990599"/>
          </a:xfrm>
        </p:spPr>
        <p:txBody>
          <a:bodyPr>
            <a:normAutofit/>
          </a:bodyPr>
          <a:lstStyle/>
          <a:p>
            <a:r>
              <a:rPr lang="en-US" dirty="0"/>
              <a:t>General Case – Analyze the Graph</a:t>
            </a:r>
          </a:p>
        </p:txBody>
      </p:sp>
      <p:sp>
        <p:nvSpPr>
          <p:cNvPr id="4" name="Slide Number Placeholder 3"/>
          <p:cNvSpPr>
            <a:spLocks noGrp="1"/>
          </p:cNvSpPr>
          <p:nvPr>
            <p:ph type="sldNum" sz="quarter" idx="4294967295"/>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61</a:t>
            </a:fld>
            <a:endParaRPr lang="en-US"/>
          </a:p>
        </p:txBody>
      </p:sp>
      <p:pic>
        <p:nvPicPr>
          <p:cNvPr id="3" name="Picture 2"/>
          <p:cNvPicPr>
            <a:picLocks noChangeAspect="1"/>
          </p:cNvPicPr>
          <p:nvPr/>
        </p:nvPicPr>
        <p:blipFill>
          <a:blip r:embed="rId3"/>
          <a:stretch>
            <a:fillRect/>
          </a:stretch>
        </p:blipFill>
        <p:spPr>
          <a:xfrm>
            <a:off x="5486400" y="2286001"/>
            <a:ext cx="4835848" cy="2826045"/>
          </a:xfrm>
          <a:prstGeom prst="rect">
            <a:avLst/>
          </a:prstGeom>
        </p:spPr>
      </p:pic>
      <mc:AlternateContent xmlns:mc="http://schemas.openxmlformats.org/markup-compatibility/2006" xmlns:a14="http://schemas.microsoft.com/office/drawing/2010/main">
        <mc:Choice Requires="a14">
          <p:sp>
            <p:nvSpPr>
              <p:cNvPr id="63" name="Oval 62"/>
              <p:cNvSpPr/>
              <p:nvPr/>
            </p:nvSpPr>
            <p:spPr>
              <a:xfrm>
                <a:off x="2590801" y="2362564"/>
                <a:ext cx="632907" cy="63290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1</m:t>
                          </m:r>
                        </m:sub>
                      </m:sSub>
                    </m:oMath>
                  </m:oMathPara>
                </a14:m>
                <a:endParaRPr lang="en-US" sz="2800" dirty="0">
                  <a:solidFill>
                    <a:schemeClr val="tx1"/>
                  </a:solidFill>
                </a:endParaRPr>
              </a:p>
            </p:txBody>
          </p:sp>
        </mc:Choice>
        <mc:Fallback xmlns="">
          <p:sp>
            <p:nvSpPr>
              <p:cNvPr id="63" name="Oval 62"/>
              <p:cNvSpPr>
                <a:spLocks noRot="1" noChangeAspect="1" noMove="1" noResize="1" noEditPoints="1" noAdjustHandles="1" noChangeArrowheads="1" noChangeShapeType="1" noTextEdit="1"/>
              </p:cNvSpPr>
              <p:nvPr/>
            </p:nvSpPr>
            <p:spPr>
              <a:xfrm>
                <a:off x="2590801" y="2362564"/>
                <a:ext cx="632907" cy="632907"/>
              </a:xfrm>
              <a:prstGeom prst="ellipse">
                <a:avLst/>
              </a:prstGeom>
              <a:blipFill>
                <a:blip r:embed="rId4"/>
                <a:stretch>
                  <a:fillRect l="-5769"/>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4" name="Oval 63"/>
              <p:cNvSpPr/>
              <p:nvPr/>
            </p:nvSpPr>
            <p:spPr>
              <a:xfrm>
                <a:off x="4173067" y="2362200"/>
                <a:ext cx="632907" cy="63290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2</m:t>
                          </m:r>
                        </m:sub>
                      </m:sSub>
                    </m:oMath>
                  </m:oMathPara>
                </a14:m>
                <a:endParaRPr lang="en-US" sz="2800" dirty="0">
                  <a:solidFill>
                    <a:schemeClr val="tx1"/>
                  </a:solidFill>
                </a:endParaRPr>
              </a:p>
            </p:txBody>
          </p:sp>
        </mc:Choice>
        <mc:Fallback xmlns="">
          <p:sp>
            <p:nvSpPr>
              <p:cNvPr id="64" name="Oval 63"/>
              <p:cNvSpPr>
                <a:spLocks noRot="1" noChangeAspect="1" noMove="1" noResize="1" noEditPoints="1" noAdjustHandles="1" noChangeArrowheads="1" noChangeShapeType="1" noTextEdit="1"/>
              </p:cNvSpPr>
              <p:nvPr/>
            </p:nvSpPr>
            <p:spPr>
              <a:xfrm>
                <a:off x="4173067" y="2362200"/>
                <a:ext cx="632907" cy="632907"/>
              </a:xfrm>
              <a:prstGeom prst="ellipse">
                <a:avLst/>
              </a:prstGeom>
              <a:blipFill>
                <a:blip r:embed="rId5"/>
                <a:stretch>
                  <a:fillRect l="-5660"/>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5" name="Oval 64"/>
              <p:cNvSpPr/>
              <p:nvPr/>
            </p:nvSpPr>
            <p:spPr>
              <a:xfrm>
                <a:off x="3413073" y="3564722"/>
                <a:ext cx="632907" cy="63290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4</m:t>
                          </m:r>
                        </m:sub>
                      </m:sSub>
                    </m:oMath>
                  </m:oMathPara>
                </a14:m>
                <a:endParaRPr lang="en-US" sz="2800" dirty="0">
                  <a:solidFill>
                    <a:schemeClr val="tx1"/>
                  </a:solidFill>
                </a:endParaRPr>
              </a:p>
            </p:txBody>
          </p:sp>
        </mc:Choice>
        <mc:Fallback xmlns="">
          <p:sp>
            <p:nvSpPr>
              <p:cNvPr id="65" name="Oval 64"/>
              <p:cNvSpPr>
                <a:spLocks noRot="1" noChangeAspect="1" noMove="1" noResize="1" noEditPoints="1" noAdjustHandles="1" noChangeArrowheads="1" noChangeShapeType="1" noTextEdit="1"/>
              </p:cNvSpPr>
              <p:nvPr/>
            </p:nvSpPr>
            <p:spPr>
              <a:xfrm>
                <a:off x="3413073" y="3564722"/>
                <a:ext cx="632907" cy="632907"/>
              </a:xfrm>
              <a:prstGeom prst="ellipse">
                <a:avLst/>
              </a:prstGeom>
              <a:blipFill>
                <a:blip r:embed="rId6"/>
                <a:stretch>
                  <a:fillRect l="-5660"/>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6" name="Oval 65"/>
              <p:cNvSpPr/>
              <p:nvPr/>
            </p:nvSpPr>
            <p:spPr>
              <a:xfrm>
                <a:off x="2590801" y="4577737"/>
                <a:ext cx="632907" cy="632907"/>
              </a:xfrm>
              <a:prstGeom prst="ellipse">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5</m:t>
                          </m:r>
                        </m:sub>
                      </m:sSub>
                    </m:oMath>
                  </m:oMathPara>
                </a14:m>
                <a:endParaRPr lang="en-US" sz="2800" dirty="0">
                  <a:solidFill>
                    <a:schemeClr val="tx1"/>
                  </a:solidFill>
                </a:endParaRPr>
              </a:p>
            </p:txBody>
          </p:sp>
        </mc:Choice>
        <mc:Fallback xmlns="">
          <p:sp>
            <p:nvSpPr>
              <p:cNvPr id="66" name="Oval 65"/>
              <p:cNvSpPr>
                <a:spLocks noRot="1" noChangeAspect="1" noMove="1" noResize="1" noEditPoints="1" noAdjustHandles="1" noChangeArrowheads="1" noChangeShapeType="1" noTextEdit="1"/>
              </p:cNvSpPr>
              <p:nvPr/>
            </p:nvSpPr>
            <p:spPr>
              <a:xfrm>
                <a:off x="2590801" y="4577737"/>
                <a:ext cx="632907" cy="632907"/>
              </a:xfrm>
              <a:prstGeom prst="ellipse">
                <a:avLst/>
              </a:prstGeom>
              <a:blipFill>
                <a:blip r:embed="rId7"/>
                <a:stretch>
                  <a:fillRect l="-5769"/>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7" name="Oval 66"/>
              <p:cNvSpPr/>
              <p:nvPr/>
            </p:nvSpPr>
            <p:spPr>
              <a:xfrm>
                <a:off x="4173067" y="4577737"/>
                <a:ext cx="632907" cy="63290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6</m:t>
                          </m:r>
                        </m:sub>
                      </m:sSub>
                    </m:oMath>
                  </m:oMathPara>
                </a14:m>
                <a:endParaRPr lang="en-US" sz="2800" dirty="0">
                  <a:solidFill>
                    <a:schemeClr val="tx1"/>
                  </a:solidFill>
                </a:endParaRPr>
              </a:p>
            </p:txBody>
          </p:sp>
        </mc:Choice>
        <mc:Fallback xmlns="">
          <p:sp>
            <p:nvSpPr>
              <p:cNvPr id="67" name="Oval 66"/>
              <p:cNvSpPr>
                <a:spLocks noRot="1" noChangeAspect="1" noMove="1" noResize="1" noEditPoints="1" noAdjustHandles="1" noChangeArrowheads="1" noChangeShapeType="1" noTextEdit="1"/>
              </p:cNvSpPr>
              <p:nvPr/>
            </p:nvSpPr>
            <p:spPr>
              <a:xfrm>
                <a:off x="4173067" y="4577737"/>
                <a:ext cx="632907" cy="632907"/>
              </a:xfrm>
              <a:prstGeom prst="ellipse">
                <a:avLst/>
              </a:prstGeom>
              <a:blipFill>
                <a:blip r:embed="rId8"/>
                <a:stretch>
                  <a:fillRect l="-5660"/>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8" name="Oval 67"/>
              <p:cNvSpPr/>
              <p:nvPr/>
            </p:nvSpPr>
            <p:spPr>
              <a:xfrm>
                <a:off x="3432313" y="5589659"/>
                <a:ext cx="632907" cy="632907"/>
              </a:xfrm>
              <a:prstGeom prst="ellips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7</m:t>
                          </m:r>
                        </m:sub>
                      </m:sSub>
                    </m:oMath>
                  </m:oMathPara>
                </a14:m>
                <a:endParaRPr lang="en-US" sz="2800" dirty="0">
                  <a:solidFill>
                    <a:schemeClr val="tx1"/>
                  </a:solidFill>
                </a:endParaRPr>
              </a:p>
            </p:txBody>
          </p:sp>
        </mc:Choice>
        <mc:Fallback xmlns="">
          <p:sp>
            <p:nvSpPr>
              <p:cNvPr id="68" name="Oval 67"/>
              <p:cNvSpPr>
                <a:spLocks noRot="1" noChangeAspect="1" noMove="1" noResize="1" noEditPoints="1" noAdjustHandles="1" noChangeArrowheads="1" noChangeShapeType="1" noTextEdit="1"/>
              </p:cNvSpPr>
              <p:nvPr/>
            </p:nvSpPr>
            <p:spPr>
              <a:xfrm>
                <a:off x="3432313" y="5589659"/>
                <a:ext cx="632907" cy="632907"/>
              </a:xfrm>
              <a:prstGeom prst="ellipse">
                <a:avLst/>
              </a:prstGeom>
              <a:blipFill>
                <a:blip r:embed="rId9"/>
                <a:stretch>
                  <a:fillRect l="-5660"/>
                </a:stretch>
              </a:blipFill>
              <a:ln>
                <a:solidFill>
                  <a:schemeClr val="tx1"/>
                </a:solidFill>
              </a:ln>
            </p:spPr>
            <p:txBody>
              <a:bodyPr/>
              <a:lstStyle/>
              <a:p>
                <a:r>
                  <a:rPr lang="en-GB">
                    <a:noFill/>
                  </a:rPr>
                  <a:t> </a:t>
                </a:r>
              </a:p>
            </p:txBody>
          </p:sp>
        </mc:Fallback>
      </mc:AlternateContent>
      <p:cxnSp>
        <p:nvCxnSpPr>
          <p:cNvPr id="69" name="Straight Arrow Connector 68"/>
          <p:cNvCxnSpPr>
            <a:stCxn id="63" idx="4"/>
            <a:endCxn id="65" idx="1"/>
          </p:cNvCxnSpPr>
          <p:nvPr/>
        </p:nvCxnSpPr>
        <p:spPr>
          <a:xfrm>
            <a:off x="2907254" y="2995470"/>
            <a:ext cx="598505" cy="66193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64" idx="4"/>
            <a:endCxn id="65" idx="7"/>
          </p:cNvCxnSpPr>
          <p:nvPr/>
        </p:nvCxnSpPr>
        <p:spPr>
          <a:xfrm flipH="1">
            <a:off x="3953292" y="2995107"/>
            <a:ext cx="536228" cy="66230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65" idx="3"/>
            <a:endCxn id="66" idx="0"/>
          </p:cNvCxnSpPr>
          <p:nvPr/>
        </p:nvCxnSpPr>
        <p:spPr>
          <a:xfrm flipH="1">
            <a:off x="2907254" y="4104941"/>
            <a:ext cx="598505" cy="47279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65" idx="5"/>
            <a:endCxn id="67" idx="0"/>
          </p:cNvCxnSpPr>
          <p:nvPr/>
        </p:nvCxnSpPr>
        <p:spPr>
          <a:xfrm>
            <a:off x="3953292" y="4104941"/>
            <a:ext cx="536228" cy="47279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a:stCxn id="66" idx="4"/>
            <a:endCxn id="68" idx="1"/>
          </p:cNvCxnSpPr>
          <p:nvPr/>
        </p:nvCxnSpPr>
        <p:spPr>
          <a:xfrm>
            <a:off x="2907253" y="5210643"/>
            <a:ext cx="617746" cy="47170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a:stCxn id="67" idx="4"/>
            <a:endCxn id="68" idx="7"/>
          </p:cNvCxnSpPr>
          <p:nvPr/>
        </p:nvCxnSpPr>
        <p:spPr>
          <a:xfrm flipH="1">
            <a:off x="3972533" y="5210643"/>
            <a:ext cx="516987" cy="47170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5" name="Oval 74"/>
              <p:cNvSpPr/>
              <p:nvPr/>
            </p:nvSpPr>
            <p:spPr>
              <a:xfrm>
                <a:off x="1731301" y="3566751"/>
                <a:ext cx="632907" cy="632907"/>
              </a:xfrm>
              <a:prstGeom prst="ellips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3</m:t>
                          </m:r>
                        </m:sub>
                      </m:sSub>
                    </m:oMath>
                  </m:oMathPara>
                </a14:m>
                <a:endParaRPr lang="en-US" sz="2800" dirty="0">
                  <a:solidFill>
                    <a:schemeClr val="tx1"/>
                  </a:solidFill>
                </a:endParaRPr>
              </a:p>
            </p:txBody>
          </p:sp>
        </mc:Choice>
        <mc:Fallback xmlns="">
          <p:sp>
            <p:nvSpPr>
              <p:cNvPr id="75" name="Oval 74"/>
              <p:cNvSpPr>
                <a:spLocks noRot="1" noChangeAspect="1" noMove="1" noResize="1" noEditPoints="1" noAdjustHandles="1" noChangeArrowheads="1" noChangeShapeType="1" noTextEdit="1"/>
              </p:cNvSpPr>
              <p:nvPr/>
            </p:nvSpPr>
            <p:spPr>
              <a:xfrm>
                <a:off x="1731301" y="3566751"/>
                <a:ext cx="632907" cy="632907"/>
              </a:xfrm>
              <a:prstGeom prst="ellipse">
                <a:avLst/>
              </a:prstGeom>
              <a:blipFill>
                <a:blip r:embed="rId10"/>
                <a:stretch>
                  <a:fillRect l="-5660"/>
                </a:stretch>
              </a:blipFill>
              <a:ln>
                <a:solidFill>
                  <a:schemeClr val="tx1"/>
                </a:solidFill>
              </a:ln>
            </p:spPr>
            <p:txBody>
              <a:bodyPr/>
              <a:lstStyle/>
              <a:p>
                <a:r>
                  <a:rPr lang="en-GB">
                    <a:noFill/>
                  </a:rPr>
                  <a:t> </a:t>
                </a:r>
              </a:p>
            </p:txBody>
          </p:sp>
        </mc:Fallback>
      </mc:AlternateContent>
      <p:cxnSp>
        <p:nvCxnSpPr>
          <p:cNvPr id="76" name="Straight Arrow Connector 75"/>
          <p:cNvCxnSpPr>
            <a:stCxn id="75" idx="5"/>
            <a:endCxn id="66" idx="0"/>
          </p:cNvCxnSpPr>
          <p:nvPr/>
        </p:nvCxnSpPr>
        <p:spPr>
          <a:xfrm>
            <a:off x="2271520" y="4106970"/>
            <a:ext cx="635734" cy="47076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p:cNvSpPr txBox="1"/>
              <p:nvPr/>
            </p:nvSpPr>
            <p:spPr>
              <a:xfrm>
                <a:off x="5334001" y="5334000"/>
                <a:ext cx="4582449" cy="400110"/>
              </a:xfrm>
              <a:prstGeom prst="rect">
                <a:avLst/>
              </a:prstGeom>
              <a:noFill/>
            </p:spPr>
            <p:txBody>
              <a:bodyPr wrap="square" rtlCol="0">
                <a:spAutoFit/>
              </a:bodyPr>
              <a:lstStyle/>
              <a:p>
                <a:r>
                  <a:rPr lang="en-US" sz="2000" dirty="0"/>
                  <a:t>Is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3</m:t>
                        </m:r>
                      </m:sub>
                    </m:sSub>
                  </m:oMath>
                </a14:m>
                <a:r>
                  <a:rPr lang="en-US" sz="2000" dirty="0"/>
                  <a:t> independent of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7</m:t>
                        </m:r>
                      </m:sub>
                    </m:sSub>
                  </m:oMath>
                </a14:m>
                <a:r>
                  <a:rPr lang="en-US" sz="2000" dirty="0"/>
                  <a:t> given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5</m:t>
                        </m:r>
                      </m:sub>
                    </m:sSub>
                  </m:oMath>
                </a14:m>
                <a:r>
                  <a:rPr lang="en-US" sz="2000" dirty="0"/>
                  <a:t>?</a:t>
                </a:r>
              </a:p>
            </p:txBody>
          </p:sp>
        </mc:Choice>
        <mc:Fallback xmlns="">
          <p:sp>
            <p:nvSpPr>
              <p:cNvPr id="16" name="TextBox 15"/>
              <p:cNvSpPr txBox="1">
                <a:spLocks noRot="1" noChangeAspect="1" noMove="1" noResize="1" noEditPoints="1" noAdjustHandles="1" noChangeArrowheads="1" noChangeShapeType="1" noTextEdit="1"/>
              </p:cNvSpPr>
              <p:nvPr/>
            </p:nvSpPr>
            <p:spPr>
              <a:xfrm>
                <a:off x="5334001" y="5334000"/>
                <a:ext cx="4582449" cy="400110"/>
              </a:xfrm>
              <a:prstGeom prst="rect">
                <a:avLst/>
              </a:prstGeom>
              <a:blipFill>
                <a:blip r:embed="rId11"/>
                <a:stretch>
                  <a:fillRect l="-1385" t="-9375" b="-25000"/>
                </a:stretch>
              </a:blipFill>
            </p:spPr>
            <p:txBody>
              <a:bodyPr/>
              <a:lstStyle/>
              <a:p>
                <a:r>
                  <a:rPr lang="en-GB">
                    <a:noFill/>
                  </a:rPr>
                  <a:t> </a:t>
                </a:r>
              </a:p>
            </p:txBody>
          </p:sp>
        </mc:Fallback>
      </mc:AlternateContent>
      <p:sp>
        <p:nvSpPr>
          <p:cNvPr id="17" name="Rounded Rectangle 16"/>
          <p:cNvSpPr/>
          <p:nvPr/>
        </p:nvSpPr>
        <p:spPr>
          <a:xfrm>
            <a:off x="5331502" y="4289572"/>
            <a:ext cx="2667000" cy="739629"/>
          </a:xfrm>
          <a:prstGeom prst="round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p:cNvSpPr/>
          <p:nvPr/>
        </p:nvSpPr>
        <p:spPr>
          <a:xfrm>
            <a:off x="1612062" y="3442638"/>
            <a:ext cx="2561005" cy="1967562"/>
          </a:xfrm>
          <a:prstGeom prst="round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TextBox 22"/>
              <p:cNvSpPr txBox="1"/>
              <p:nvPr/>
            </p:nvSpPr>
            <p:spPr>
              <a:xfrm>
                <a:off x="2800483" y="1194138"/>
                <a:ext cx="7115967" cy="1015663"/>
              </a:xfrm>
              <a:prstGeom prst="rect">
                <a:avLst/>
              </a:prstGeom>
              <a:noFill/>
            </p:spPr>
            <p:txBody>
              <a:bodyPr wrap="square" rtlCol="0">
                <a:spAutoFit/>
              </a:bodyPr>
              <a:lstStyle/>
              <a:p>
                <a:pPr marL="342900" indent="-342900">
                  <a:buFont typeface="Arial" panose="020B0604020202020204" pitchFamily="34" charset="0"/>
                  <a:buChar char="•"/>
                </a:pPr>
                <a:r>
                  <a:rPr lang="en-US" sz="2000" dirty="0"/>
                  <a:t>All paths must be inactive.</a:t>
                </a:r>
              </a:p>
              <a:p>
                <a:pPr marL="342900" indent="-342900">
                  <a:buFont typeface="Arial" panose="020B0604020202020204" pitchFamily="34" charset="0"/>
                  <a:buChar char="•"/>
                </a:pPr>
                <a:r>
                  <a:rPr lang="en-US" sz="2000" dirty="0"/>
                  <a:t>A path is active </a:t>
                </a:r>
                <a:r>
                  <a:rPr lang="en-US" sz="2000" dirty="0" err="1"/>
                  <a:t>iff</a:t>
                </a:r>
                <a:r>
                  <a:rPr lang="en-US" sz="2000" dirty="0"/>
                  <a:t> every triple on path is active</a:t>
                </a:r>
              </a:p>
              <a:p>
                <a:pPr marL="342900" indent="-342900">
                  <a:buFont typeface="Arial" panose="020B0604020202020204" pitchFamily="34" charset="0"/>
                  <a:buChar char="•"/>
                </a:pPr>
                <a:r>
                  <a:rPr lang="en-US" sz="2000" dirty="0"/>
                  <a:t>One inactive triple </a:t>
                </a:r>
                <a14:m>
                  <m:oMath xmlns:m="http://schemas.openxmlformats.org/officeDocument/2006/math">
                    <m:r>
                      <a:rPr lang="en-US" sz="2000" i="1">
                        <a:latin typeface="Cambria Math" panose="02040503050406030204" pitchFamily="18" charset="0"/>
                      </a:rPr>
                      <m:t>⇒</m:t>
                    </m:r>
                  </m:oMath>
                </a14:m>
                <a:r>
                  <a:rPr lang="en-US" sz="2000" dirty="0"/>
                  <a:t> path is inactive!</a:t>
                </a:r>
              </a:p>
            </p:txBody>
          </p:sp>
        </mc:Choice>
        <mc:Fallback xmlns="">
          <p:sp>
            <p:nvSpPr>
              <p:cNvPr id="23" name="TextBox 22"/>
              <p:cNvSpPr txBox="1">
                <a:spLocks noRot="1" noChangeAspect="1" noMove="1" noResize="1" noEditPoints="1" noAdjustHandles="1" noChangeArrowheads="1" noChangeShapeType="1" noTextEdit="1"/>
              </p:cNvSpPr>
              <p:nvPr/>
            </p:nvSpPr>
            <p:spPr>
              <a:xfrm>
                <a:off x="2800483" y="1194138"/>
                <a:ext cx="7115967" cy="1015663"/>
              </a:xfrm>
              <a:prstGeom prst="rect">
                <a:avLst/>
              </a:prstGeom>
              <a:blipFill>
                <a:blip r:embed="rId12"/>
                <a:stretch>
                  <a:fillRect l="-713" t="-3704" b="-8642"/>
                </a:stretch>
              </a:blipFill>
            </p:spPr>
            <p:txBody>
              <a:bodyPr/>
              <a:lstStyle/>
              <a:p>
                <a:r>
                  <a:rPr lang="en-GB">
                    <a:noFill/>
                  </a:rPr>
                  <a:t> </a:t>
                </a:r>
              </a:p>
            </p:txBody>
          </p:sp>
        </mc:Fallback>
      </mc:AlternateContent>
    </p:spTree>
    <p:extLst>
      <p:ext uri="{BB962C8B-B14F-4D97-AF65-F5344CB8AC3E}">
        <p14:creationId xmlns:p14="http://schemas.microsoft.com/office/powerpoint/2010/main" val="1225625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2"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2"/>
          <p:cNvSpPr>
            <a:spLocks noGrp="1" noChangeArrowheads="1"/>
          </p:cNvSpPr>
          <p:nvPr>
            <p:ph type="title"/>
          </p:nvPr>
        </p:nvSpPr>
        <p:spPr>
          <a:xfrm>
            <a:off x="2506134" y="457202"/>
            <a:ext cx="7704667" cy="990599"/>
          </a:xfrm>
        </p:spPr>
        <p:txBody>
          <a:bodyPr>
            <a:normAutofit/>
          </a:bodyPr>
          <a:lstStyle/>
          <a:p>
            <a:r>
              <a:rPr lang="en-US" dirty="0"/>
              <a:t>General Case – Analyze the Graph</a:t>
            </a:r>
          </a:p>
        </p:txBody>
      </p:sp>
      <p:sp>
        <p:nvSpPr>
          <p:cNvPr id="4" name="Slide Number Placeholder 3"/>
          <p:cNvSpPr>
            <a:spLocks noGrp="1"/>
          </p:cNvSpPr>
          <p:nvPr>
            <p:ph type="sldNum" sz="quarter" idx="4294967295"/>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62</a:t>
            </a:fld>
            <a:endParaRPr lang="en-US"/>
          </a:p>
        </p:txBody>
      </p:sp>
      <p:pic>
        <p:nvPicPr>
          <p:cNvPr id="3" name="Picture 2"/>
          <p:cNvPicPr>
            <a:picLocks noChangeAspect="1"/>
          </p:cNvPicPr>
          <p:nvPr/>
        </p:nvPicPr>
        <p:blipFill>
          <a:blip r:embed="rId3"/>
          <a:stretch>
            <a:fillRect/>
          </a:stretch>
        </p:blipFill>
        <p:spPr>
          <a:xfrm>
            <a:off x="5486400" y="2286001"/>
            <a:ext cx="4835848" cy="2826045"/>
          </a:xfrm>
          <a:prstGeom prst="rect">
            <a:avLst/>
          </a:prstGeom>
        </p:spPr>
      </p:pic>
      <mc:AlternateContent xmlns:mc="http://schemas.openxmlformats.org/markup-compatibility/2006" xmlns:a14="http://schemas.microsoft.com/office/drawing/2010/main">
        <mc:Choice Requires="a14">
          <p:sp>
            <p:nvSpPr>
              <p:cNvPr id="63" name="Oval 62"/>
              <p:cNvSpPr/>
              <p:nvPr/>
            </p:nvSpPr>
            <p:spPr>
              <a:xfrm>
                <a:off x="2590801" y="2362564"/>
                <a:ext cx="632907" cy="63290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1</m:t>
                          </m:r>
                        </m:sub>
                      </m:sSub>
                    </m:oMath>
                  </m:oMathPara>
                </a14:m>
                <a:endParaRPr lang="en-US" sz="2800" dirty="0">
                  <a:solidFill>
                    <a:schemeClr val="tx1"/>
                  </a:solidFill>
                </a:endParaRPr>
              </a:p>
            </p:txBody>
          </p:sp>
        </mc:Choice>
        <mc:Fallback xmlns="">
          <p:sp>
            <p:nvSpPr>
              <p:cNvPr id="63" name="Oval 62"/>
              <p:cNvSpPr>
                <a:spLocks noRot="1" noChangeAspect="1" noMove="1" noResize="1" noEditPoints="1" noAdjustHandles="1" noChangeArrowheads="1" noChangeShapeType="1" noTextEdit="1"/>
              </p:cNvSpPr>
              <p:nvPr/>
            </p:nvSpPr>
            <p:spPr>
              <a:xfrm>
                <a:off x="2590801" y="2362564"/>
                <a:ext cx="632907" cy="632907"/>
              </a:xfrm>
              <a:prstGeom prst="ellipse">
                <a:avLst/>
              </a:prstGeom>
              <a:blipFill>
                <a:blip r:embed="rId4"/>
                <a:stretch>
                  <a:fillRect l="-5769"/>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4" name="Oval 63"/>
              <p:cNvSpPr/>
              <p:nvPr/>
            </p:nvSpPr>
            <p:spPr>
              <a:xfrm>
                <a:off x="4173067" y="2362200"/>
                <a:ext cx="632907" cy="63290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2</m:t>
                          </m:r>
                        </m:sub>
                      </m:sSub>
                    </m:oMath>
                  </m:oMathPara>
                </a14:m>
                <a:endParaRPr lang="en-US" sz="2800" dirty="0">
                  <a:solidFill>
                    <a:schemeClr val="tx1"/>
                  </a:solidFill>
                </a:endParaRPr>
              </a:p>
            </p:txBody>
          </p:sp>
        </mc:Choice>
        <mc:Fallback xmlns="">
          <p:sp>
            <p:nvSpPr>
              <p:cNvPr id="64" name="Oval 63"/>
              <p:cNvSpPr>
                <a:spLocks noRot="1" noChangeAspect="1" noMove="1" noResize="1" noEditPoints="1" noAdjustHandles="1" noChangeArrowheads="1" noChangeShapeType="1" noTextEdit="1"/>
              </p:cNvSpPr>
              <p:nvPr/>
            </p:nvSpPr>
            <p:spPr>
              <a:xfrm>
                <a:off x="4173067" y="2362200"/>
                <a:ext cx="632907" cy="632907"/>
              </a:xfrm>
              <a:prstGeom prst="ellipse">
                <a:avLst/>
              </a:prstGeom>
              <a:blipFill>
                <a:blip r:embed="rId5"/>
                <a:stretch>
                  <a:fillRect l="-5660"/>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5" name="Oval 64"/>
              <p:cNvSpPr/>
              <p:nvPr/>
            </p:nvSpPr>
            <p:spPr>
              <a:xfrm>
                <a:off x="3413073" y="3564722"/>
                <a:ext cx="632907" cy="63290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4</m:t>
                          </m:r>
                        </m:sub>
                      </m:sSub>
                    </m:oMath>
                  </m:oMathPara>
                </a14:m>
                <a:endParaRPr lang="en-US" sz="2800" dirty="0">
                  <a:solidFill>
                    <a:schemeClr val="tx1"/>
                  </a:solidFill>
                </a:endParaRPr>
              </a:p>
            </p:txBody>
          </p:sp>
        </mc:Choice>
        <mc:Fallback xmlns="">
          <p:sp>
            <p:nvSpPr>
              <p:cNvPr id="65" name="Oval 64"/>
              <p:cNvSpPr>
                <a:spLocks noRot="1" noChangeAspect="1" noMove="1" noResize="1" noEditPoints="1" noAdjustHandles="1" noChangeArrowheads="1" noChangeShapeType="1" noTextEdit="1"/>
              </p:cNvSpPr>
              <p:nvPr/>
            </p:nvSpPr>
            <p:spPr>
              <a:xfrm>
                <a:off x="3413073" y="3564722"/>
                <a:ext cx="632907" cy="632907"/>
              </a:xfrm>
              <a:prstGeom prst="ellipse">
                <a:avLst/>
              </a:prstGeom>
              <a:blipFill>
                <a:blip r:embed="rId6"/>
                <a:stretch>
                  <a:fillRect l="-5660"/>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6" name="Oval 65"/>
              <p:cNvSpPr/>
              <p:nvPr/>
            </p:nvSpPr>
            <p:spPr>
              <a:xfrm>
                <a:off x="2590801" y="4577737"/>
                <a:ext cx="632907" cy="632907"/>
              </a:xfrm>
              <a:prstGeom prst="ellipse">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5</m:t>
                          </m:r>
                        </m:sub>
                      </m:sSub>
                    </m:oMath>
                  </m:oMathPara>
                </a14:m>
                <a:endParaRPr lang="en-US" sz="2800" dirty="0">
                  <a:solidFill>
                    <a:schemeClr val="tx1"/>
                  </a:solidFill>
                </a:endParaRPr>
              </a:p>
            </p:txBody>
          </p:sp>
        </mc:Choice>
        <mc:Fallback xmlns="">
          <p:sp>
            <p:nvSpPr>
              <p:cNvPr id="66" name="Oval 65"/>
              <p:cNvSpPr>
                <a:spLocks noRot="1" noChangeAspect="1" noMove="1" noResize="1" noEditPoints="1" noAdjustHandles="1" noChangeArrowheads="1" noChangeShapeType="1" noTextEdit="1"/>
              </p:cNvSpPr>
              <p:nvPr/>
            </p:nvSpPr>
            <p:spPr>
              <a:xfrm>
                <a:off x="2590801" y="4577737"/>
                <a:ext cx="632907" cy="632907"/>
              </a:xfrm>
              <a:prstGeom prst="ellipse">
                <a:avLst/>
              </a:prstGeom>
              <a:blipFill>
                <a:blip r:embed="rId7"/>
                <a:stretch>
                  <a:fillRect l="-5769"/>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7" name="Oval 66"/>
              <p:cNvSpPr/>
              <p:nvPr/>
            </p:nvSpPr>
            <p:spPr>
              <a:xfrm>
                <a:off x="4173067" y="4577737"/>
                <a:ext cx="632907" cy="63290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6</m:t>
                          </m:r>
                        </m:sub>
                      </m:sSub>
                    </m:oMath>
                  </m:oMathPara>
                </a14:m>
                <a:endParaRPr lang="en-US" sz="2800" dirty="0">
                  <a:solidFill>
                    <a:schemeClr val="tx1"/>
                  </a:solidFill>
                </a:endParaRPr>
              </a:p>
            </p:txBody>
          </p:sp>
        </mc:Choice>
        <mc:Fallback xmlns="">
          <p:sp>
            <p:nvSpPr>
              <p:cNvPr id="67" name="Oval 66"/>
              <p:cNvSpPr>
                <a:spLocks noRot="1" noChangeAspect="1" noMove="1" noResize="1" noEditPoints="1" noAdjustHandles="1" noChangeArrowheads="1" noChangeShapeType="1" noTextEdit="1"/>
              </p:cNvSpPr>
              <p:nvPr/>
            </p:nvSpPr>
            <p:spPr>
              <a:xfrm>
                <a:off x="4173067" y="4577737"/>
                <a:ext cx="632907" cy="632907"/>
              </a:xfrm>
              <a:prstGeom prst="ellipse">
                <a:avLst/>
              </a:prstGeom>
              <a:blipFill>
                <a:blip r:embed="rId8"/>
                <a:stretch>
                  <a:fillRect l="-5660"/>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8" name="Oval 67"/>
              <p:cNvSpPr/>
              <p:nvPr/>
            </p:nvSpPr>
            <p:spPr>
              <a:xfrm>
                <a:off x="3432313" y="5589659"/>
                <a:ext cx="632907" cy="632907"/>
              </a:xfrm>
              <a:prstGeom prst="ellips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7</m:t>
                          </m:r>
                        </m:sub>
                      </m:sSub>
                    </m:oMath>
                  </m:oMathPara>
                </a14:m>
                <a:endParaRPr lang="en-US" sz="2800" dirty="0">
                  <a:solidFill>
                    <a:schemeClr val="tx1"/>
                  </a:solidFill>
                </a:endParaRPr>
              </a:p>
            </p:txBody>
          </p:sp>
        </mc:Choice>
        <mc:Fallback xmlns="">
          <p:sp>
            <p:nvSpPr>
              <p:cNvPr id="68" name="Oval 67"/>
              <p:cNvSpPr>
                <a:spLocks noRot="1" noChangeAspect="1" noMove="1" noResize="1" noEditPoints="1" noAdjustHandles="1" noChangeArrowheads="1" noChangeShapeType="1" noTextEdit="1"/>
              </p:cNvSpPr>
              <p:nvPr/>
            </p:nvSpPr>
            <p:spPr>
              <a:xfrm>
                <a:off x="3432313" y="5589659"/>
                <a:ext cx="632907" cy="632907"/>
              </a:xfrm>
              <a:prstGeom prst="ellipse">
                <a:avLst/>
              </a:prstGeom>
              <a:blipFill>
                <a:blip r:embed="rId9"/>
                <a:stretch>
                  <a:fillRect l="-5660"/>
                </a:stretch>
              </a:blipFill>
              <a:ln>
                <a:solidFill>
                  <a:schemeClr val="tx1"/>
                </a:solidFill>
              </a:ln>
            </p:spPr>
            <p:txBody>
              <a:bodyPr/>
              <a:lstStyle/>
              <a:p>
                <a:r>
                  <a:rPr lang="en-GB">
                    <a:noFill/>
                  </a:rPr>
                  <a:t> </a:t>
                </a:r>
              </a:p>
            </p:txBody>
          </p:sp>
        </mc:Fallback>
      </mc:AlternateContent>
      <p:cxnSp>
        <p:nvCxnSpPr>
          <p:cNvPr id="69" name="Straight Arrow Connector 68"/>
          <p:cNvCxnSpPr>
            <a:stCxn id="63" idx="4"/>
            <a:endCxn id="65" idx="1"/>
          </p:cNvCxnSpPr>
          <p:nvPr/>
        </p:nvCxnSpPr>
        <p:spPr>
          <a:xfrm>
            <a:off x="2907254" y="2995470"/>
            <a:ext cx="598505" cy="66193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64" idx="4"/>
            <a:endCxn id="65" idx="7"/>
          </p:cNvCxnSpPr>
          <p:nvPr/>
        </p:nvCxnSpPr>
        <p:spPr>
          <a:xfrm flipH="1">
            <a:off x="3953292" y="2995107"/>
            <a:ext cx="536228" cy="66230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65" idx="3"/>
            <a:endCxn id="66" idx="0"/>
          </p:cNvCxnSpPr>
          <p:nvPr/>
        </p:nvCxnSpPr>
        <p:spPr>
          <a:xfrm flipH="1">
            <a:off x="2907254" y="4104941"/>
            <a:ext cx="598505" cy="47279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65" idx="5"/>
            <a:endCxn id="67" idx="0"/>
          </p:cNvCxnSpPr>
          <p:nvPr/>
        </p:nvCxnSpPr>
        <p:spPr>
          <a:xfrm>
            <a:off x="3953292" y="4104941"/>
            <a:ext cx="536228" cy="47279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a:stCxn id="66" idx="4"/>
            <a:endCxn id="68" idx="1"/>
          </p:cNvCxnSpPr>
          <p:nvPr/>
        </p:nvCxnSpPr>
        <p:spPr>
          <a:xfrm>
            <a:off x="2907253" y="5210643"/>
            <a:ext cx="617746" cy="47170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a:stCxn id="67" idx="4"/>
            <a:endCxn id="68" idx="7"/>
          </p:cNvCxnSpPr>
          <p:nvPr/>
        </p:nvCxnSpPr>
        <p:spPr>
          <a:xfrm flipH="1">
            <a:off x="3972533" y="5210643"/>
            <a:ext cx="516987" cy="47170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5" name="Oval 74"/>
              <p:cNvSpPr/>
              <p:nvPr/>
            </p:nvSpPr>
            <p:spPr>
              <a:xfrm>
                <a:off x="1731301" y="3566751"/>
                <a:ext cx="632907" cy="632907"/>
              </a:xfrm>
              <a:prstGeom prst="ellips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3</m:t>
                          </m:r>
                        </m:sub>
                      </m:sSub>
                    </m:oMath>
                  </m:oMathPara>
                </a14:m>
                <a:endParaRPr lang="en-US" sz="2800" dirty="0">
                  <a:solidFill>
                    <a:schemeClr val="tx1"/>
                  </a:solidFill>
                </a:endParaRPr>
              </a:p>
            </p:txBody>
          </p:sp>
        </mc:Choice>
        <mc:Fallback xmlns="">
          <p:sp>
            <p:nvSpPr>
              <p:cNvPr id="75" name="Oval 74"/>
              <p:cNvSpPr>
                <a:spLocks noRot="1" noChangeAspect="1" noMove="1" noResize="1" noEditPoints="1" noAdjustHandles="1" noChangeArrowheads="1" noChangeShapeType="1" noTextEdit="1"/>
              </p:cNvSpPr>
              <p:nvPr/>
            </p:nvSpPr>
            <p:spPr>
              <a:xfrm>
                <a:off x="1731301" y="3566751"/>
                <a:ext cx="632907" cy="632907"/>
              </a:xfrm>
              <a:prstGeom prst="ellipse">
                <a:avLst/>
              </a:prstGeom>
              <a:blipFill>
                <a:blip r:embed="rId10"/>
                <a:stretch>
                  <a:fillRect l="-5660"/>
                </a:stretch>
              </a:blipFill>
              <a:ln>
                <a:solidFill>
                  <a:schemeClr val="tx1"/>
                </a:solidFill>
              </a:ln>
            </p:spPr>
            <p:txBody>
              <a:bodyPr/>
              <a:lstStyle/>
              <a:p>
                <a:r>
                  <a:rPr lang="en-GB">
                    <a:noFill/>
                  </a:rPr>
                  <a:t> </a:t>
                </a:r>
              </a:p>
            </p:txBody>
          </p:sp>
        </mc:Fallback>
      </mc:AlternateContent>
      <p:cxnSp>
        <p:nvCxnSpPr>
          <p:cNvPr id="76" name="Straight Arrow Connector 75"/>
          <p:cNvCxnSpPr>
            <a:stCxn id="75" idx="5"/>
            <a:endCxn id="66" idx="0"/>
          </p:cNvCxnSpPr>
          <p:nvPr/>
        </p:nvCxnSpPr>
        <p:spPr>
          <a:xfrm>
            <a:off x="2271520" y="4106970"/>
            <a:ext cx="635734" cy="47076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p:cNvSpPr txBox="1"/>
              <p:nvPr/>
            </p:nvSpPr>
            <p:spPr>
              <a:xfrm>
                <a:off x="5334001" y="5334000"/>
                <a:ext cx="4582449" cy="400110"/>
              </a:xfrm>
              <a:prstGeom prst="rect">
                <a:avLst/>
              </a:prstGeom>
              <a:noFill/>
            </p:spPr>
            <p:txBody>
              <a:bodyPr wrap="square" rtlCol="0">
                <a:spAutoFit/>
              </a:bodyPr>
              <a:lstStyle/>
              <a:p>
                <a:r>
                  <a:rPr lang="en-US" sz="2000" dirty="0"/>
                  <a:t>Is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3</m:t>
                        </m:r>
                      </m:sub>
                    </m:sSub>
                  </m:oMath>
                </a14:m>
                <a:r>
                  <a:rPr lang="en-US" sz="2000" dirty="0"/>
                  <a:t> independent of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7</m:t>
                        </m:r>
                      </m:sub>
                    </m:sSub>
                  </m:oMath>
                </a14:m>
                <a:r>
                  <a:rPr lang="en-US" sz="2000" dirty="0"/>
                  <a:t> given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5</m:t>
                        </m:r>
                      </m:sub>
                    </m:sSub>
                  </m:oMath>
                </a14:m>
                <a:r>
                  <a:rPr lang="en-US" sz="2000" dirty="0"/>
                  <a:t>?</a:t>
                </a:r>
              </a:p>
            </p:txBody>
          </p:sp>
        </mc:Choice>
        <mc:Fallback xmlns="">
          <p:sp>
            <p:nvSpPr>
              <p:cNvPr id="16" name="TextBox 15"/>
              <p:cNvSpPr txBox="1">
                <a:spLocks noRot="1" noChangeAspect="1" noMove="1" noResize="1" noEditPoints="1" noAdjustHandles="1" noChangeArrowheads="1" noChangeShapeType="1" noTextEdit="1"/>
              </p:cNvSpPr>
              <p:nvPr/>
            </p:nvSpPr>
            <p:spPr>
              <a:xfrm>
                <a:off x="5334001" y="5334000"/>
                <a:ext cx="4582449" cy="400110"/>
              </a:xfrm>
              <a:prstGeom prst="rect">
                <a:avLst/>
              </a:prstGeom>
              <a:blipFill>
                <a:blip r:embed="rId11"/>
                <a:stretch>
                  <a:fillRect l="-1385" t="-9375" b="-25000"/>
                </a:stretch>
              </a:blipFill>
            </p:spPr>
            <p:txBody>
              <a:bodyPr/>
              <a:lstStyle/>
              <a:p>
                <a:r>
                  <a:rPr lang="en-GB">
                    <a:noFill/>
                  </a:rPr>
                  <a:t> </a:t>
                </a:r>
              </a:p>
            </p:txBody>
          </p:sp>
        </mc:Fallback>
      </mc:AlternateContent>
      <p:sp>
        <p:nvSpPr>
          <p:cNvPr id="17" name="Rounded Rectangle 16"/>
          <p:cNvSpPr/>
          <p:nvPr/>
        </p:nvSpPr>
        <p:spPr>
          <a:xfrm>
            <a:off x="5334000" y="3287594"/>
            <a:ext cx="2667000" cy="739629"/>
          </a:xfrm>
          <a:prstGeom prst="round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p:cNvSpPr/>
          <p:nvPr/>
        </p:nvSpPr>
        <p:spPr>
          <a:xfrm>
            <a:off x="2426956" y="3458934"/>
            <a:ext cx="2561005" cy="1967562"/>
          </a:xfrm>
          <a:prstGeom prst="round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TextBox 22"/>
              <p:cNvSpPr txBox="1"/>
              <p:nvPr/>
            </p:nvSpPr>
            <p:spPr>
              <a:xfrm>
                <a:off x="2800483" y="1194138"/>
                <a:ext cx="7115967" cy="1015663"/>
              </a:xfrm>
              <a:prstGeom prst="rect">
                <a:avLst/>
              </a:prstGeom>
              <a:noFill/>
            </p:spPr>
            <p:txBody>
              <a:bodyPr wrap="square" rtlCol="0">
                <a:spAutoFit/>
              </a:bodyPr>
              <a:lstStyle/>
              <a:p>
                <a:pPr marL="342900" indent="-342900">
                  <a:buFont typeface="Arial" panose="020B0604020202020204" pitchFamily="34" charset="0"/>
                  <a:buChar char="•"/>
                </a:pPr>
                <a:r>
                  <a:rPr lang="en-US" sz="2000" dirty="0"/>
                  <a:t>All paths must be inactive.</a:t>
                </a:r>
              </a:p>
              <a:p>
                <a:pPr marL="342900" indent="-342900">
                  <a:buFont typeface="Arial" panose="020B0604020202020204" pitchFamily="34" charset="0"/>
                  <a:buChar char="•"/>
                </a:pPr>
                <a:r>
                  <a:rPr lang="en-US" sz="2000" dirty="0"/>
                  <a:t>A path is active </a:t>
                </a:r>
                <a:r>
                  <a:rPr lang="en-US" sz="2000" dirty="0" err="1"/>
                  <a:t>iff</a:t>
                </a:r>
                <a:r>
                  <a:rPr lang="en-US" sz="2000" dirty="0"/>
                  <a:t> every triple on path is active</a:t>
                </a:r>
              </a:p>
              <a:p>
                <a:pPr marL="342900" indent="-342900">
                  <a:buFont typeface="Arial" panose="020B0604020202020204" pitchFamily="34" charset="0"/>
                  <a:buChar char="•"/>
                </a:pPr>
                <a:r>
                  <a:rPr lang="en-US" sz="2000" dirty="0"/>
                  <a:t>One inactive triple </a:t>
                </a:r>
                <a14:m>
                  <m:oMath xmlns:m="http://schemas.openxmlformats.org/officeDocument/2006/math">
                    <m:r>
                      <a:rPr lang="en-US" sz="2000" i="1">
                        <a:latin typeface="Cambria Math" panose="02040503050406030204" pitchFamily="18" charset="0"/>
                      </a:rPr>
                      <m:t>⇒</m:t>
                    </m:r>
                  </m:oMath>
                </a14:m>
                <a:r>
                  <a:rPr lang="en-US" sz="2000" dirty="0"/>
                  <a:t> path is inactive!</a:t>
                </a:r>
              </a:p>
            </p:txBody>
          </p:sp>
        </mc:Choice>
        <mc:Fallback xmlns="">
          <p:sp>
            <p:nvSpPr>
              <p:cNvPr id="23" name="TextBox 22"/>
              <p:cNvSpPr txBox="1">
                <a:spLocks noRot="1" noChangeAspect="1" noMove="1" noResize="1" noEditPoints="1" noAdjustHandles="1" noChangeArrowheads="1" noChangeShapeType="1" noTextEdit="1"/>
              </p:cNvSpPr>
              <p:nvPr/>
            </p:nvSpPr>
            <p:spPr>
              <a:xfrm>
                <a:off x="2800483" y="1194138"/>
                <a:ext cx="7115967" cy="1015663"/>
              </a:xfrm>
              <a:prstGeom prst="rect">
                <a:avLst/>
              </a:prstGeom>
              <a:blipFill>
                <a:blip r:embed="rId12"/>
                <a:stretch>
                  <a:fillRect l="-713" t="-3704" b="-8642"/>
                </a:stretch>
              </a:blipFill>
            </p:spPr>
            <p:txBody>
              <a:bodyPr/>
              <a:lstStyle/>
              <a:p>
                <a:r>
                  <a:rPr lang="en-GB">
                    <a:noFill/>
                  </a:rPr>
                  <a:t> </a:t>
                </a:r>
              </a:p>
            </p:txBody>
          </p:sp>
        </mc:Fallback>
      </mc:AlternateContent>
    </p:spTree>
    <p:extLst>
      <p:ext uri="{BB962C8B-B14F-4D97-AF65-F5344CB8AC3E}">
        <p14:creationId xmlns:p14="http://schemas.microsoft.com/office/powerpoint/2010/main" val="632895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2"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2"/>
          <p:cNvSpPr>
            <a:spLocks noGrp="1" noChangeArrowheads="1"/>
          </p:cNvSpPr>
          <p:nvPr>
            <p:ph type="title"/>
          </p:nvPr>
        </p:nvSpPr>
        <p:spPr>
          <a:xfrm>
            <a:off x="2506134" y="457202"/>
            <a:ext cx="7704667" cy="990599"/>
          </a:xfrm>
        </p:spPr>
        <p:txBody>
          <a:bodyPr>
            <a:normAutofit/>
          </a:bodyPr>
          <a:lstStyle/>
          <a:p>
            <a:r>
              <a:rPr lang="en-US" dirty="0"/>
              <a:t>General Case – Analyze the Graph</a:t>
            </a:r>
          </a:p>
        </p:txBody>
      </p:sp>
      <p:sp>
        <p:nvSpPr>
          <p:cNvPr id="4" name="Slide Number Placeholder 3"/>
          <p:cNvSpPr>
            <a:spLocks noGrp="1"/>
          </p:cNvSpPr>
          <p:nvPr>
            <p:ph type="sldNum" sz="quarter" idx="4294967295"/>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63</a:t>
            </a:fld>
            <a:endParaRPr lang="en-US"/>
          </a:p>
        </p:txBody>
      </p:sp>
      <p:pic>
        <p:nvPicPr>
          <p:cNvPr id="3" name="Picture 2"/>
          <p:cNvPicPr>
            <a:picLocks noChangeAspect="1"/>
          </p:cNvPicPr>
          <p:nvPr/>
        </p:nvPicPr>
        <p:blipFill>
          <a:blip r:embed="rId3"/>
          <a:stretch>
            <a:fillRect/>
          </a:stretch>
        </p:blipFill>
        <p:spPr>
          <a:xfrm>
            <a:off x="5486400" y="2286001"/>
            <a:ext cx="4835848" cy="2826045"/>
          </a:xfrm>
          <a:prstGeom prst="rect">
            <a:avLst/>
          </a:prstGeom>
        </p:spPr>
      </p:pic>
      <mc:AlternateContent xmlns:mc="http://schemas.openxmlformats.org/markup-compatibility/2006" xmlns:a14="http://schemas.microsoft.com/office/drawing/2010/main">
        <mc:Choice Requires="a14">
          <p:sp>
            <p:nvSpPr>
              <p:cNvPr id="63" name="Oval 62"/>
              <p:cNvSpPr/>
              <p:nvPr/>
            </p:nvSpPr>
            <p:spPr>
              <a:xfrm>
                <a:off x="2590801" y="2362564"/>
                <a:ext cx="632907" cy="63290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1</m:t>
                          </m:r>
                        </m:sub>
                      </m:sSub>
                    </m:oMath>
                  </m:oMathPara>
                </a14:m>
                <a:endParaRPr lang="en-US" sz="2800" dirty="0">
                  <a:solidFill>
                    <a:schemeClr val="tx1"/>
                  </a:solidFill>
                </a:endParaRPr>
              </a:p>
            </p:txBody>
          </p:sp>
        </mc:Choice>
        <mc:Fallback xmlns="">
          <p:sp>
            <p:nvSpPr>
              <p:cNvPr id="63" name="Oval 62"/>
              <p:cNvSpPr>
                <a:spLocks noRot="1" noChangeAspect="1" noMove="1" noResize="1" noEditPoints="1" noAdjustHandles="1" noChangeArrowheads="1" noChangeShapeType="1" noTextEdit="1"/>
              </p:cNvSpPr>
              <p:nvPr/>
            </p:nvSpPr>
            <p:spPr>
              <a:xfrm>
                <a:off x="2590801" y="2362564"/>
                <a:ext cx="632907" cy="632907"/>
              </a:xfrm>
              <a:prstGeom prst="ellipse">
                <a:avLst/>
              </a:prstGeom>
              <a:blipFill>
                <a:blip r:embed="rId4"/>
                <a:stretch>
                  <a:fillRect l="-5769"/>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4" name="Oval 63"/>
              <p:cNvSpPr/>
              <p:nvPr/>
            </p:nvSpPr>
            <p:spPr>
              <a:xfrm>
                <a:off x="4173067" y="2362200"/>
                <a:ext cx="632907" cy="63290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2</m:t>
                          </m:r>
                        </m:sub>
                      </m:sSub>
                    </m:oMath>
                  </m:oMathPara>
                </a14:m>
                <a:endParaRPr lang="en-US" sz="2800" dirty="0">
                  <a:solidFill>
                    <a:schemeClr val="tx1"/>
                  </a:solidFill>
                </a:endParaRPr>
              </a:p>
            </p:txBody>
          </p:sp>
        </mc:Choice>
        <mc:Fallback xmlns="">
          <p:sp>
            <p:nvSpPr>
              <p:cNvPr id="64" name="Oval 63"/>
              <p:cNvSpPr>
                <a:spLocks noRot="1" noChangeAspect="1" noMove="1" noResize="1" noEditPoints="1" noAdjustHandles="1" noChangeArrowheads="1" noChangeShapeType="1" noTextEdit="1"/>
              </p:cNvSpPr>
              <p:nvPr/>
            </p:nvSpPr>
            <p:spPr>
              <a:xfrm>
                <a:off x="4173067" y="2362200"/>
                <a:ext cx="632907" cy="632907"/>
              </a:xfrm>
              <a:prstGeom prst="ellipse">
                <a:avLst/>
              </a:prstGeom>
              <a:blipFill>
                <a:blip r:embed="rId5"/>
                <a:stretch>
                  <a:fillRect l="-5660"/>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5" name="Oval 64"/>
              <p:cNvSpPr/>
              <p:nvPr/>
            </p:nvSpPr>
            <p:spPr>
              <a:xfrm>
                <a:off x="3413073" y="3564722"/>
                <a:ext cx="632907" cy="63290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4</m:t>
                          </m:r>
                        </m:sub>
                      </m:sSub>
                    </m:oMath>
                  </m:oMathPara>
                </a14:m>
                <a:endParaRPr lang="en-US" sz="2800" dirty="0">
                  <a:solidFill>
                    <a:schemeClr val="tx1"/>
                  </a:solidFill>
                </a:endParaRPr>
              </a:p>
            </p:txBody>
          </p:sp>
        </mc:Choice>
        <mc:Fallback xmlns="">
          <p:sp>
            <p:nvSpPr>
              <p:cNvPr id="65" name="Oval 64"/>
              <p:cNvSpPr>
                <a:spLocks noRot="1" noChangeAspect="1" noMove="1" noResize="1" noEditPoints="1" noAdjustHandles="1" noChangeArrowheads="1" noChangeShapeType="1" noTextEdit="1"/>
              </p:cNvSpPr>
              <p:nvPr/>
            </p:nvSpPr>
            <p:spPr>
              <a:xfrm>
                <a:off x="3413073" y="3564722"/>
                <a:ext cx="632907" cy="632907"/>
              </a:xfrm>
              <a:prstGeom prst="ellipse">
                <a:avLst/>
              </a:prstGeom>
              <a:blipFill>
                <a:blip r:embed="rId6"/>
                <a:stretch>
                  <a:fillRect l="-5660"/>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6" name="Oval 65"/>
              <p:cNvSpPr/>
              <p:nvPr/>
            </p:nvSpPr>
            <p:spPr>
              <a:xfrm>
                <a:off x="2590801" y="4577737"/>
                <a:ext cx="632907" cy="632907"/>
              </a:xfrm>
              <a:prstGeom prst="ellipse">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5</m:t>
                          </m:r>
                        </m:sub>
                      </m:sSub>
                    </m:oMath>
                  </m:oMathPara>
                </a14:m>
                <a:endParaRPr lang="en-US" sz="2800" dirty="0">
                  <a:solidFill>
                    <a:schemeClr val="tx1"/>
                  </a:solidFill>
                </a:endParaRPr>
              </a:p>
            </p:txBody>
          </p:sp>
        </mc:Choice>
        <mc:Fallback xmlns="">
          <p:sp>
            <p:nvSpPr>
              <p:cNvPr id="66" name="Oval 65"/>
              <p:cNvSpPr>
                <a:spLocks noRot="1" noChangeAspect="1" noMove="1" noResize="1" noEditPoints="1" noAdjustHandles="1" noChangeArrowheads="1" noChangeShapeType="1" noTextEdit="1"/>
              </p:cNvSpPr>
              <p:nvPr/>
            </p:nvSpPr>
            <p:spPr>
              <a:xfrm>
                <a:off x="2590801" y="4577737"/>
                <a:ext cx="632907" cy="632907"/>
              </a:xfrm>
              <a:prstGeom prst="ellipse">
                <a:avLst/>
              </a:prstGeom>
              <a:blipFill>
                <a:blip r:embed="rId7"/>
                <a:stretch>
                  <a:fillRect l="-5769"/>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7" name="Oval 66"/>
              <p:cNvSpPr/>
              <p:nvPr/>
            </p:nvSpPr>
            <p:spPr>
              <a:xfrm>
                <a:off x="4173067" y="4577737"/>
                <a:ext cx="632907" cy="63290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6</m:t>
                          </m:r>
                        </m:sub>
                      </m:sSub>
                    </m:oMath>
                  </m:oMathPara>
                </a14:m>
                <a:endParaRPr lang="en-US" sz="2800" dirty="0">
                  <a:solidFill>
                    <a:schemeClr val="tx1"/>
                  </a:solidFill>
                </a:endParaRPr>
              </a:p>
            </p:txBody>
          </p:sp>
        </mc:Choice>
        <mc:Fallback xmlns="">
          <p:sp>
            <p:nvSpPr>
              <p:cNvPr id="67" name="Oval 66"/>
              <p:cNvSpPr>
                <a:spLocks noRot="1" noChangeAspect="1" noMove="1" noResize="1" noEditPoints="1" noAdjustHandles="1" noChangeArrowheads="1" noChangeShapeType="1" noTextEdit="1"/>
              </p:cNvSpPr>
              <p:nvPr/>
            </p:nvSpPr>
            <p:spPr>
              <a:xfrm>
                <a:off x="4173067" y="4577737"/>
                <a:ext cx="632907" cy="632907"/>
              </a:xfrm>
              <a:prstGeom prst="ellipse">
                <a:avLst/>
              </a:prstGeom>
              <a:blipFill>
                <a:blip r:embed="rId8"/>
                <a:stretch>
                  <a:fillRect l="-5660"/>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8" name="Oval 67"/>
              <p:cNvSpPr/>
              <p:nvPr/>
            </p:nvSpPr>
            <p:spPr>
              <a:xfrm>
                <a:off x="3432313" y="5589659"/>
                <a:ext cx="632907" cy="632907"/>
              </a:xfrm>
              <a:prstGeom prst="ellips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7</m:t>
                          </m:r>
                        </m:sub>
                      </m:sSub>
                    </m:oMath>
                  </m:oMathPara>
                </a14:m>
                <a:endParaRPr lang="en-US" sz="2800" dirty="0">
                  <a:solidFill>
                    <a:schemeClr val="tx1"/>
                  </a:solidFill>
                </a:endParaRPr>
              </a:p>
            </p:txBody>
          </p:sp>
        </mc:Choice>
        <mc:Fallback xmlns="">
          <p:sp>
            <p:nvSpPr>
              <p:cNvPr id="68" name="Oval 67"/>
              <p:cNvSpPr>
                <a:spLocks noRot="1" noChangeAspect="1" noMove="1" noResize="1" noEditPoints="1" noAdjustHandles="1" noChangeArrowheads="1" noChangeShapeType="1" noTextEdit="1"/>
              </p:cNvSpPr>
              <p:nvPr/>
            </p:nvSpPr>
            <p:spPr>
              <a:xfrm>
                <a:off x="3432313" y="5589659"/>
                <a:ext cx="632907" cy="632907"/>
              </a:xfrm>
              <a:prstGeom prst="ellipse">
                <a:avLst/>
              </a:prstGeom>
              <a:blipFill>
                <a:blip r:embed="rId9"/>
                <a:stretch>
                  <a:fillRect l="-5660"/>
                </a:stretch>
              </a:blipFill>
              <a:ln>
                <a:solidFill>
                  <a:schemeClr val="tx1"/>
                </a:solidFill>
              </a:ln>
            </p:spPr>
            <p:txBody>
              <a:bodyPr/>
              <a:lstStyle/>
              <a:p>
                <a:r>
                  <a:rPr lang="en-GB">
                    <a:noFill/>
                  </a:rPr>
                  <a:t> </a:t>
                </a:r>
              </a:p>
            </p:txBody>
          </p:sp>
        </mc:Fallback>
      </mc:AlternateContent>
      <p:cxnSp>
        <p:nvCxnSpPr>
          <p:cNvPr id="69" name="Straight Arrow Connector 68"/>
          <p:cNvCxnSpPr>
            <a:stCxn id="63" idx="4"/>
            <a:endCxn id="65" idx="1"/>
          </p:cNvCxnSpPr>
          <p:nvPr/>
        </p:nvCxnSpPr>
        <p:spPr>
          <a:xfrm>
            <a:off x="2907254" y="2995470"/>
            <a:ext cx="598505" cy="66193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64" idx="4"/>
            <a:endCxn id="65" idx="7"/>
          </p:cNvCxnSpPr>
          <p:nvPr/>
        </p:nvCxnSpPr>
        <p:spPr>
          <a:xfrm flipH="1">
            <a:off x="3953292" y="2995107"/>
            <a:ext cx="536228" cy="66230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65" idx="3"/>
            <a:endCxn id="66" idx="0"/>
          </p:cNvCxnSpPr>
          <p:nvPr/>
        </p:nvCxnSpPr>
        <p:spPr>
          <a:xfrm flipH="1">
            <a:off x="2907254" y="4104941"/>
            <a:ext cx="598505" cy="47279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65" idx="5"/>
            <a:endCxn id="67" idx="0"/>
          </p:cNvCxnSpPr>
          <p:nvPr/>
        </p:nvCxnSpPr>
        <p:spPr>
          <a:xfrm>
            <a:off x="3953292" y="4104941"/>
            <a:ext cx="536228" cy="47279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a:stCxn id="66" idx="4"/>
            <a:endCxn id="68" idx="1"/>
          </p:cNvCxnSpPr>
          <p:nvPr/>
        </p:nvCxnSpPr>
        <p:spPr>
          <a:xfrm>
            <a:off x="2907253" y="5210643"/>
            <a:ext cx="617746" cy="47170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a:stCxn id="67" idx="4"/>
            <a:endCxn id="68" idx="7"/>
          </p:cNvCxnSpPr>
          <p:nvPr/>
        </p:nvCxnSpPr>
        <p:spPr>
          <a:xfrm flipH="1">
            <a:off x="3972533" y="5210643"/>
            <a:ext cx="516987" cy="47170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5" name="Oval 74"/>
              <p:cNvSpPr/>
              <p:nvPr/>
            </p:nvSpPr>
            <p:spPr>
              <a:xfrm>
                <a:off x="1731301" y="3566751"/>
                <a:ext cx="632907" cy="632907"/>
              </a:xfrm>
              <a:prstGeom prst="ellips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3</m:t>
                          </m:r>
                        </m:sub>
                      </m:sSub>
                    </m:oMath>
                  </m:oMathPara>
                </a14:m>
                <a:endParaRPr lang="en-US" sz="2800" dirty="0">
                  <a:solidFill>
                    <a:schemeClr val="tx1"/>
                  </a:solidFill>
                </a:endParaRPr>
              </a:p>
            </p:txBody>
          </p:sp>
        </mc:Choice>
        <mc:Fallback xmlns="">
          <p:sp>
            <p:nvSpPr>
              <p:cNvPr id="75" name="Oval 74"/>
              <p:cNvSpPr>
                <a:spLocks noRot="1" noChangeAspect="1" noMove="1" noResize="1" noEditPoints="1" noAdjustHandles="1" noChangeArrowheads="1" noChangeShapeType="1" noTextEdit="1"/>
              </p:cNvSpPr>
              <p:nvPr/>
            </p:nvSpPr>
            <p:spPr>
              <a:xfrm>
                <a:off x="1731301" y="3566751"/>
                <a:ext cx="632907" cy="632907"/>
              </a:xfrm>
              <a:prstGeom prst="ellipse">
                <a:avLst/>
              </a:prstGeom>
              <a:blipFill>
                <a:blip r:embed="rId10"/>
                <a:stretch>
                  <a:fillRect l="-5660"/>
                </a:stretch>
              </a:blipFill>
              <a:ln>
                <a:solidFill>
                  <a:schemeClr val="tx1"/>
                </a:solidFill>
              </a:ln>
            </p:spPr>
            <p:txBody>
              <a:bodyPr/>
              <a:lstStyle/>
              <a:p>
                <a:r>
                  <a:rPr lang="en-GB">
                    <a:noFill/>
                  </a:rPr>
                  <a:t> </a:t>
                </a:r>
              </a:p>
            </p:txBody>
          </p:sp>
        </mc:Fallback>
      </mc:AlternateContent>
      <p:cxnSp>
        <p:nvCxnSpPr>
          <p:cNvPr id="76" name="Straight Arrow Connector 75"/>
          <p:cNvCxnSpPr>
            <a:stCxn id="75" idx="5"/>
            <a:endCxn id="66" idx="0"/>
          </p:cNvCxnSpPr>
          <p:nvPr/>
        </p:nvCxnSpPr>
        <p:spPr>
          <a:xfrm>
            <a:off x="2271520" y="4106970"/>
            <a:ext cx="635734" cy="47076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p:cNvSpPr txBox="1"/>
              <p:nvPr/>
            </p:nvSpPr>
            <p:spPr>
              <a:xfrm>
                <a:off x="5334001" y="5334000"/>
                <a:ext cx="4582449" cy="400110"/>
              </a:xfrm>
              <a:prstGeom prst="rect">
                <a:avLst/>
              </a:prstGeom>
              <a:noFill/>
            </p:spPr>
            <p:txBody>
              <a:bodyPr wrap="square" rtlCol="0">
                <a:spAutoFit/>
              </a:bodyPr>
              <a:lstStyle/>
              <a:p>
                <a:r>
                  <a:rPr lang="en-US" sz="2000" dirty="0"/>
                  <a:t>Is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3</m:t>
                        </m:r>
                      </m:sub>
                    </m:sSub>
                  </m:oMath>
                </a14:m>
                <a:r>
                  <a:rPr lang="en-US" sz="2000" dirty="0"/>
                  <a:t> independent of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7</m:t>
                        </m:r>
                      </m:sub>
                    </m:sSub>
                  </m:oMath>
                </a14:m>
                <a:r>
                  <a:rPr lang="en-US" sz="2000" dirty="0"/>
                  <a:t> given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5</m:t>
                        </m:r>
                      </m:sub>
                    </m:sSub>
                  </m:oMath>
                </a14:m>
                <a:r>
                  <a:rPr lang="en-US" sz="2000" dirty="0"/>
                  <a:t>?</a:t>
                </a:r>
              </a:p>
            </p:txBody>
          </p:sp>
        </mc:Choice>
        <mc:Fallback xmlns="">
          <p:sp>
            <p:nvSpPr>
              <p:cNvPr id="16" name="TextBox 15"/>
              <p:cNvSpPr txBox="1">
                <a:spLocks noRot="1" noChangeAspect="1" noMove="1" noResize="1" noEditPoints="1" noAdjustHandles="1" noChangeArrowheads="1" noChangeShapeType="1" noTextEdit="1"/>
              </p:cNvSpPr>
              <p:nvPr/>
            </p:nvSpPr>
            <p:spPr>
              <a:xfrm>
                <a:off x="5334001" y="5334000"/>
                <a:ext cx="4582449" cy="400110"/>
              </a:xfrm>
              <a:prstGeom prst="rect">
                <a:avLst/>
              </a:prstGeom>
              <a:blipFill>
                <a:blip r:embed="rId11"/>
                <a:stretch>
                  <a:fillRect l="-1385" t="-9375" b="-25000"/>
                </a:stretch>
              </a:blipFill>
            </p:spPr>
            <p:txBody>
              <a:bodyPr/>
              <a:lstStyle/>
              <a:p>
                <a:r>
                  <a:rPr lang="en-GB">
                    <a:noFill/>
                  </a:rPr>
                  <a:t> </a:t>
                </a:r>
              </a:p>
            </p:txBody>
          </p:sp>
        </mc:Fallback>
      </mc:AlternateContent>
      <p:sp>
        <p:nvSpPr>
          <p:cNvPr id="17" name="Rounded Rectangle 16"/>
          <p:cNvSpPr/>
          <p:nvPr/>
        </p:nvSpPr>
        <p:spPr>
          <a:xfrm>
            <a:off x="5325959" y="2576922"/>
            <a:ext cx="2667000" cy="623479"/>
          </a:xfrm>
          <a:prstGeom prst="round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p:cNvSpPr/>
          <p:nvPr/>
        </p:nvSpPr>
        <p:spPr>
          <a:xfrm>
            <a:off x="3208688" y="3458934"/>
            <a:ext cx="1779273" cy="2941866"/>
          </a:xfrm>
          <a:prstGeom prst="round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TextBox 22"/>
              <p:cNvSpPr txBox="1"/>
              <p:nvPr/>
            </p:nvSpPr>
            <p:spPr>
              <a:xfrm>
                <a:off x="2800483" y="1194138"/>
                <a:ext cx="7115967" cy="1015663"/>
              </a:xfrm>
              <a:prstGeom prst="rect">
                <a:avLst/>
              </a:prstGeom>
              <a:noFill/>
            </p:spPr>
            <p:txBody>
              <a:bodyPr wrap="square" rtlCol="0">
                <a:spAutoFit/>
              </a:bodyPr>
              <a:lstStyle/>
              <a:p>
                <a:pPr marL="342900" indent="-342900">
                  <a:buFont typeface="Arial" panose="020B0604020202020204" pitchFamily="34" charset="0"/>
                  <a:buChar char="•"/>
                </a:pPr>
                <a:r>
                  <a:rPr lang="en-US" sz="2000" dirty="0"/>
                  <a:t>All paths must be inactive.</a:t>
                </a:r>
              </a:p>
              <a:p>
                <a:pPr marL="342900" indent="-342900">
                  <a:buFont typeface="Arial" panose="020B0604020202020204" pitchFamily="34" charset="0"/>
                  <a:buChar char="•"/>
                </a:pPr>
                <a:r>
                  <a:rPr lang="en-US" sz="2000" dirty="0"/>
                  <a:t>A path is active </a:t>
                </a:r>
                <a:r>
                  <a:rPr lang="en-US" sz="2000" dirty="0" err="1"/>
                  <a:t>iff</a:t>
                </a:r>
                <a:r>
                  <a:rPr lang="en-US" sz="2000" dirty="0"/>
                  <a:t> every triple on path is active</a:t>
                </a:r>
              </a:p>
              <a:p>
                <a:pPr marL="342900" indent="-342900">
                  <a:buFont typeface="Arial" panose="020B0604020202020204" pitchFamily="34" charset="0"/>
                  <a:buChar char="•"/>
                </a:pPr>
                <a:r>
                  <a:rPr lang="en-US" sz="2000" dirty="0"/>
                  <a:t>One inactive triple </a:t>
                </a:r>
                <a14:m>
                  <m:oMath xmlns:m="http://schemas.openxmlformats.org/officeDocument/2006/math">
                    <m:r>
                      <a:rPr lang="en-US" sz="2000" i="1">
                        <a:latin typeface="Cambria Math" panose="02040503050406030204" pitchFamily="18" charset="0"/>
                      </a:rPr>
                      <m:t>⇒</m:t>
                    </m:r>
                  </m:oMath>
                </a14:m>
                <a:r>
                  <a:rPr lang="en-US" sz="2000" dirty="0"/>
                  <a:t> path is inactive!</a:t>
                </a:r>
              </a:p>
            </p:txBody>
          </p:sp>
        </mc:Choice>
        <mc:Fallback xmlns="">
          <p:sp>
            <p:nvSpPr>
              <p:cNvPr id="23" name="TextBox 22"/>
              <p:cNvSpPr txBox="1">
                <a:spLocks noRot="1" noChangeAspect="1" noMove="1" noResize="1" noEditPoints="1" noAdjustHandles="1" noChangeArrowheads="1" noChangeShapeType="1" noTextEdit="1"/>
              </p:cNvSpPr>
              <p:nvPr/>
            </p:nvSpPr>
            <p:spPr>
              <a:xfrm>
                <a:off x="2800483" y="1194138"/>
                <a:ext cx="7115967" cy="1015663"/>
              </a:xfrm>
              <a:prstGeom prst="rect">
                <a:avLst/>
              </a:prstGeom>
              <a:blipFill>
                <a:blip r:embed="rId12"/>
                <a:stretch>
                  <a:fillRect l="-713" t="-3704" b="-8642"/>
                </a:stretch>
              </a:blipFill>
            </p:spPr>
            <p:txBody>
              <a:bodyPr/>
              <a:lstStyle/>
              <a:p>
                <a:r>
                  <a:rPr lang="en-GB">
                    <a:noFill/>
                  </a:rPr>
                  <a:t> </a:t>
                </a:r>
              </a:p>
            </p:txBody>
          </p:sp>
        </mc:Fallback>
      </mc:AlternateContent>
      <p:sp>
        <p:nvSpPr>
          <p:cNvPr id="24" name="TextBox 23"/>
          <p:cNvSpPr txBox="1"/>
          <p:nvPr/>
        </p:nvSpPr>
        <p:spPr>
          <a:xfrm>
            <a:off x="5334001" y="5684329"/>
            <a:ext cx="4582449" cy="369332"/>
          </a:xfrm>
          <a:prstGeom prst="rect">
            <a:avLst/>
          </a:prstGeom>
          <a:noFill/>
        </p:spPr>
        <p:txBody>
          <a:bodyPr wrap="square" rtlCol="0">
            <a:spAutoFit/>
          </a:bodyPr>
          <a:lstStyle/>
          <a:p>
            <a:r>
              <a:rPr lang="en-US" b="0" dirty="0">
                <a:solidFill>
                  <a:srgbClr val="FF0000"/>
                </a:solidFill>
              </a:rPr>
              <a:t>No!</a:t>
            </a:r>
          </a:p>
        </p:txBody>
      </p:sp>
    </p:spTree>
    <p:extLst>
      <p:ext uri="{BB962C8B-B14F-4D97-AF65-F5344CB8AC3E}">
        <p14:creationId xmlns:p14="http://schemas.microsoft.com/office/powerpoint/2010/main" val="651948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2" grpId="0" animBg="1"/>
      <p:bldP spid="24"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2"/>
          <p:cNvSpPr>
            <a:spLocks noGrp="1" noChangeArrowheads="1"/>
          </p:cNvSpPr>
          <p:nvPr>
            <p:ph type="title"/>
          </p:nvPr>
        </p:nvSpPr>
        <p:spPr>
          <a:xfrm>
            <a:off x="2506134" y="457202"/>
            <a:ext cx="7704667" cy="990599"/>
          </a:xfrm>
        </p:spPr>
        <p:txBody>
          <a:bodyPr>
            <a:normAutofit/>
          </a:bodyPr>
          <a:lstStyle/>
          <a:p>
            <a:r>
              <a:rPr lang="en-US" dirty="0"/>
              <a:t>General Case – Analyze the Graph</a:t>
            </a:r>
          </a:p>
        </p:txBody>
      </p:sp>
      <p:sp>
        <p:nvSpPr>
          <p:cNvPr id="4" name="Slide Number Placeholder 3"/>
          <p:cNvSpPr>
            <a:spLocks noGrp="1"/>
          </p:cNvSpPr>
          <p:nvPr>
            <p:ph type="sldNum" sz="quarter" idx="4294967295"/>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64</a:t>
            </a:fld>
            <a:endParaRPr lang="en-US"/>
          </a:p>
        </p:txBody>
      </p:sp>
      <p:pic>
        <p:nvPicPr>
          <p:cNvPr id="3" name="Picture 2"/>
          <p:cNvPicPr>
            <a:picLocks noChangeAspect="1"/>
          </p:cNvPicPr>
          <p:nvPr/>
        </p:nvPicPr>
        <p:blipFill>
          <a:blip r:embed="rId3"/>
          <a:stretch>
            <a:fillRect/>
          </a:stretch>
        </p:blipFill>
        <p:spPr>
          <a:xfrm>
            <a:off x="5486400" y="2286001"/>
            <a:ext cx="4835848" cy="2826045"/>
          </a:xfrm>
          <a:prstGeom prst="rect">
            <a:avLst/>
          </a:prstGeom>
        </p:spPr>
      </p:pic>
      <mc:AlternateContent xmlns:mc="http://schemas.openxmlformats.org/markup-compatibility/2006" xmlns:a14="http://schemas.microsoft.com/office/drawing/2010/main">
        <mc:Choice Requires="a14">
          <p:sp>
            <p:nvSpPr>
              <p:cNvPr id="63" name="Oval 62"/>
              <p:cNvSpPr/>
              <p:nvPr/>
            </p:nvSpPr>
            <p:spPr>
              <a:xfrm>
                <a:off x="2590801" y="2362564"/>
                <a:ext cx="632907" cy="63290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1</m:t>
                          </m:r>
                        </m:sub>
                      </m:sSub>
                    </m:oMath>
                  </m:oMathPara>
                </a14:m>
                <a:endParaRPr lang="en-US" sz="2800" dirty="0">
                  <a:solidFill>
                    <a:schemeClr val="tx1"/>
                  </a:solidFill>
                </a:endParaRPr>
              </a:p>
            </p:txBody>
          </p:sp>
        </mc:Choice>
        <mc:Fallback xmlns="">
          <p:sp>
            <p:nvSpPr>
              <p:cNvPr id="63" name="Oval 62"/>
              <p:cNvSpPr>
                <a:spLocks noRot="1" noChangeAspect="1" noMove="1" noResize="1" noEditPoints="1" noAdjustHandles="1" noChangeArrowheads="1" noChangeShapeType="1" noTextEdit="1"/>
              </p:cNvSpPr>
              <p:nvPr/>
            </p:nvSpPr>
            <p:spPr>
              <a:xfrm>
                <a:off x="2590801" y="2362564"/>
                <a:ext cx="632907" cy="632907"/>
              </a:xfrm>
              <a:prstGeom prst="ellipse">
                <a:avLst/>
              </a:prstGeom>
              <a:blipFill>
                <a:blip r:embed="rId4"/>
                <a:stretch>
                  <a:fillRect l="-5769"/>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4" name="Oval 63"/>
              <p:cNvSpPr/>
              <p:nvPr/>
            </p:nvSpPr>
            <p:spPr>
              <a:xfrm>
                <a:off x="4173067" y="2362200"/>
                <a:ext cx="632907" cy="63290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2</m:t>
                          </m:r>
                        </m:sub>
                      </m:sSub>
                    </m:oMath>
                  </m:oMathPara>
                </a14:m>
                <a:endParaRPr lang="en-US" sz="2800" dirty="0">
                  <a:solidFill>
                    <a:schemeClr val="tx1"/>
                  </a:solidFill>
                </a:endParaRPr>
              </a:p>
            </p:txBody>
          </p:sp>
        </mc:Choice>
        <mc:Fallback xmlns="">
          <p:sp>
            <p:nvSpPr>
              <p:cNvPr id="64" name="Oval 63"/>
              <p:cNvSpPr>
                <a:spLocks noRot="1" noChangeAspect="1" noMove="1" noResize="1" noEditPoints="1" noAdjustHandles="1" noChangeArrowheads="1" noChangeShapeType="1" noTextEdit="1"/>
              </p:cNvSpPr>
              <p:nvPr/>
            </p:nvSpPr>
            <p:spPr>
              <a:xfrm>
                <a:off x="4173067" y="2362200"/>
                <a:ext cx="632907" cy="632907"/>
              </a:xfrm>
              <a:prstGeom prst="ellipse">
                <a:avLst/>
              </a:prstGeom>
              <a:blipFill>
                <a:blip r:embed="rId5"/>
                <a:stretch>
                  <a:fillRect l="-5660"/>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5" name="Oval 64"/>
              <p:cNvSpPr/>
              <p:nvPr/>
            </p:nvSpPr>
            <p:spPr>
              <a:xfrm>
                <a:off x="3413073" y="3564722"/>
                <a:ext cx="632907" cy="63290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4</m:t>
                          </m:r>
                        </m:sub>
                      </m:sSub>
                    </m:oMath>
                  </m:oMathPara>
                </a14:m>
                <a:endParaRPr lang="en-US" sz="2800" dirty="0">
                  <a:solidFill>
                    <a:schemeClr val="tx1"/>
                  </a:solidFill>
                </a:endParaRPr>
              </a:p>
            </p:txBody>
          </p:sp>
        </mc:Choice>
        <mc:Fallback xmlns="">
          <p:sp>
            <p:nvSpPr>
              <p:cNvPr id="65" name="Oval 64"/>
              <p:cNvSpPr>
                <a:spLocks noRot="1" noChangeAspect="1" noMove="1" noResize="1" noEditPoints="1" noAdjustHandles="1" noChangeArrowheads="1" noChangeShapeType="1" noTextEdit="1"/>
              </p:cNvSpPr>
              <p:nvPr/>
            </p:nvSpPr>
            <p:spPr>
              <a:xfrm>
                <a:off x="3413073" y="3564722"/>
                <a:ext cx="632907" cy="632907"/>
              </a:xfrm>
              <a:prstGeom prst="ellipse">
                <a:avLst/>
              </a:prstGeom>
              <a:blipFill>
                <a:blip r:embed="rId6"/>
                <a:stretch>
                  <a:fillRect l="-5660"/>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6" name="Oval 65"/>
              <p:cNvSpPr/>
              <p:nvPr/>
            </p:nvSpPr>
            <p:spPr>
              <a:xfrm>
                <a:off x="2590801" y="4577737"/>
                <a:ext cx="632907" cy="632907"/>
              </a:xfrm>
              <a:prstGeom prst="ellipse">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5</m:t>
                          </m:r>
                        </m:sub>
                      </m:sSub>
                    </m:oMath>
                  </m:oMathPara>
                </a14:m>
                <a:endParaRPr lang="en-US" sz="2800" dirty="0">
                  <a:solidFill>
                    <a:schemeClr val="tx1"/>
                  </a:solidFill>
                </a:endParaRPr>
              </a:p>
            </p:txBody>
          </p:sp>
        </mc:Choice>
        <mc:Fallback xmlns="">
          <p:sp>
            <p:nvSpPr>
              <p:cNvPr id="66" name="Oval 65"/>
              <p:cNvSpPr>
                <a:spLocks noRot="1" noChangeAspect="1" noMove="1" noResize="1" noEditPoints="1" noAdjustHandles="1" noChangeArrowheads="1" noChangeShapeType="1" noTextEdit="1"/>
              </p:cNvSpPr>
              <p:nvPr/>
            </p:nvSpPr>
            <p:spPr>
              <a:xfrm>
                <a:off x="2590801" y="4577737"/>
                <a:ext cx="632907" cy="632907"/>
              </a:xfrm>
              <a:prstGeom prst="ellipse">
                <a:avLst/>
              </a:prstGeom>
              <a:blipFill>
                <a:blip r:embed="rId7"/>
                <a:stretch>
                  <a:fillRect l="-5769"/>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7" name="Oval 66"/>
              <p:cNvSpPr/>
              <p:nvPr/>
            </p:nvSpPr>
            <p:spPr>
              <a:xfrm>
                <a:off x="4173067" y="4577737"/>
                <a:ext cx="632907" cy="63290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6</m:t>
                          </m:r>
                        </m:sub>
                      </m:sSub>
                    </m:oMath>
                  </m:oMathPara>
                </a14:m>
                <a:endParaRPr lang="en-US" sz="2800" dirty="0">
                  <a:solidFill>
                    <a:schemeClr val="tx1"/>
                  </a:solidFill>
                </a:endParaRPr>
              </a:p>
            </p:txBody>
          </p:sp>
        </mc:Choice>
        <mc:Fallback xmlns="">
          <p:sp>
            <p:nvSpPr>
              <p:cNvPr id="67" name="Oval 66"/>
              <p:cNvSpPr>
                <a:spLocks noRot="1" noChangeAspect="1" noMove="1" noResize="1" noEditPoints="1" noAdjustHandles="1" noChangeArrowheads="1" noChangeShapeType="1" noTextEdit="1"/>
              </p:cNvSpPr>
              <p:nvPr/>
            </p:nvSpPr>
            <p:spPr>
              <a:xfrm>
                <a:off x="4173067" y="4577737"/>
                <a:ext cx="632907" cy="632907"/>
              </a:xfrm>
              <a:prstGeom prst="ellipse">
                <a:avLst/>
              </a:prstGeom>
              <a:blipFill>
                <a:blip r:embed="rId8"/>
                <a:stretch>
                  <a:fillRect l="-5660"/>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8" name="Oval 67"/>
              <p:cNvSpPr/>
              <p:nvPr/>
            </p:nvSpPr>
            <p:spPr>
              <a:xfrm>
                <a:off x="3432313" y="5589659"/>
                <a:ext cx="632907" cy="632907"/>
              </a:xfrm>
              <a:prstGeom prst="ellips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7</m:t>
                          </m:r>
                        </m:sub>
                      </m:sSub>
                    </m:oMath>
                  </m:oMathPara>
                </a14:m>
                <a:endParaRPr lang="en-US" sz="2800" dirty="0">
                  <a:solidFill>
                    <a:schemeClr val="tx1"/>
                  </a:solidFill>
                </a:endParaRPr>
              </a:p>
            </p:txBody>
          </p:sp>
        </mc:Choice>
        <mc:Fallback xmlns="">
          <p:sp>
            <p:nvSpPr>
              <p:cNvPr id="68" name="Oval 67"/>
              <p:cNvSpPr>
                <a:spLocks noRot="1" noChangeAspect="1" noMove="1" noResize="1" noEditPoints="1" noAdjustHandles="1" noChangeArrowheads="1" noChangeShapeType="1" noTextEdit="1"/>
              </p:cNvSpPr>
              <p:nvPr/>
            </p:nvSpPr>
            <p:spPr>
              <a:xfrm>
                <a:off x="3432313" y="5589659"/>
                <a:ext cx="632907" cy="632907"/>
              </a:xfrm>
              <a:prstGeom prst="ellipse">
                <a:avLst/>
              </a:prstGeom>
              <a:blipFill>
                <a:blip r:embed="rId9"/>
                <a:stretch>
                  <a:fillRect l="-5660"/>
                </a:stretch>
              </a:blipFill>
              <a:ln>
                <a:solidFill>
                  <a:schemeClr val="tx1"/>
                </a:solidFill>
              </a:ln>
            </p:spPr>
            <p:txBody>
              <a:bodyPr/>
              <a:lstStyle/>
              <a:p>
                <a:r>
                  <a:rPr lang="en-GB">
                    <a:noFill/>
                  </a:rPr>
                  <a:t> </a:t>
                </a:r>
              </a:p>
            </p:txBody>
          </p:sp>
        </mc:Fallback>
      </mc:AlternateContent>
      <p:cxnSp>
        <p:nvCxnSpPr>
          <p:cNvPr id="69" name="Straight Arrow Connector 68"/>
          <p:cNvCxnSpPr>
            <a:stCxn id="63" idx="4"/>
            <a:endCxn id="65" idx="1"/>
          </p:cNvCxnSpPr>
          <p:nvPr/>
        </p:nvCxnSpPr>
        <p:spPr>
          <a:xfrm>
            <a:off x="2907254" y="2995470"/>
            <a:ext cx="598505" cy="66193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64" idx="4"/>
            <a:endCxn id="65" idx="7"/>
          </p:cNvCxnSpPr>
          <p:nvPr/>
        </p:nvCxnSpPr>
        <p:spPr>
          <a:xfrm flipH="1">
            <a:off x="3953292" y="2995107"/>
            <a:ext cx="536228" cy="66230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65" idx="3"/>
            <a:endCxn id="66" idx="0"/>
          </p:cNvCxnSpPr>
          <p:nvPr/>
        </p:nvCxnSpPr>
        <p:spPr>
          <a:xfrm flipH="1">
            <a:off x="2907254" y="4104941"/>
            <a:ext cx="598505" cy="472794"/>
          </a:xfrm>
          <a:prstGeom prst="straightConnector1">
            <a:avLst/>
          </a:prstGeom>
          <a:ln w="28575">
            <a:solidFill>
              <a:srgbClr val="0000CC"/>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65" idx="5"/>
            <a:endCxn id="67" idx="0"/>
          </p:cNvCxnSpPr>
          <p:nvPr/>
        </p:nvCxnSpPr>
        <p:spPr>
          <a:xfrm>
            <a:off x="3953292" y="4104941"/>
            <a:ext cx="536228" cy="472794"/>
          </a:xfrm>
          <a:prstGeom prst="straightConnector1">
            <a:avLst/>
          </a:prstGeom>
          <a:ln w="28575">
            <a:solidFill>
              <a:srgbClr val="0000CC"/>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a:stCxn id="66" idx="4"/>
            <a:endCxn id="68" idx="1"/>
          </p:cNvCxnSpPr>
          <p:nvPr/>
        </p:nvCxnSpPr>
        <p:spPr>
          <a:xfrm>
            <a:off x="2907253" y="5210643"/>
            <a:ext cx="617746" cy="47170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a:stCxn id="67" idx="4"/>
            <a:endCxn id="68" idx="7"/>
          </p:cNvCxnSpPr>
          <p:nvPr/>
        </p:nvCxnSpPr>
        <p:spPr>
          <a:xfrm flipH="1">
            <a:off x="3972533" y="5210643"/>
            <a:ext cx="516987" cy="471703"/>
          </a:xfrm>
          <a:prstGeom prst="straightConnector1">
            <a:avLst/>
          </a:prstGeom>
          <a:ln w="28575">
            <a:solidFill>
              <a:srgbClr val="0000CC"/>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5" name="Oval 74"/>
              <p:cNvSpPr/>
              <p:nvPr/>
            </p:nvSpPr>
            <p:spPr>
              <a:xfrm>
                <a:off x="1731301" y="3566751"/>
                <a:ext cx="632907" cy="632907"/>
              </a:xfrm>
              <a:prstGeom prst="ellips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𝑋</m:t>
                          </m:r>
                        </m:e>
                        <m:sub>
                          <m:r>
                            <a:rPr lang="en-US" sz="2800" i="1">
                              <a:solidFill>
                                <a:schemeClr val="tx1"/>
                              </a:solidFill>
                              <a:latin typeface="Cambria Math" panose="02040503050406030204" pitchFamily="18" charset="0"/>
                            </a:rPr>
                            <m:t>3</m:t>
                          </m:r>
                        </m:sub>
                      </m:sSub>
                    </m:oMath>
                  </m:oMathPara>
                </a14:m>
                <a:endParaRPr lang="en-US" sz="2800" dirty="0">
                  <a:solidFill>
                    <a:schemeClr val="tx1"/>
                  </a:solidFill>
                </a:endParaRPr>
              </a:p>
            </p:txBody>
          </p:sp>
        </mc:Choice>
        <mc:Fallback xmlns="">
          <p:sp>
            <p:nvSpPr>
              <p:cNvPr id="75" name="Oval 74"/>
              <p:cNvSpPr>
                <a:spLocks noRot="1" noChangeAspect="1" noMove="1" noResize="1" noEditPoints="1" noAdjustHandles="1" noChangeArrowheads="1" noChangeShapeType="1" noTextEdit="1"/>
              </p:cNvSpPr>
              <p:nvPr/>
            </p:nvSpPr>
            <p:spPr>
              <a:xfrm>
                <a:off x="1731301" y="3566751"/>
                <a:ext cx="632907" cy="632907"/>
              </a:xfrm>
              <a:prstGeom prst="ellipse">
                <a:avLst/>
              </a:prstGeom>
              <a:blipFill>
                <a:blip r:embed="rId10"/>
                <a:stretch>
                  <a:fillRect l="-5660"/>
                </a:stretch>
              </a:blipFill>
              <a:ln>
                <a:solidFill>
                  <a:schemeClr val="tx1"/>
                </a:solidFill>
              </a:ln>
            </p:spPr>
            <p:txBody>
              <a:bodyPr/>
              <a:lstStyle/>
              <a:p>
                <a:r>
                  <a:rPr lang="en-GB">
                    <a:noFill/>
                  </a:rPr>
                  <a:t> </a:t>
                </a:r>
              </a:p>
            </p:txBody>
          </p:sp>
        </mc:Fallback>
      </mc:AlternateContent>
      <p:cxnSp>
        <p:nvCxnSpPr>
          <p:cNvPr id="76" name="Straight Arrow Connector 75"/>
          <p:cNvCxnSpPr>
            <a:stCxn id="75" idx="5"/>
            <a:endCxn id="66" idx="0"/>
          </p:cNvCxnSpPr>
          <p:nvPr/>
        </p:nvCxnSpPr>
        <p:spPr>
          <a:xfrm>
            <a:off x="2271520" y="4106970"/>
            <a:ext cx="635734" cy="470766"/>
          </a:xfrm>
          <a:prstGeom prst="straightConnector1">
            <a:avLst/>
          </a:prstGeom>
          <a:ln w="28575">
            <a:solidFill>
              <a:srgbClr val="0000CC"/>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p:cNvSpPr txBox="1"/>
              <p:nvPr/>
            </p:nvSpPr>
            <p:spPr>
              <a:xfrm>
                <a:off x="5334001" y="5334000"/>
                <a:ext cx="4582449" cy="400110"/>
              </a:xfrm>
              <a:prstGeom prst="rect">
                <a:avLst/>
              </a:prstGeom>
              <a:noFill/>
            </p:spPr>
            <p:txBody>
              <a:bodyPr wrap="square" rtlCol="0">
                <a:spAutoFit/>
              </a:bodyPr>
              <a:lstStyle/>
              <a:p>
                <a:r>
                  <a:rPr lang="en-US" sz="2000" dirty="0"/>
                  <a:t>Is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3</m:t>
                        </m:r>
                      </m:sub>
                    </m:sSub>
                  </m:oMath>
                </a14:m>
                <a:r>
                  <a:rPr lang="en-US" sz="2000" dirty="0"/>
                  <a:t> independent of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7</m:t>
                        </m:r>
                      </m:sub>
                    </m:sSub>
                  </m:oMath>
                </a14:m>
                <a:r>
                  <a:rPr lang="en-US" sz="2000" dirty="0"/>
                  <a:t> given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5</m:t>
                        </m:r>
                      </m:sub>
                    </m:sSub>
                  </m:oMath>
                </a14:m>
                <a:r>
                  <a:rPr lang="en-US" sz="2000" dirty="0"/>
                  <a:t>?</a:t>
                </a:r>
              </a:p>
            </p:txBody>
          </p:sp>
        </mc:Choice>
        <mc:Fallback xmlns="">
          <p:sp>
            <p:nvSpPr>
              <p:cNvPr id="16" name="TextBox 15"/>
              <p:cNvSpPr txBox="1">
                <a:spLocks noRot="1" noChangeAspect="1" noMove="1" noResize="1" noEditPoints="1" noAdjustHandles="1" noChangeArrowheads="1" noChangeShapeType="1" noTextEdit="1"/>
              </p:cNvSpPr>
              <p:nvPr/>
            </p:nvSpPr>
            <p:spPr>
              <a:xfrm>
                <a:off x="5334001" y="5334000"/>
                <a:ext cx="4582449" cy="400110"/>
              </a:xfrm>
              <a:prstGeom prst="rect">
                <a:avLst/>
              </a:prstGeom>
              <a:blipFill>
                <a:blip r:embed="rId11"/>
                <a:stretch>
                  <a:fillRect l="-1385" t="-9375" b="-2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2800483" y="1194138"/>
                <a:ext cx="7115967" cy="1015663"/>
              </a:xfrm>
              <a:prstGeom prst="rect">
                <a:avLst/>
              </a:prstGeom>
              <a:noFill/>
            </p:spPr>
            <p:txBody>
              <a:bodyPr wrap="square" rtlCol="0">
                <a:spAutoFit/>
              </a:bodyPr>
              <a:lstStyle/>
              <a:p>
                <a:pPr marL="342900" indent="-342900">
                  <a:buFont typeface="Arial" panose="020B0604020202020204" pitchFamily="34" charset="0"/>
                  <a:buChar char="•"/>
                </a:pPr>
                <a:r>
                  <a:rPr lang="en-US" sz="2000" dirty="0"/>
                  <a:t>All paths must be inactive.</a:t>
                </a:r>
              </a:p>
              <a:p>
                <a:pPr marL="342900" indent="-342900">
                  <a:buFont typeface="Arial" panose="020B0604020202020204" pitchFamily="34" charset="0"/>
                  <a:buChar char="•"/>
                </a:pPr>
                <a:r>
                  <a:rPr lang="en-US" sz="2000" dirty="0"/>
                  <a:t>A path is active </a:t>
                </a:r>
                <a:r>
                  <a:rPr lang="en-US" sz="2000" dirty="0" err="1"/>
                  <a:t>iff</a:t>
                </a:r>
                <a:r>
                  <a:rPr lang="en-US" sz="2000" dirty="0"/>
                  <a:t> every triple on path is active</a:t>
                </a:r>
              </a:p>
              <a:p>
                <a:pPr marL="342900" indent="-342900">
                  <a:buFont typeface="Arial" panose="020B0604020202020204" pitchFamily="34" charset="0"/>
                  <a:buChar char="•"/>
                </a:pPr>
                <a:r>
                  <a:rPr lang="en-US" sz="2000" dirty="0"/>
                  <a:t>One inactive triple </a:t>
                </a:r>
                <a14:m>
                  <m:oMath xmlns:m="http://schemas.openxmlformats.org/officeDocument/2006/math">
                    <m:r>
                      <a:rPr lang="en-US" sz="2000" i="1">
                        <a:latin typeface="Cambria Math" panose="02040503050406030204" pitchFamily="18" charset="0"/>
                      </a:rPr>
                      <m:t>⇒</m:t>
                    </m:r>
                  </m:oMath>
                </a14:m>
                <a:r>
                  <a:rPr lang="en-US" sz="2000" dirty="0"/>
                  <a:t> path is inactive!</a:t>
                </a:r>
              </a:p>
            </p:txBody>
          </p:sp>
        </mc:Choice>
        <mc:Fallback xmlns="">
          <p:sp>
            <p:nvSpPr>
              <p:cNvPr id="23" name="TextBox 22"/>
              <p:cNvSpPr txBox="1">
                <a:spLocks noRot="1" noChangeAspect="1" noMove="1" noResize="1" noEditPoints="1" noAdjustHandles="1" noChangeArrowheads="1" noChangeShapeType="1" noTextEdit="1"/>
              </p:cNvSpPr>
              <p:nvPr/>
            </p:nvSpPr>
            <p:spPr>
              <a:xfrm>
                <a:off x="2800483" y="1194138"/>
                <a:ext cx="7115967" cy="1015663"/>
              </a:xfrm>
              <a:prstGeom prst="rect">
                <a:avLst/>
              </a:prstGeom>
              <a:blipFill>
                <a:blip r:embed="rId12"/>
                <a:stretch>
                  <a:fillRect l="-713" t="-3704" b="-864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5334001" y="5684329"/>
                <a:ext cx="4873267" cy="707886"/>
              </a:xfrm>
              <a:prstGeom prst="rect">
                <a:avLst/>
              </a:prstGeom>
              <a:noFill/>
            </p:spPr>
            <p:txBody>
              <a:bodyPr wrap="square" rtlCol="0">
                <a:spAutoFit/>
              </a:bodyPr>
              <a:lstStyle/>
              <a:p>
                <a:r>
                  <a:rPr lang="en-US" sz="2000" dirty="0">
                    <a:solidFill>
                      <a:srgbClr val="FF0000"/>
                    </a:solidFill>
                  </a:rPr>
                  <a:t>No!</a:t>
                </a:r>
              </a:p>
              <a:p>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3</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5</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4</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6</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7</m:t>
                        </m:r>
                      </m:sub>
                    </m:sSub>
                  </m:oMath>
                </a14:m>
                <a:r>
                  <a:rPr lang="en-US" sz="2000" dirty="0"/>
                  <a:t> form an active path</a:t>
                </a:r>
              </a:p>
            </p:txBody>
          </p:sp>
        </mc:Choice>
        <mc:Fallback xmlns="">
          <p:sp>
            <p:nvSpPr>
              <p:cNvPr id="24" name="TextBox 23"/>
              <p:cNvSpPr txBox="1">
                <a:spLocks noRot="1" noChangeAspect="1" noMove="1" noResize="1" noEditPoints="1" noAdjustHandles="1" noChangeArrowheads="1" noChangeShapeType="1" noTextEdit="1"/>
              </p:cNvSpPr>
              <p:nvPr/>
            </p:nvSpPr>
            <p:spPr>
              <a:xfrm>
                <a:off x="5334001" y="5684329"/>
                <a:ext cx="4873267" cy="707886"/>
              </a:xfrm>
              <a:prstGeom prst="rect">
                <a:avLst/>
              </a:prstGeom>
              <a:blipFill>
                <a:blip r:embed="rId13"/>
                <a:stretch>
                  <a:fillRect l="-1302" t="-5263" b="-14035"/>
                </a:stretch>
              </a:blipFill>
            </p:spPr>
            <p:txBody>
              <a:bodyPr/>
              <a:lstStyle/>
              <a:p>
                <a:r>
                  <a:rPr lang="en-GB">
                    <a:noFill/>
                  </a:rPr>
                  <a:t> </a:t>
                </a:r>
              </a:p>
            </p:txBody>
          </p:sp>
        </mc:Fallback>
      </mc:AlternateContent>
    </p:spTree>
    <p:extLst>
      <p:ext uri="{BB962C8B-B14F-4D97-AF65-F5344CB8AC3E}">
        <p14:creationId xmlns:p14="http://schemas.microsoft.com/office/powerpoint/2010/main" val="426080009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8258967" y="6108173"/>
            <a:ext cx="427833"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000" b="0" i="0" kern="1200">
                <a:solidFill>
                  <a:schemeClr val="tx1"/>
                </a:solidFill>
                <a:effectLst/>
                <a:latin typeface="+mn-lt"/>
                <a:ea typeface="+mn-ea"/>
                <a:cs typeface="+mn-cs"/>
              </a:defRPr>
            </a:lvl1pPr>
            <a:lvl2pPr marL="457200" algn="l" rtl="0" eaLnBrk="0" fontAlgn="base" hangingPunct="0">
              <a:spcBef>
                <a:spcPct val="0"/>
              </a:spcBef>
              <a:spcAft>
                <a:spcPct val="0"/>
              </a:spcAft>
              <a:defRPr sz="2400" b="1" kern="1200">
                <a:solidFill>
                  <a:schemeClr val="tx1"/>
                </a:solidFill>
                <a:latin typeface="Verdana" pitchFamily="-106" charset="0"/>
                <a:ea typeface="+mn-ea"/>
                <a:cs typeface="+mn-cs"/>
              </a:defRPr>
            </a:lvl2pPr>
            <a:lvl3pPr marL="914400" algn="l" rtl="0" eaLnBrk="0" fontAlgn="base" hangingPunct="0">
              <a:spcBef>
                <a:spcPct val="0"/>
              </a:spcBef>
              <a:spcAft>
                <a:spcPct val="0"/>
              </a:spcAft>
              <a:defRPr sz="2400" b="1" kern="1200">
                <a:solidFill>
                  <a:schemeClr val="tx1"/>
                </a:solidFill>
                <a:latin typeface="Verdana" pitchFamily="-106" charset="0"/>
                <a:ea typeface="+mn-ea"/>
                <a:cs typeface="+mn-cs"/>
              </a:defRPr>
            </a:lvl3pPr>
            <a:lvl4pPr marL="1371600" algn="l" rtl="0" eaLnBrk="0" fontAlgn="base" hangingPunct="0">
              <a:spcBef>
                <a:spcPct val="0"/>
              </a:spcBef>
              <a:spcAft>
                <a:spcPct val="0"/>
              </a:spcAft>
              <a:defRPr sz="2400" b="1" kern="1200">
                <a:solidFill>
                  <a:schemeClr val="tx1"/>
                </a:solidFill>
                <a:latin typeface="Verdana" pitchFamily="-106" charset="0"/>
                <a:ea typeface="+mn-ea"/>
                <a:cs typeface="+mn-cs"/>
              </a:defRPr>
            </a:lvl4pPr>
            <a:lvl5pPr marL="1828800" algn="l" rtl="0" eaLnBrk="0" fontAlgn="base" hangingPunct="0">
              <a:spcBef>
                <a:spcPct val="0"/>
              </a:spcBef>
              <a:spcAft>
                <a:spcPct val="0"/>
              </a:spcAft>
              <a:defRPr sz="2400" b="1" kern="1200">
                <a:solidFill>
                  <a:schemeClr val="tx1"/>
                </a:solidFill>
                <a:latin typeface="Verdana" pitchFamily="-106" charset="0"/>
                <a:ea typeface="+mn-ea"/>
                <a:cs typeface="+mn-cs"/>
              </a:defRPr>
            </a:lvl5pPr>
            <a:lvl6pPr marL="2286000" algn="l" defTabSz="457200" rtl="0" eaLnBrk="1" latinLnBrk="0" hangingPunct="1">
              <a:defRPr sz="2400" b="1" kern="1200">
                <a:solidFill>
                  <a:schemeClr val="tx1"/>
                </a:solidFill>
                <a:latin typeface="Verdana" pitchFamily="-106" charset="0"/>
                <a:ea typeface="+mn-ea"/>
                <a:cs typeface="+mn-cs"/>
              </a:defRPr>
            </a:lvl6pPr>
            <a:lvl7pPr marL="2743200" algn="l" defTabSz="457200" rtl="0" eaLnBrk="1" latinLnBrk="0" hangingPunct="1">
              <a:defRPr sz="2400" b="1" kern="1200">
                <a:solidFill>
                  <a:schemeClr val="tx1"/>
                </a:solidFill>
                <a:latin typeface="Verdana" pitchFamily="-106" charset="0"/>
                <a:ea typeface="+mn-ea"/>
                <a:cs typeface="+mn-cs"/>
              </a:defRPr>
            </a:lvl7pPr>
            <a:lvl8pPr marL="3200400" algn="l" defTabSz="457200" rtl="0" eaLnBrk="1" latinLnBrk="0" hangingPunct="1">
              <a:defRPr sz="2400" b="1" kern="1200">
                <a:solidFill>
                  <a:schemeClr val="tx1"/>
                </a:solidFill>
                <a:latin typeface="Verdana" pitchFamily="-106" charset="0"/>
                <a:ea typeface="+mn-ea"/>
                <a:cs typeface="+mn-cs"/>
              </a:defRPr>
            </a:lvl8pPr>
            <a:lvl9pPr marL="3657600" algn="l" defTabSz="457200" rtl="0" eaLnBrk="1" latinLnBrk="0" hangingPunct="1">
              <a:defRPr sz="2400" b="1" kern="1200">
                <a:solidFill>
                  <a:schemeClr val="tx1"/>
                </a:solidFill>
                <a:latin typeface="Verdana" pitchFamily="-106" charset="0"/>
                <a:ea typeface="+mn-ea"/>
                <a:cs typeface="+mn-cs"/>
              </a:defRPr>
            </a:lvl9pPr>
          </a:lstStyle>
          <a:p>
            <a:fld id="{00BCB26B-1AB1-2D4D-9422-18A687C87145}" type="slidenum">
              <a:rPr lang="zh-TW" altLang="en-US" smtClean="0"/>
              <a:pPr/>
              <a:t>65</a:t>
            </a:fld>
            <a:endParaRPr lang="en-US"/>
          </a:p>
        </p:txBody>
      </p:sp>
      <p:sp>
        <p:nvSpPr>
          <p:cNvPr id="63" name="Oval 62"/>
          <p:cNvSpPr/>
          <p:nvPr/>
        </p:nvSpPr>
        <p:spPr>
          <a:xfrm>
            <a:off x="3845188" y="1530244"/>
            <a:ext cx="562947" cy="56294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64" name="Oval 63"/>
          <p:cNvSpPr/>
          <p:nvPr/>
        </p:nvSpPr>
        <p:spPr>
          <a:xfrm>
            <a:off x="6317729" y="1410665"/>
            <a:ext cx="562947" cy="56294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65" name="Oval 64"/>
          <p:cNvSpPr/>
          <p:nvPr/>
        </p:nvSpPr>
        <p:spPr>
          <a:xfrm>
            <a:off x="5280486" y="2586895"/>
            <a:ext cx="562947" cy="56294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66" name="Oval 65"/>
          <p:cNvSpPr/>
          <p:nvPr/>
        </p:nvSpPr>
        <p:spPr>
          <a:xfrm>
            <a:off x="6516761" y="3691841"/>
            <a:ext cx="562947" cy="562947"/>
          </a:xfrm>
          <a:prstGeom prst="ellipse">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67" name="Oval 66"/>
          <p:cNvSpPr/>
          <p:nvPr/>
        </p:nvSpPr>
        <p:spPr>
          <a:xfrm>
            <a:off x="7835479" y="2040318"/>
            <a:ext cx="562947" cy="56294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68" name="Oval 67"/>
          <p:cNvSpPr/>
          <p:nvPr/>
        </p:nvSpPr>
        <p:spPr>
          <a:xfrm>
            <a:off x="9334667" y="3890873"/>
            <a:ext cx="562947" cy="562947"/>
          </a:xfrm>
          <a:prstGeom prst="ellips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cxnSp>
        <p:nvCxnSpPr>
          <p:cNvPr id="69" name="Straight Arrow Connector 68"/>
          <p:cNvCxnSpPr>
            <a:cxnSpLocks/>
            <a:stCxn id="63" idx="5"/>
            <a:endCxn id="65" idx="1"/>
          </p:cNvCxnSpPr>
          <p:nvPr/>
        </p:nvCxnSpPr>
        <p:spPr>
          <a:xfrm>
            <a:off x="4325693" y="2010748"/>
            <a:ext cx="1037235" cy="65858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cxnSpLocks/>
            <a:stCxn id="64" idx="3"/>
            <a:endCxn id="65" idx="7"/>
          </p:cNvCxnSpPr>
          <p:nvPr/>
        </p:nvCxnSpPr>
        <p:spPr>
          <a:xfrm flipH="1">
            <a:off x="5760990" y="1891170"/>
            <a:ext cx="639180" cy="77816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cxnSpLocks/>
            <a:stCxn id="65" idx="4"/>
            <a:endCxn id="66" idx="1"/>
          </p:cNvCxnSpPr>
          <p:nvPr/>
        </p:nvCxnSpPr>
        <p:spPr>
          <a:xfrm>
            <a:off x="5561960" y="3149842"/>
            <a:ext cx="1037243" cy="62444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cxnSpLocks/>
            <a:stCxn id="66" idx="7"/>
            <a:endCxn id="67" idx="3"/>
          </p:cNvCxnSpPr>
          <p:nvPr/>
        </p:nvCxnSpPr>
        <p:spPr>
          <a:xfrm flipV="1">
            <a:off x="6997266" y="2520822"/>
            <a:ext cx="920655" cy="125346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a:cxnSpLocks/>
            <a:stCxn id="34" idx="6"/>
            <a:endCxn id="68" idx="2"/>
          </p:cNvCxnSpPr>
          <p:nvPr/>
        </p:nvCxnSpPr>
        <p:spPr>
          <a:xfrm flipV="1">
            <a:off x="6464070" y="4172345"/>
            <a:ext cx="2870597" cy="105964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a:cxnSpLocks/>
            <a:stCxn id="67" idx="5"/>
            <a:endCxn id="68" idx="7"/>
          </p:cNvCxnSpPr>
          <p:nvPr/>
        </p:nvCxnSpPr>
        <p:spPr>
          <a:xfrm>
            <a:off x="8315983" y="2520822"/>
            <a:ext cx="1499188" cy="145249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Oval 74"/>
          <p:cNvSpPr/>
          <p:nvPr/>
        </p:nvSpPr>
        <p:spPr>
          <a:xfrm>
            <a:off x="2438401" y="2487832"/>
            <a:ext cx="562947" cy="562947"/>
          </a:xfrm>
          <a:prstGeom prst="ellips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cxnSp>
        <p:nvCxnSpPr>
          <p:cNvPr id="76" name="Straight Arrow Connector 75"/>
          <p:cNvCxnSpPr>
            <a:cxnSpLocks/>
            <a:stCxn id="75" idx="5"/>
            <a:endCxn id="33" idx="0"/>
          </p:cNvCxnSpPr>
          <p:nvPr/>
        </p:nvCxnSpPr>
        <p:spPr>
          <a:xfrm>
            <a:off x="2918905" y="2968336"/>
            <a:ext cx="644808" cy="95668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EBE9A625-CC7A-954F-8E59-D08F433D90E3}"/>
              </a:ext>
            </a:extLst>
          </p:cNvPr>
          <p:cNvSpPr/>
          <p:nvPr/>
        </p:nvSpPr>
        <p:spPr>
          <a:xfrm>
            <a:off x="3282241" y="3925021"/>
            <a:ext cx="562947" cy="56294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34" name="Oval 33">
            <a:extLst>
              <a:ext uri="{FF2B5EF4-FFF2-40B4-BE49-F238E27FC236}">
                <a16:creationId xmlns:a16="http://schemas.microsoft.com/office/drawing/2014/main" id="{33D3070E-B793-CC48-BA3B-CA347F1FAFB3}"/>
              </a:ext>
            </a:extLst>
          </p:cNvPr>
          <p:cNvSpPr/>
          <p:nvPr/>
        </p:nvSpPr>
        <p:spPr>
          <a:xfrm>
            <a:off x="5901123" y="4950513"/>
            <a:ext cx="562947" cy="562947"/>
          </a:xfrm>
          <a:prstGeom prst="ellipse">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cxnSp>
        <p:nvCxnSpPr>
          <p:cNvPr id="35" name="Straight Arrow Connector 34">
            <a:extLst>
              <a:ext uri="{FF2B5EF4-FFF2-40B4-BE49-F238E27FC236}">
                <a16:creationId xmlns:a16="http://schemas.microsoft.com/office/drawing/2014/main" id="{973BF29A-F5BD-5C4A-930B-E29FC0FD5D74}"/>
              </a:ext>
            </a:extLst>
          </p:cNvPr>
          <p:cNvCxnSpPr>
            <a:cxnSpLocks/>
            <a:stCxn id="33" idx="6"/>
            <a:endCxn id="34" idx="1"/>
          </p:cNvCxnSpPr>
          <p:nvPr/>
        </p:nvCxnSpPr>
        <p:spPr>
          <a:xfrm>
            <a:off x="3845187" y="4206494"/>
            <a:ext cx="2138378" cy="82646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1D439853-620B-0746-902D-2B9B64929DED}"/>
              </a:ext>
            </a:extLst>
          </p:cNvPr>
          <p:cNvCxnSpPr>
            <a:cxnSpLocks/>
            <a:stCxn id="75" idx="6"/>
            <a:endCxn id="63" idx="3"/>
          </p:cNvCxnSpPr>
          <p:nvPr/>
        </p:nvCxnSpPr>
        <p:spPr>
          <a:xfrm flipV="1">
            <a:off x="3001347" y="2010749"/>
            <a:ext cx="926282" cy="75855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281C3A37-51B4-264C-89C5-AF7B7A81EF6A}"/>
              </a:ext>
            </a:extLst>
          </p:cNvPr>
          <p:cNvCxnSpPr>
            <a:cxnSpLocks/>
            <a:stCxn id="64" idx="6"/>
            <a:endCxn id="67" idx="1"/>
          </p:cNvCxnSpPr>
          <p:nvPr/>
        </p:nvCxnSpPr>
        <p:spPr>
          <a:xfrm>
            <a:off x="6880676" y="1692139"/>
            <a:ext cx="1037245" cy="43062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6191741"/>
      </p:ext>
    </p:extLst>
  </p:cSld>
  <p:clrMapOvr>
    <a:masterClrMapping/>
  </p:clrMapOvr>
</p:sld>
</file>

<file path=ppt/theme/theme1.xml><?xml version="1.0" encoding="utf-8"?>
<a:theme xmlns:a="http://schemas.openxmlformats.org/drawingml/2006/main" name="CS2106">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Edge">
      <a:majorFont>
        <a:latin typeface="Garamon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S2106" id="{BD053D78-7E81-2946-8F60-5F5E7270001E}" vid="{FFFE8269-1513-0D47-BC36-75E38BB2E4D5}"/>
    </a:ext>
  </a:extLst>
</a:theme>
</file>

<file path=ppt/theme/theme2.xml><?xml version="1.0" encoding="utf-8"?>
<a:theme xmlns:a="http://schemas.openxmlformats.org/drawingml/2006/main" name="L1 - Basic of C++">
  <a:themeElements>
    <a:clrScheme name="L1 - Basic of C++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fontScheme name="L1 - Basic of C++">
      <a:majorFont>
        <a:latin typeface="Garamond"/>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L1 - Basic of C++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L1 - Basic of C++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L1 - Basic of C++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L1 - Basic of C++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L1 - Basic of C++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L1 - Basic of C++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L1 - Basic of C++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L1 - Basic of C++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L1 - Basic of C++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CS2106</Template>
  <TotalTime>18027</TotalTime>
  <Words>3766</Words>
  <Application>Microsoft Macintosh PowerPoint</Application>
  <PresentationFormat>Widescreen</PresentationFormat>
  <Paragraphs>796</Paragraphs>
  <Slides>65</Slides>
  <Notes>57</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65</vt:i4>
      </vt:variant>
    </vt:vector>
  </HeadingPairs>
  <TitlesOfParts>
    <vt:vector size="78" baseType="lpstr">
      <vt:lpstr>新細明體</vt:lpstr>
      <vt:lpstr>Arial</vt:lpstr>
      <vt:lpstr>Arial Black</vt:lpstr>
      <vt:lpstr>Calibri</vt:lpstr>
      <vt:lpstr>Calibri Light</vt:lpstr>
      <vt:lpstr>Cambria Math</vt:lpstr>
      <vt:lpstr>Corbel</vt:lpstr>
      <vt:lpstr>Garamond</vt:lpstr>
      <vt:lpstr>Wingdings</vt:lpstr>
      <vt:lpstr>Wingdings 2</vt:lpstr>
      <vt:lpstr>CS2106</vt:lpstr>
      <vt:lpstr>L1 - Basic of C++</vt:lpstr>
      <vt:lpstr>HDOfficeLightV0</vt:lpstr>
      <vt:lpstr>IT5005 Artificial Intelligence</vt:lpstr>
      <vt:lpstr>Outline</vt:lpstr>
      <vt:lpstr>Uncertainty: Motivating Example</vt:lpstr>
      <vt:lpstr>Random Variables</vt:lpstr>
      <vt:lpstr>Events</vt:lpstr>
      <vt:lpstr>Events</vt:lpstr>
      <vt:lpstr>Axioms of Probability</vt:lpstr>
      <vt:lpstr>Joint Probability</vt:lpstr>
      <vt:lpstr>Posterior/Conditional Probability</vt:lpstr>
      <vt:lpstr>Posterior/Conditional Probability</vt:lpstr>
      <vt:lpstr>Posterior/Conditional Probability</vt:lpstr>
      <vt:lpstr>Posterior/Conditional Probability</vt:lpstr>
      <vt:lpstr>Independence</vt:lpstr>
      <vt:lpstr>Bayesian Inference</vt:lpstr>
      <vt:lpstr>Inference by Enumeration</vt:lpstr>
      <vt:lpstr>Inference by Enumeration</vt:lpstr>
      <vt:lpstr>Inference by Enumeration</vt:lpstr>
      <vt:lpstr>The Power of Independence</vt:lpstr>
      <vt:lpstr>Conditional Independence</vt:lpstr>
      <vt:lpstr>Conditional Independence</vt:lpstr>
      <vt:lpstr>Bayes’ Rule and Conditional Independence</vt:lpstr>
      <vt:lpstr>Normalization</vt:lpstr>
      <vt:lpstr>Normalization</vt:lpstr>
      <vt:lpstr>BAYESIAN NETWORKS</vt:lpstr>
      <vt:lpstr>Bayesian Networks</vt:lpstr>
      <vt:lpstr>Bayesian Networks</vt:lpstr>
      <vt:lpstr>Examples</vt:lpstr>
      <vt:lpstr>Examples</vt:lpstr>
      <vt:lpstr>Example With More Variables</vt:lpstr>
      <vt:lpstr>PowerPoint Presentation</vt:lpstr>
      <vt:lpstr>Bayesian Networks – Compactly Representing Joint Distributions</vt:lpstr>
      <vt:lpstr>Inference in Bayesian Networks</vt:lpstr>
      <vt:lpstr>Constructing Bayesian Networks</vt:lpstr>
      <vt:lpstr>Constructing Bayesian Networks</vt:lpstr>
      <vt:lpstr>Variable Order Matters</vt:lpstr>
      <vt:lpstr>Variable Order Matters</vt:lpstr>
      <vt:lpstr>Variable Order Matters</vt:lpstr>
      <vt:lpstr>Variable Order Matters</vt:lpstr>
      <vt:lpstr>The Markov Blanket</vt:lpstr>
      <vt:lpstr>Putting it All Together</vt:lpstr>
      <vt:lpstr>Bayesian Networks</vt:lpstr>
      <vt:lpstr>Conditional Independence in BN</vt:lpstr>
      <vt:lpstr>Conditional Independence in BN</vt:lpstr>
      <vt:lpstr>Motivation</vt:lpstr>
      <vt:lpstr>Motivation</vt:lpstr>
      <vt:lpstr>Exploring Independence: Causal Chains</vt:lpstr>
      <vt:lpstr>Exploring Independence: Causal Chains</vt:lpstr>
      <vt:lpstr>Exploring Independence:  Common Cause</vt:lpstr>
      <vt:lpstr>Exploring Independence: Common Cause</vt:lpstr>
      <vt:lpstr>Exploring Independence: Common Effect</vt:lpstr>
      <vt:lpstr>Exploring Independence: Common Effect</vt:lpstr>
      <vt:lpstr>It’s All About the CPTs</vt:lpstr>
      <vt:lpstr>Rules for d-Connectedness and d-Separation</vt:lpstr>
      <vt:lpstr>Rules for d-Connectedness and d-Separation</vt:lpstr>
      <vt:lpstr>Rules for d-Connectedness and d-Separation</vt:lpstr>
      <vt:lpstr>General Case – d Separation</vt:lpstr>
      <vt:lpstr>General Case – Analyze the Graph</vt:lpstr>
      <vt:lpstr>General Case – Analyze the Graph</vt:lpstr>
      <vt:lpstr>General Case – Analyze the Graph</vt:lpstr>
      <vt:lpstr>General Case – Analyze the Graph</vt:lpstr>
      <vt:lpstr>General Case – Analyze the Graph</vt:lpstr>
      <vt:lpstr>General Case – Analyze the Graph</vt:lpstr>
      <vt:lpstr>General Case – Analyze the Graph</vt:lpstr>
      <vt:lpstr>General Case – Analyze the Graph</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Daniel Adipranoto</dc:creator>
  <cp:lastModifiedBy>Tan Keng Yan, Colin</cp:lastModifiedBy>
  <cp:revision>508</cp:revision>
  <dcterms:created xsi:type="dcterms:W3CDTF">2022-01-23T09:22:42Z</dcterms:created>
  <dcterms:modified xsi:type="dcterms:W3CDTF">2024-04-08T14:04:36Z</dcterms:modified>
</cp:coreProperties>
</file>